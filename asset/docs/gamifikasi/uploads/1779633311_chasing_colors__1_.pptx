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EA1E-98C4-4A2E-AAC3-800E357DC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904" y="1517904"/>
            <a:ext cx="9144000" cy="279806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6B1FA-5AE6-4D57-B37B-4AA021600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7904" y="4572000"/>
            <a:ext cx="9144000" cy="152704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49B66-DBC3-45EE-A6E1-DE10A6C18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3F9AFA87-1417-4992-ABD9-27C3BC8CC883}" type="datetimeFigureOut">
              <a:rPr lang="en-US" smtClean="0"/>
              <a:pPr algn="r"/>
              <a:t>10/11/2021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085F0-1967-4B4F-9824-58E9F2E05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EDEE5-31B5-4868-8C16-47FF43E2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0922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5BB2-C09C-49B0-BAFA-DE1801CD3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47C21-944D-47FE-9519-A25518837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CE36D-6B7B-4D5E-831E-34A4286D6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AD668-6E19-425C-88F7-AF422066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05C53-CF7C-4936-9E35-1BEBD683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7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C78-A717-4E1F-A742-FD5AECA03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1270D-CCAE-4437-A0C0-052D111D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4572000"/>
            <a:ext cx="9144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F006A-7EEE-4DB0-8F92-D34C0D46C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F2ED-2B0E-44A9-8603-286CA063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D801C-6B4E-40B6-9D6E-55819226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3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46AA-9418-4C3E-901B-8E2806122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7482-2CA6-4707-976E-6FD4B57BFE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7904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09652-DD12-479C-B639-9452CBA8C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92" y="2980944"/>
            <a:ext cx="4334256" cy="31181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EC7A6-AFB1-4989-A0B4-B422D5B2C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10/11/2021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2117C-B497-4647-A66B-1887750F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C7AF-5092-416B-B61C-F41D3C57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719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0CDE0-3FEB-42A0-8BCC-7DADE7D4A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5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778B8B-E9A3-44BE-85A6-3E316659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7904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F1BCA-A435-4779-A6FE-15207141F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6792" y="2944368"/>
            <a:ext cx="4334256" cy="606026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B1923-9749-49E3-88FA-75C326E67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6792" y="3644987"/>
            <a:ext cx="4334256" cy="2449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A70F0-5AFA-4C5A-812B-220C6A38D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6AF721-83FE-4B57-B910-C395D23F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A5893-52F1-44A1-AE8E-CF094DB41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9D22302-83E3-4E22-93DF-1E5D463B6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814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D85A6-A4E6-4160-BE43-8146A989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A24A80-0792-4B3B-BB5A-8B2BD9109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6116E-7A6D-485F-9FA2-25F94D4F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ADCC-C5F2-4D90-B153-93DF5585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53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862271-51F6-4122-9709-D279042F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CFE08-03FE-487B-8963-9FAD3049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35A50-18AE-4CB1-BB10-1CBDD8A7C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61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F683-796D-458C-9B32-A385D60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1F0BD-641B-4148-BCB3-2704218C8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1517904"/>
            <a:ext cx="5330952" cy="45811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8C843-B846-4456-9720-71B7D4FF4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A3A03-31BD-4E7E-879A-A1C71849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9078-7D38-4851-A363-B6BC179A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FF25E-A25D-47AA-94EB-580A74F01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52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E83B4-9B31-4F73-9767-1636365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3145536" cy="1792224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CFC30-8163-47A0-A97F-3F2C3A3BE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49240" y="764032"/>
            <a:ext cx="6089904" cy="533095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F1B390-0C23-466E-987C-26420A5F0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17904" y="3483864"/>
            <a:ext cx="3145536" cy="261518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9CA7C-B9D0-4A72-8061-1E02AA15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EFC84-C9FE-4BFA-9B4E-4516A136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1A469-3EFC-4F94-8482-378582E1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9454-6F74-46A8-B299-4AF451BF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55CA9-A0BD-4609-9307-BAF987B26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4293-851E-4FA2-BFF2-B646A423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907F5-F26D-4A91-8D70-AB54F8B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CBD8-D942-449E-A2B8-358CD13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1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50897-0C2E-420B-9A38-A8D5C1D72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50317" y="1517904"/>
            <a:ext cx="2220731" cy="45467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B2173-32A5-4677-A08F-DAB8FD430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7904" y="1517904"/>
            <a:ext cx="6562553" cy="45467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B124D-B801-4A6A-9DAF-EBC1B98FE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AFA87-1417-4992-ABD9-27C3BC8CC883}" type="datetimeFigureOut">
              <a:rPr lang="en-US" smtClean="0"/>
              <a:t>10/11/2021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F8DF-2544-45A5-B62B-BB7948FCC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232D-131E-4BE6-8E2E-BAF5A3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E4CB7-CB13-4810-BF18-BE31AFC64F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5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B1D84C-7934-4E5B-B6E4-A1D6EC299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904" y="1517904"/>
            <a:ext cx="9144000" cy="13441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A990F-40AC-447A-964A-840C94A64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17904" y="2971800"/>
            <a:ext cx="9144000" cy="3127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832A1-FFBA-48B6-B2D0-E5414F128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5672" y="6400800"/>
            <a:ext cx="18653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3F9AFA87-1417-4992-ABD9-27C3BC8CC883}" type="datetimeFigureOut">
              <a:rPr lang="en-US" smtClean="0"/>
              <a:pPr algn="r"/>
              <a:t>10/11/2021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33EC1-4EE2-4453-841C-CFDFE7089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400800"/>
            <a:ext cx="6099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A78-E732-44EF-BA0B-FC42F793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9648" y="6400800"/>
            <a:ext cx="530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CB1E4CB7-CB13-4810-BF18-BE31AFC64F93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9306479-8C4D-4E4A-A330-DFC80A8A01BE}"/>
              </a:ext>
            </a:extLst>
          </p:cNvPr>
          <p:cNvSpPr/>
          <p:nvPr/>
        </p:nvSpPr>
        <p:spPr>
          <a:xfrm>
            <a:off x="0" y="0"/>
            <a:ext cx="12192000" cy="6105524"/>
          </a:xfrm>
          <a:custGeom>
            <a:avLst/>
            <a:gdLst>
              <a:gd name="connsiteX0" fmla="*/ 0 w 12192000"/>
              <a:gd name="connsiteY0" fmla="*/ 0 h 6105524"/>
              <a:gd name="connsiteX1" fmla="*/ 12192000 w 12192000"/>
              <a:gd name="connsiteY1" fmla="*/ 0 h 6105524"/>
              <a:gd name="connsiteX2" fmla="*/ 12192000 w 12192000"/>
              <a:gd name="connsiteY2" fmla="*/ 6105524 h 6105524"/>
              <a:gd name="connsiteX3" fmla="*/ 11435080 w 12192000"/>
              <a:gd name="connsiteY3" fmla="*/ 6105524 h 6105524"/>
              <a:gd name="connsiteX4" fmla="*/ 11435080 w 12192000"/>
              <a:gd name="connsiteY4" fmla="*/ 771523 h 6105524"/>
              <a:gd name="connsiteX5" fmla="*/ 767080 w 12192000"/>
              <a:gd name="connsiteY5" fmla="*/ 771523 h 6105524"/>
              <a:gd name="connsiteX6" fmla="*/ 767080 w 12192000"/>
              <a:gd name="connsiteY6" fmla="*/ 6105524 h 6105524"/>
              <a:gd name="connsiteX7" fmla="*/ 0 w 12192000"/>
              <a:gd name="connsiteY7" fmla="*/ 6105524 h 6105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105524">
                <a:moveTo>
                  <a:pt x="0" y="0"/>
                </a:moveTo>
                <a:lnTo>
                  <a:pt x="12192000" y="0"/>
                </a:lnTo>
                <a:lnTo>
                  <a:pt x="12192000" y="6105524"/>
                </a:lnTo>
                <a:lnTo>
                  <a:pt x="11435080" y="6105524"/>
                </a:lnTo>
                <a:lnTo>
                  <a:pt x="11435080" y="771523"/>
                </a:lnTo>
                <a:lnTo>
                  <a:pt x="767080" y="771523"/>
                </a:lnTo>
                <a:lnTo>
                  <a:pt x="767080" y="6105524"/>
                </a:lnTo>
                <a:lnTo>
                  <a:pt x="0" y="6105524"/>
                </a:lnTo>
                <a:close/>
              </a:path>
            </a:pathLst>
          </a:cu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4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42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914400" rtl="0" eaLnBrk="1" latinLnBrk="0" hangingPunct="1">
        <a:lnSpc>
          <a:spcPct val="105000"/>
        </a:lnSpc>
        <a:spcBef>
          <a:spcPts val="900"/>
        </a:spcBef>
        <a:buClr>
          <a:schemeClr val="accent5"/>
        </a:buClr>
        <a:buFont typeface="Avenir Next LT Pro" panose="020B0504020202020204" pitchFamily="34" charset="0"/>
        <a:buChar char="+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0" algn="l" defTabSz="914400" rtl="0" eaLnBrk="1" latinLnBrk="0" hangingPunct="1">
        <a:lnSpc>
          <a:spcPct val="105000"/>
        </a:lnSpc>
        <a:spcBef>
          <a:spcPts val="900"/>
        </a:spcBef>
        <a:buFont typeface="Arial" panose="020B0604020202020204" pitchFamily="34" charset="0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0080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05000"/>
        </a:lnSpc>
        <a:spcBef>
          <a:spcPts val="600"/>
        </a:spcBef>
        <a:buFontTx/>
        <a:buNone/>
        <a:defRPr sz="1800" i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86968" indent="-274320" algn="l" defTabSz="914400" rtl="0" eaLnBrk="1" latinLnBrk="0" hangingPunct="1">
        <a:lnSpc>
          <a:spcPct val="105000"/>
        </a:lnSpc>
        <a:spcBef>
          <a:spcPts val="6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45BA4C-9B54-4496-821F-9E0985CA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E1BB9D-FAFF-4C3E-9E44-13F8FBABC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">
                <a:schemeClr val="accent5"/>
              </a:gs>
              <a:gs pos="90000">
                <a:schemeClr val="accent1"/>
              </a:gs>
              <a:gs pos="70000">
                <a:schemeClr val="accent2"/>
              </a:gs>
              <a:gs pos="30000">
                <a:schemeClr val="accent4"/>
              </a:gs>
              <a:gs pos="50000">
                <a:schemeClr val="accent3">
                  <a:lumMod val="60000"/>
                  <a:lumOff val="40000"/>
                </a:schemeClr>
              </a:gs>
            </a:gsLst>
            <a:lin ang="7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7C897C6-901F-410E-B2AC-162ED94B0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0" y="762000"/>
            <a:ext cx="10668000" cy="5334000"/>
          </a:xfrm>
          <a:prstGeom prst="rect">
            <a:avLst/>
          </a:prstGeom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Shape&#10;&#10;Description automatically generated with low confidence">
            <a:extLst>
              <a:ext uri="{FF2B5EF4-FFF2-40B4-BE49-F238E27FC236}">
                <a16:creationId xmlns:a16="http://schemas.microsoft.com/office/drawing/2014/main" id="{F69C7AA2-E6A9-4E06-8925-0DF1EE64A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189" y="1707445"/>
            <a:ext cx="4590811" cy="34431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61031D-3804-44A8-8770-88C46BAD5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4145" y="2030526"/>
            <a:ext cx="5945855" cy="2796945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>
                <a:solidFill>
                  <a:srgbClr val="FFC000"/>
                </a:solidFill>
              </a:rPr>
              <a:t>o</a:t>
            </a:r>
            <a:r>
              <a:rPr lang="en-US" dirty="0">
                <a:solidFill>
                  <a:srgbClr val="00B050"/>
                </a:solidFill>
              </a:rPr>
              <a:t>l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</a:t>
            </a:r>
            <a:r>
              <a:rPr lang="en-US" dirty="0">
                <a:solidFill>
                  <a:srgbClr val="00B050"/>
                </a:solidFill>
              </a:rPr>
              <a:t>r</a:t>
            </a:r>
            <a:r>
              <a:rPr lang="en-US" dirty="0"/>
              <a:t> </a:t>
            </a:r>
            <a:r>
              <a:rPr lang="en-US" dirty="0">
                <a:solidFill>
                  <a:schemeClr val="accent5"/>
                </a:solidFill>
              </a:rPr>
              <a:t>C</a:t>
            </a:r>
            <a:r>
              <a:rPr lang="en-US" dirty="0">
                <a:solidFill>
                  <a:srgbClr val="FFFF00"/>
                </a:solidFill>
              </a:rPr>
              <a:t>h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</a:t>
            </a:r>
            <a:r>
              <a:rPr lang="en-US" dirty="0">
                <a:solidFill>
                  <a:srgbClr val="7030A0"/>
                </a:solidFill>
              </a:rPr>
              <a:t>s</a:t>
            </a:r>
            <a:r>
              <a:rPr lang="en-US" dirty="0">
                <a:solidFill>
                  <a:srgbClr val="00B050"/>
                </a:solidFill>
              </a:rPr>
              <a:t>e</a:t>
            </a:r>
            <a:endParaRPr lang="en-ID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674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FA77B-25F1-45D6-B688-F47739F3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Play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2FB8A-88B5-472B-B5E4-9BFB5DE12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Game master </a:t>
            </a:r>
            <a:r>
              <a:rPr lang="en-US" dirty="0" err="1"/>
              <a:t>memilih</a:t>
            </a:r>
            <a:r>
              <a:rPr lang="en-US" dirty="0"/>
              <a:t> dan </a:t>
            </a:r>
            <a:r>
              <a:rPr lang="en-US" dirty="0" err="1"/>
              <a:t>menyebutkan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,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peserta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barang</a:t>
            </a:r>
            <a:r>
              <a:rPr lang="en-US" dirty="0"/>
              <a:t> di </a:t>
            </a:r>
            <a:r>
              <a:rPr lang="en-US" dirty="0" err="1"/>
              <a:t>rumahnya</a:t>
            </a:r>
            <a:r>
              <a:rPr lang="en-US" dirty="0"/>
              <a:t> yang </a:t>
            </a:r>
            <a:r>
              <a:rPr lang="en-US" dirty="0" err="1"/>
              <a:t>warnanya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warna</a:t>
            </a:r>
            <a:r>
              <a:rPr lang="en-US" dirty="0"/>
              <a:t> yang </a:t>
            </a:r>
            <a:r>
              <a:rPr lang="en-US" dirty="0" err="1"/>
              <a:t>disebutkan</a:t>
            </a:r>
            <a:r>
              <a:rPr lang="en-US" dirty="0"/>
              <a:t> oleh game master.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22869150"/>
      </p:ext>
    </p:extLst>
  </p:cSld>
  <p:clrMapOvr>
    <a:masterClrMapping/>
  </p:clrMapOvr>
</p:sld>
</file>

<file path=ppt/theme/theme1.xml><?xml version="1.0" encoding="utf-8"?>
<a:theme xmlns:a="http://schemas.openxmlformats.org/drawingml/2006/main" name="PrismaticVTI">
  <a:themeElements>
    <a:clrScheme name="Prismatic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42B3BD"/>
      </a:accent1>
      <a:accent2>
        <a:srgbClr val="51B851"/>
      </a:accent2>
      <a:accent3>
        <a:srgbClr val="B5A603"/>
      </a:accent3>
      <a:accent4>
        <a:srgbClr val="F58505"/>
      </a:accent4>
      <a:accent5>
        <a:srgbClr val="FA2481"/>
      </a:accent5>
      <a:accent6>
        <a:srgbClr val="9CA2AB"/>
      </a:accent6>
      <a:hlink>
        <a:srgbClr val="FA2481"/>
      </a:hlink>
      <a:folHlink>
        <a:srgbClr val="57618E"/>
      </a:folHlink>
    </a:clrScheme>
    <a:fontScheme name="Custom 166">
      <a:majorFont>
        <a:latin typeface="Aharon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ismaticVTI" id="{DA44D624-A564-4DE8-8446-0CD5C485C979}" vid="{8B2B1550-B69C-4156-BAEC-B2E559F94B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31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Aharoni</vt:lpstr>
      <vt:lpstr>Arial</vt:lpstr>
      <vt:lpstr>Avenir Next LT Pro</vt:lpstr>
      <vt:lpstr>PrismaticVTI</vt:lpstr>
      <vt:lpstr>Color Chase</vt:lpstr>
      <vt:lpstr>How to Play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Chase</dc:title>
  <dc:creator>izzudin abdurahman</dc:creator>
  <cp:lastModifiedBy>izzudin abdurahman</cp:lastModifiedBy>
  <cp:revision>1</cp:revision>
  <dcterms:created xsi:type="dcterms:W3CDTF">2021-10-11T02:32:55Z</dcterms:created>
  <dcterms:modified xsi:type="dcterms:W3CDTF">2021-10-11T03:43:49Z</dcterms:modified>
</cp:coreProperties>
</file>