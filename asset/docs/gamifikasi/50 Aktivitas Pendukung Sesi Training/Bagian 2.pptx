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Tomorrow" pitchFamily="2" charset="0"/>
      <p:regular r:id="rId23"/>
    </p:embeddedFont>
    <p:embeddedFont>
      <p:font typeface="Tomorrow Semi Bold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79399"/>
  </p:normalViewPr>
  <p:slideViewPr>
    <p:cSldViewPr snapToGrid="0" snapToObjects="1">
      <p:cViewPr varScale="1">
        <p:scale>
          <a:sx n="77" d="100"/>
          <a:sy n="77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60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tugas</a:t>
            </a:r>
            <a:r>
              <a:rPr lang="en-ID" dirty="0"/>
              <a:t> yang paling </a:t>
            </a:r>
            <a:r>
              <a:rPr lang="en-ID" dirty="0" err="1"/>
              <a:t>menyita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berdampak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workload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menurunkan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pemicu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hal</a:t>
            </a:r>
            <a:r>
              <a:rPr lang="en-ID" dirty="0"/>
              <a:t> yang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meredakan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Bagian </a:t>
            </a:r>
            <a:r>
              <a:rPr lang="en-ID" dirty="0" err="1"/>
              <a:t>cerita</a:t>
            </a:r>
            <a:r>
              <a:rPr lang="en-ID" dirty="0"/>
              <a:t> mana yang paling </a:t>
            </a:r>
            <a:r>
              <a:rPr lang="en-ID" dirty="0" err="1"/>
              <a:t>kuat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menyampaikan</a:t>
            </a:r>
            <a:r>
              <a:rPr lang="en-ID" dirty="0"/>
              <a:t> </a:t>
            </a:r>
            <a:r>
              <a:rPr lang="en-ID" dirty="0" err="1"/>
              <a:t>pesan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yang </a:t>
            </a:r>
            <a:r>
              <a:rPr lang="en-ID" dirty="0" err="1"/>
              <a:t>membantu</a:t>
            </a:r>
            <a:r>
              <a:rPr lang="en-ID" dirty="0"/>
              <a:t> ide </a:t>
            </a:r>
            <a:r>
              <a:rPr lang="en-ID" dirty="0" err="1"/>
              <a:t>keluar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ide yang “</a:t>
            </a:r>
            <a:r>
              <a:rPr lang="en-ID" dirty="0" err="1"/>
              <a:t>layak</a:t>
            </a:r>
            <a:r>
              <a:rPr lang="en-ID" dirty="0"/>
              <a:t>” </a:t>
            </a:r>
            <a:r>
              <a:rPr lang="en-ID" dirty="0" err="1"/>
              <a:t>dikembangkan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Aktivitas</a:t>
            </a:r>
            <a:r>
              <a:rPr lang="en-ID" dirty="0"/>
              <a:t> mana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dihilangkan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aktivitas</a:t>
            </a:r>
            <a:r>
              <a:rPr lang="en-ID" dirty="0"/>
              <a:t> high-impact?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emosi</a:t>
            </a:r>
            <a:r>
              <a:rPr lang="en-ID" dirty="0"/>
              <a:t> </a:t>
            </a:r>
            <a:r>
              <a:rPr lang="en-ID" dirty="0" err="1"/>
              <a:t>dominan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situasi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emosi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Keputusan strategi mana yang paling </a:t>
            </a:r>
            <a:r>
              <a:rPr lang="en-ID" dirty="0" err="1"/>
              <a:t>tepat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risiko</a:t>
            </a:r>
            <a:r>
              <a:rPr lang="en-ID" dirty="0"/>
              <a:t> yang </a:t>
            </a:r>
            <a:r>
              <a:rPr lang="en-ID" dirty="0" err="1"/>
              <a:t>dilewatkan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yang </a:t>
            </a:r>
            <a:r>
              <a:rPr lang="en-ID" dirty="0" err="1"/>
              <a:t>berdampak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memperbaiki</a:t>
            </a:r>
            <a:r>
              <a:rPr lang="en-ID" dirty="0"/>
              <a:t> SOP </a:t>
            </a:r>
            <a:r>
              <a:rPr lang="en-ID" dirty="0" err="1"/>
              <a:t>layanan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Variasi</a:t>
            </a:r>
            <a:r>
              <a:rPr lang="en-ID" dirty="0"/>
              <a:t> ide mana yang paling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?</a:t>
            </a:r>
          </a:p>
          <a:p>
            <a:r>
              <a:rPr lang="en-ID" dirty="0"/>
              <a:t>Apa yang </a:t>
            </a:r>
            <a:r>
              <a:rPr lang="en-ID" dirty="0" err="1"/>
              <a:t>menghambat</a:t>
            </a:r>
            <a:r>
              <a:rPr lang="en-ID" dirty="0"/>
              <a:t> </a:t>
            </a:r>
            <a:r>
              <a:rPr lang="en-ID" dirty="0" err="1"/>
              <a:t>kreativitas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Faktor </a:t>
            </a:r>
            <a:r>
              <a:rPr lang="en-ID" dirty="0" err="1"/>
              <a:t>apa</a:t>
            </a:r>
            <a:r>
              <a:rPr lang="en-ID" dirty="0"/>
              <a:t> yang paling </a:t>
            </a:r>
            <a:r>
              <a:rPr lang="en-ID" dirty="0" err="1"/>
              <a:t>memengaruhi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diberi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lama?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prinsip</a:t>
            </a:r>
            <a:r>
              <a:rPr lang="en-ID" dirty="0"/>
              <a:t> </a:t>
            </a:r>
            <a:r>
              <a:rPr lang="en-ID" dirty="0" err="1"/>
              <a:t>delegasi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tiap</a:t>
            </a:r>
            <a:r>
              <a:rPr lang="en-ID" dirty="0"/>
              <a:t> orang </a:t>
            </a:r>
            <a:r>
              <a:rPr lang="en-ID" dirty="0" err="1"/>
              <a:t>bermain</a:t>
            </a:r>
            <a:r>
              <a:rPr lang="en-ID" dirty="0"/>
              <a:t> di </a:t>
            </a:r>
            <a:r>
              <a:rPr lang="en-ID" dirty="0" err="1"/>
              <a:t>kekuatannya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Feedback mana yang paling </a:t>
            </a:r>
            <a:r>
              <a:rPr lang="en-ID" dirty="0" err="1"/>
              <a:t>membantu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perasaanmu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feedback?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mempraktikkannya</a:t>
            </a:r>
            <a:r>
              <a:rPr lang="en-ID" dirty="0"/>
              <a:t> di </a:t>
            </a:r>
            <a:r>
              <a:rPr lang="en-ID" dirty="0" err="1"/>
              <a:t>pekerjaan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penilaian</a:t>
            </a:r>
            <a:r>
              <a:rPr lang="en-ID" dirty="0"/>
              <a:t> </a:t>
            </a:r>
            <a:r>
              <a:rPr lang="en-ID" dirty="0" err="1"/>
              <a:t>objektif</a:t>
            </a:r>
            <a:r>
              <a:rPr lang="en-ID" dirty="0"/>
              <a:t>?</a:t>
            </a:r>
          </a:p>
          <a:p>
            <a:r>
              <a:rPr lang="en-ID" dirty="0" err="1"/>
              <a:t>Kriteria</a:t>
            </a:r>
            <a:r>
              <a:rPr lang="en-ID" dirty="0"/>
              <a:t> mana yang paling </a:t>
            </a:r>
            <a:r>
              <a:rPr lang="en-ID" dirty="0" err="1"/>
              <a:t>penting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awalnya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masalahnya</a:t>
            </a:r>
            <a:r>
              <a:rPr lang="en-ID" dirty="0"/>
              <a:t>?</a:t>
            </a:r>
          </a:p>
          <a:p>
            <a:r>
              <a:rPr lang="en-ID" dirty="0"/>
              <a:t>Solusi </a:t>
            </a:r>
            <a:r>
              <a:rPr lang="en-ID" dirty="0" err="1"/>
              <a:t>apa</a:t>
            </a:r>
            <a:r>
              <a:rPr lang="en-ID" dirty="0"/>
              <a:t> yang paling </a:t>
            </a:r>
            <a:r>
              <a:rPr lang="en-ID" dirty="0" err="1"/>
              <a:t>relevan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Tugas</a:t>
            </a:r>
            <a:r>
              <a:rPr lang="en-ID" dirty="0"/>
              <a:t> mana yang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menghabiskan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efisien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Peran mana yang paling </a:t>
            </a:r>
            <a:r>
              <a:rPr lang="en-ID" dirty="0" err="1"/>
              <a:t>sulit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insight </a:t>
            </a:r>
            <a:r>
              <a:rPr lang="en-ID" dirty="0" err="1"/>
              <a:t>tercepat</a:t>
            </a:r>
            <a:r>
              <a:rPr lang="en-ID" dirty="0"/>
              <a:t> yang </a:t>
            </a:r>
            <a:r>
              <a:rPr lang="en-ID" dirty="0" err="1"/>
              <a:t>muncul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SWOT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rapat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?</a:t>
            </a:r>
          </a:p>
          <a:p>
            <a:r>
              <a:rPr lang="en-ID" dirty="0" err="1"/>
              <a:t>Hambatan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muncul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bias </a:t>
            </a:r>
            <a:r>
              <a:rPr lang="en-ID" dirty="0" err="1"/>
              <a:t>memengaruhi</a:t>
            </a:r>
            <a:r>
              <a:rPr lang="en-ID" dirty="0"/>
              <a:t> </a:t>
            </a:r>
            <a:r>
              <a:rPr lang="en-ID" dirty="0" err="1"/>
              <a:t>peringkat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59179"/>
            <a:ext cx="6937046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Kumpulan </a:t>
            </a:r>
            <a:r>
              <a:rPr lang="en-US" sz="48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</a:t>
            </a:r>
            <a:r>
              <a:rPr lang="en-US" sz="4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48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pendukung</a:t>
            </a:r>
            <a:r>
              <a:rPr lang="en-US" sz="4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48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sesi</a:t>
            </a:r>
            <a:r>
              <a:rPr lang="en-US" sz="4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training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93790" y="4340304"/>
            <a:ext cx="6355155" cy="148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Bikin</a:t>
            </a: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training </a:t>
            </a:r>
            <a:r>
              <a:rPr lang="en-US" sz="36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kamu</a:t>
            </a: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impactful, </a:t>
            </a:r>
            <a:r>
              <a:rPr lang="en-US" sz="36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seru</a:t>
            </a: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dan </a:t>
            </a:r>
            <a:r>
              <a:rPr lang="en-US" sz="36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berwarna</a:t>
            </a: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(</a:t>
            </a:r>
            <a:r>
              <a:rPr lang="en-US" sz="36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bagian</a:t>
            </a: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2)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536258"/>
            <a:ext cx="24379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80098" y="1133594"/>
            <a:ext cx="8489871" cy="879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2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Productivity Activities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780098" y="2500432"/>
            <a:ext cx="2925604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0098" y="3068717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Meningkatkan efektivitas kerja &amp; produktivitas tim.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0098" y="3575685"/>
            <a:ext cx="24379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Contoh aktivitas: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0098" y="4075509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Menghilangkan hambatan kerja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0098" y="4455676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Optimasi alur tugas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0098" y="4835843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Menentukan high-impact tasks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60707" y="2500432"/>
            <a:ext cx="3042761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560707" y="3068717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Minta tim membuat daftar aktivitas kerja sehari-hari.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0707" y="3448883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Pilah: mana yang high-value vs low-value.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0707" y="3829050"/>
            <a:ext cx="6297216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cara mengurangi low-value tasks.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8" y="5435322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15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93790" y="1142643"/>
            <a:ext cx="9442847" cy="765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4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Conflict Resolution Exercises</a:t>
            </a:r>
            <a:endParaRPr lang="en-US" sz="4550" dirty="0"/>
          </a:p>
        </p:txBody>
      </p:sp>
      <p:sp>
        <p:nvSpPr>
          <p:cNvPr id="4" name="Text 2"/>
          <p:cNvSpPr/>
          <p:nvPr/>
        </p:nvSpPr>
        <p:spPr>
          <a:xfrm>
            <a:off x="793790" y="2161223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3790" y="2425065"/>
            <a:ext cx="4235172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2555081"/>
            <a:ext cx="210871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3790" y="2935010"/>
            <a:ext cx="4235172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kemampuan menyelesaikan konflik, memahami perspektif, dan mencapai solusi win–win.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97554" y="2161223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97554" y="2425065"/>
            <a:ext cx="4235172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97554" y="2555081"/>
            <a:ext cx="210871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⏱</a:t>
            </a: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Durasi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197554" y="2935010"/>
            <a:ext cx="423517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15–25 menit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319" y="2161223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319" y="2425065"/>
            <a:ext cx="4235291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319" y="2555081"/>
            <a:ext cx="219289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01319" y="2935010"/>
            <a:ext cx="423529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memberikan skenario konflik (misal: rebutan sumber daya tim).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319" y="3533775"/>
            <a:ext cx="423529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Dua pihak memerankan konflik, satu kelompok menjadi mediator.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319" y="4132540"/>
            <a:ext cx="423529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Mediator memandu diskusi: klarifikasi → kepentingan → opsi solusi.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319" y="4731306"/>
            <a:ext cx="423529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 merumuskan solusi netral.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1745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54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43313"/>
            <a:ext cx="8493562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Storytelling Activities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14086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726537"/>
            <a:ext cx="49265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komunikasi naratif, empati, dan penyampaian pesan yang jelas.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8485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2086" y="314086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212086" y="3726537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tema cerita (contoh: "hari paling menantang di kerja").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12086" y="4113490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menyusun cerita 1 menit.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12086" y="4500443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Cerita dibagikan secara berpasangan atau ke kelompok.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212086" y="4887397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lain menyimpulkan pesan inti yang mereka tangkap.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508159"/>
            <a:ext cx="2309813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9140" y="1074063"/>
            <a:ext cx="8240078" cy="82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Innovation Challenges</a:t>
            </a:r>
            <a:endParaRPr lang="en-US" sz="5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" y="2178487"/>
            <a:ext cx="6576060" cy="7391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3925" y="3102412"/>
            <a:ext cx="230981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23925" y="3509605"/>
            <a:ext cx="620649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Mengasah kreativitas dan kemampuan berpikir inovatif.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78487"/>
            <a:ext cx="6576060" cy="7391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9985" y="3102412"/>
            <a:ext cx="240232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499985" y="3509605"/>
            <a:ext cx="620649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objek atau masalah sederhana.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99985" y="3869888"/>
            <a:ext cx="6206490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harus menghasilkan solusi/ide sebanyak mungkin dalam 3 menit.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499985" y="4525804"/>
            <a:ext cx="620649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Pilih 1–2 ide untuk dijelaskan lebih detail.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99985" y="4886087"/>
            <a:ext cx="6206490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lain memberikan komentar positif + tambahan ide.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" y="5574387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8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04699"/>
            <a:ext cx="8439507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Productivity Mapping</a:t>
            </a:r>
            <a:endParaRPr lang="en-US" sz="5350" dirty="0"/>
          </a:p>
        </p:txBody>
      </p:sp>
      <p:sp>
        <p:nvSpPr>
          <p:cNvPr id="4" name="Shape 2"/>
          <p:cNvSpPr/>
          <p:nvPr/>
        </p:nvSpPr>
        <p:spPr>
          <a:xfrm>
            <a:off x="793790" y="2603897"/>
            <a:ext cx="6422231" cy="2319576"/>
          </a:xfrm>
          <a:prstGeom prst="roundRect">
            <a:avLst>
              <a:gd name="adj" fmla="val 128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2148" y="2802255"/>
            <a:ext cx="2480905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24671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Mengidentifikasi aktivitas bernilai tinggi vs rendah.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603897"/>
            <a:ext cx="6422231" cy="2319576"/>
          </a:xfrm>
          <a:prstGeom prst="roundRect">
            <a:avLst>
              <a:gd name="adj" fmla="val 128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2737" y="2802255"/>
            <a:ext cx="2580680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12737" y="324671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menuliskan aktivitas kerja harian.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12737" y="363366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Tandai: High Impact / Medium / Low Impact.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12737" y="402062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strategi mengurangi Low Impact Tasks.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12737" y="440757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Buat rencana 1 perubahan minggu depan.</a:t>
            </a:r>
            <a:endParaRPr lang="en-US" sz="15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6715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2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12443817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Emotional Intelligence Exercises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29957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Mengembangkan kesadaran diri, empati, dan pengaturan emosi.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602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4874" y="329957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64874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berikan situasi emosional (misal: ditegur atasan).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42722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menuliskan: Emosi — Pikiran — Respon.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465915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alternatif respon lebih konstruktif.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504610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Pasangan saling memberi insight.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829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26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155144"/>
            <a:ext cx="11419880" cy="808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4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Strategy Planning Mini-Workshop</a:t>
            </a:r>
            <a:endParaRPr lang="en-US" sz="4850" dirty="0"/>
          </a:p>
        </p:txBody>
      </p:sp>
      <p:sp>
        <p:nvSpPr>
          <p:cNvPr id="4" name="Shape 2"/>
          <p:cNvSpPr/>
          <p:nvPr/>
        </p:nvSpPr>
        <p:spPr>
          <a:xfrm>
            <a:off x="1061680" y="2677954"/>
            <a:ext cx="6164104" cy="178594"/>
          </a:xfrm>
          <a:prstGeom prst="roundRect">
            <a:avLst>
              <a:gd name="adj" fmla="val 150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2499360"/>
            <a:ext cx="535781" cy="535781"/>
          </a:xfrm>
          <a:prstGeom prst="roundRect">
            <a:avLst>
              <a:gd name="adj" fmla="val 8533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735" y="2633305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2383" y="3213735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7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2383" y="3607475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analisis strategi dan eksekusi cepat.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72388" y="2410063"/>
            <a:ext cx="6164104" cy="178594"/>
          </a:xfrm>
          <a:prstGeom prst="roundRect">
            <a:avLst>
              <a:gd name="adj" fmla="val 150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4497" y="2231469"/>
            <a:ext cx="535781" cy="535781"/>
          </a:xfrm>
          <a:prstGeom prst="roundRect">
            <a:avLst>
              <a:gd name="adj" fmla="val 8533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8442" y="2365415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3091" y="2945844"/>
            <a:ext cx="232290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7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83091" y="3339584"/>
            <a:ext cx="60749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 skenario: "target dicapai dalam 7 hari dengan sumber daya terbatas".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583091" y="3973592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 menyusun rencana: tujuan → langkah → risiko → solusi.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83091" y="4321850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Presentasi 2 menit per tim.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583091" y="4670108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lain memberi pertanyaan.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33531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2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12484894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Customer Experience Simulation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29957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Memahami perspektif pelanggan &amp; service excellence.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602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88480" y="329957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888480" y="3885247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peran: pelanggan vs staff.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88480" y="4272201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Pelanggan punya "masalah kecil", staff harus menyelesaikan cepat.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88480" y="4659154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Setelah simulasi, observer memberi insight.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88480" y="5046107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Bandingkan versi "layanan buruk" vs "layanan baik".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75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28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462207"/>
            <a:ext cx="7455575" cy="851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00"/>
              </a:lnSpc>
              <a:buNone/>
            </a:pPr>
            <a:r>
              <a:rPr lang="en-US" sz="5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Creativity Warm-Up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793790" y="2596277"/>
            <a:ext cx="6427113" cy="2250400"/>
          </a:xfrm>
          <a:prstGeom prst="roundRect">
            <a:avLst>
              <a:gd name="adj" fmla="val 12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126" y="2807613"/>
            <a:ext cx="2356842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05126" y="3230642"/>
            <a:ext cx="600444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Mengaktifkan sisi kreatif sebelum sesi brainstorming.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09378" y="2596277"/>
            <a:ext cx="6427232" cy="2250400"/>
          </a:xfrm>
          <a:prstGeom prst="roundRect">
            <a:avLst>
              <a:gd name="adj" fmla="val 125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714" y="2807613"/>
            <a:ext cx="2451854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20714" y="3230642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objek acak (pulpen, karet gelang, botol).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620714" y="3598307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harus menyebutkan 5 fungsi baru dari benda tersebut.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20714" y="3965972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Lanjutkan dengan tantangan 10 ide dalam 2 menit.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20714" y="4333637"/>
            <a:ext cx="6004560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ide paling unik.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58728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2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29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10990064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Quick Decision-Making Drills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29957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pengambilan keputusan cepat dengan informasi terbatas.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602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4874" y="329957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64874" y="388524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dilema cepat (misal: pilih vendor A/B, situasi darurat).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458974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hanya punya 10–15 detik untuk memutuskan.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49766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Diskusi: apa dasar pemilihan mereka?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53636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Bandingkan pendekatan satu sama lain.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997" y="557213"/>
            <a:ext cx="230314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6997" y="1121331"/>
            <a:ext cx="9388554" cy="832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Task Delegation Challenge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736997" y="2230279"/>
            <a:ext cx="6486049" cy="2948821"/>
          </a:xfrm>
          <a:prstGeom prst="roundRect">
            <a:avLst>
              <a:gd name="adj" fmla="val 9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1187" y="2414468"/>
            <a:ext cx="552688" cy="552688"/>
          </a:xfrm>
          <a:prstGeom prst="roundRect">
            <a:avLst>
              <a:gd name="adj" fmla="val 16542942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110" y="2566392"/>
            <a:ext cx="248722" cy="2487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1187" y="3151346"/>
            <a:ext cx="2763798" cy="360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21187" y="3622477"/>
            <a:ext cx="611766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kemampuan mendelegasikan tugas secara tepat.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07235" y="2230279"/>
            <a:ext cx="6486168" cy="2948821"/>
          </a:xfrm>
          <a:prstGeom prst="roundRect">
            <a:avLst>
              <a:gd name="adj" fmla="val 9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91425" y="2414468"/>
            <a:ext cx="552688" cy="552688"/>
          </a:xfrm>
          <a:prstGeom prst="roundRect">
            <a:avLst>
              <a:gd name="adj" fmla="val 16542942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43349" y="2566392"/>
            <a:ext cx="248722" cy="2487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1425" y="3151346"/>
            <a:ext cx="2875478" cy="360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591425" y="3622477"/>
            <a:ext cx="61177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daftar tugas yang harus diselesaikan dalam waktu singkat.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591425" y="3981688"/>
            <a:ext cx="61177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menentukan siapa mengerjakan apa (dengan alasan).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91425" y="4340900"/>
            <a:ext cx="61177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Mereka menjalankan simulasi "pengerjaan".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591425" y="4700111"/>
            <a:ext cx="61177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Evaluasi: apa tugas yang salah delegasi?</a:t>
            </a:r>
            <a:endParaRPr lang="en-US" sz="14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997" y="5386388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53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363147"/>
            <a:ext cx="10798373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Feedback Exchange Activity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2760702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346371"/>
            <a:ext cx="425029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kemampuan memberi &amp; menerima feedback secara konstruktif.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179808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⏱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Durasi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765477"/>
            <a:ext cx="42502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10–15 menit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35811" y="2760702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535811" y="3346371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berpasangan.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535811" y="3812738"/>
            <a:ext cx="8308300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topik (contoh: komunikasi, teamwork, meeting attitude).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535811" y="4676061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memberi feedback kepada B menggunakan format 3 bagian: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35811" y="5142428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Yang kamu lakukan baik adalah…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535811" y="5608796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Yang bisa ditingkatkan…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535811" y="6075164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Saran spesifiknya…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535811" y="6541532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Ganti peran.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535811" y="7007900"/>
            <a:ext cx="8308300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Pembahasan singkat di kelompok besar.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866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32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295519"/>
            <a:ext cx="8279963" cy="808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4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Decision Matrix Activity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793790" y="2371844"/>
            <a:ext cx="17859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3790" y="2652593"/>
            <a:ext cx="6432113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2787610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7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181350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pengambilan keputusan berdasarkan kriteria jelas.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4497" y="2371844"/>
            <a:ext cx="17859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4497" y="2652593"/>
            <a:ext cx="6432113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4497" y="2787610"/>
            <a:ext cx="232290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7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04497" y="3181350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peserta dilema pilihan (misal: memilih vendor, rencana proyek).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4497" y="3529608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tabel keputusan: </a:t>
            </a:r>
            <a:r>
              <a:rPr lang="en-US" sz="14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cost – impact – risk – urgency</a:t>
            </a: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4497" y="3877866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menilai tiap pilihan dalam skala 1–5.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4497" y="4226123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Total skor → tentukan pilihan terbaik.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4497" y="4574381"/>
            <a:ext cx="64321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menjelaskan alasan.</a:t>
            </a:r>
            <a:endParaRPr lang="en-US" sz="1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94935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62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474113"/>
            <a:ext cx="13042821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Root Cause Analysis (5-Why Activity)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727490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43131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Mengidentifikasi penyebab inti masalah (root cause).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5394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4874" y="3727490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64874" y="43131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masalah contoh: "Meeting selalu molor".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470011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bertanya "Kenapa?" sebanyak 5 kali.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508706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Setiap jawaban harus mengarah lebih dalam.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547401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Setelah menemukan akar masalah, buat solusi.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51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34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793790" y="1081326"/>
            <a:ext cx="5995154" cy="715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4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Workload Mapping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793790" y="2034659"/>
            <a:ext cx="6441996" cy="3135035"/>
          </a:xfrm>
          <a:prstGeom prst="roundRect">
            <a:avLst>
              <a:gd name="adj" fmla="val 3500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0930" y="2034659"/>
            <a:ext cx="91440" cy="3135035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3940" y="2216229"/>
            <a:ext cx="198465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3940" y="2567107"/>
            <a:ext cx="601027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Membantu peserta memahami beban kerja dan risiko bottleneck.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94496" y="2034659"/>
            <a:ext cx="6442115" cy="3135035"/>
          </a:xfrm>
          <a:prstGeom prst="roundRect">
            <a:avLst>
              <a:gd name="adj" fmla="val 3500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71636" y="2034659"/>
            <a:ext cx="91440" cy="3135035"/>
          </a:xfrm>
          <a:prstGeom prst="roundRect">
            <a:avLst>
              <a:gd name="adj" fmla="val 26046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44646" y="2216229"/>
            <a:ext cx="2064068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44646" y="2567107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membuat daftar semua tugas mingguan.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44646" y="2876669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Tandai mana tugas yang: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44646" y="3186232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effort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44646" y="3495794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Low effort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44646" y="3805357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High value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44646" y="4114919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Low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44646" y="4424482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Masukkan tugas ke dalam kuadran Effort–Value.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44646" y="4734044"/>
            <a:ext cx="601039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apa yang harus dihilangkan, delegasikan, atau diprioritaskan.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48287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2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7361039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Role Rotation Task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29957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560296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adaptability dan memahami perspektif peran lain.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602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88480" y="329957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888480" y="3885247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tim sebuah tugas kecil (misal membuat alur kerja).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88480" y="4272201"/>
            <a:ext cx="69556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Setiap anggota harus bekerja dengan "peran baru" berbeda dari peran sehari-hari.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88480" y="4976693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Jalankan 5–7 menit.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88480" y="5363647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Kembalikan peran asli dan refleksikan perbedaan pengalaman.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80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245870"/>
            <a:ext cx="8800267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Quick SWOT Challenge</a:t>
            </a:r>
            <a:endParaRPr lang="en-US" sz="5350" dirty="0"/>
          </a:p>
        </p:txBody>
      </p:sp>
      <p:sp>
        <p:nvSpPr>
          <p:cNvPr id="4" name="Shape 2"/>
          <p:cNvSpPr/>
          <p:nvPr/>
        </p:nvSpPr>
        <p:spPr>
          <a:xfrm>
            <a:off x="793790" y="2445068"/>
            <a:ext cx="6422231" cy="2637115"/>
          </a:xfrm>
          <a:prstGeom prst="roundRect">
            <a:avLst>
              <a:gd name="adj" fmla="val 11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2148" y="2643426"/>
            <a:ext cx="2480905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08788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berpikir strategis secara cepat.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445068"/>
            <a:ext cx="6422231" cy="2637115"/>
          </a:xfrm>
          <a:prstGeom prst="roundRect">
            <a:avLst>
              <a:gd name="adj" fmla="val 11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2737" y="2643426"/>
            <a:ext cx="2580680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12737" y="3087886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memberikan topik (produk, tim, atau proses kerja).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12737" y="3792379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membuat SWOT dalam waktu &lt; 5 menit.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12737" y="4179332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Presentasi ultra-singkat (30 detik).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12737" y="4566285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 lain memilih insight terbaik.</a:t>
            </a:r>
            <a:endParaRPr lang="en-US" sz="15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05425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42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7782163" cy="901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3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Meeting Simulation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29957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efektivitas rapat dan koordinasi.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6029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4874" y="329957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64874" y="388524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membuat skenario rapat: banyak agenda, waktu terbatas.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458974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memilih peran: moderator, pencatat, pengaju ide, pengkritik.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52942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Simulasikan rapat selama 5 menit.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568118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Evaluasi: waktu terbuang, konflik, keputusan.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519708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Aktivitas 38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56047" y="1098471"/>
            <a:ext cx="9047559" cy="85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00"/>
              </a:lnSpc>
              <a:buNone/>
            </a:pPr>
            <a:r>
              <a:rPr lang="en-US" sz="51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5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Blind Ranking Challenge</a:t>
            </a:r>
            <a:endParaRPr lang="en-US" sz="5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518648"/>
            <a:ext cx="6464618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4999" y="3274576"/>
            <a:ext cx="2362676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44999" y="3698438"/>
            <a:ext cx="60867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kolaborasi &amp; komunikasi tanpa bias.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17" y="2235160"/>
            <a:ext cx="6464737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98569" y="2991088"/>
            <a:ext cx="2458045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98569" y="3414951"/>
            <a:ext cx="60868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daftar item (misal: 10 prioritas proyek).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598569" y="3783449"/>
            <a:ext cx="60868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</a:t>
            </a:r>
            <a:r>
              <a:rPr lang="en-US" sz="14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tidak boleh berdiskusi</a:t>
            </a: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→ peringkatkan sendiri.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598569" y="4151947"/>
            <a:ext cx="60868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Setelah itu barulah diskusi untuk membuat ranking kelompok final.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598569" y="4822865"/>
            <a:ext cx="60868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Bandingkan ranking individu vs kelompok.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5526881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1403</Words>
  <Application>Microsoft Macintosh PowerPoint</Application>
  <PresentationFormat>Custom</PresentationFormat>
  <Paragraphs>273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Tomorrow Light</vt:lpstr>
      <vt:lpstr>Tomorrow Semi Bold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izzudin abdurahman</cp:lastModifiedBy>
  <cp:revision>3</cp:revision>
  <dcterms:created xsi:type="dcterms:W3CDTF">2025-12-06T15:43:28Z</dcterms:created>
  <dcterms:modified xsi:type="dcterms:W3CDTF">2025-12-06T16:12:42Z</dcterms:modified>
</cp:coreProperties>
</file>