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9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153E"/>
    <a:srgbClr val="ED70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9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F1C56-8A72-4858-851C-F15B634C74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5900" y="1122362"/>
            <a:ext cx="8609322" cy="3744209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1834EB-45A5-426C-824A-8F07CA8F6D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900" y="5230134"/>
            <a:ext cx="4610100" cy="942065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3D55F2-5374-4778-B1EE-98996792D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8/13/2021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4044F8-E727-4D63-B6D6-26482F83D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41F76-D956-4205-AD99-E91FD5FCC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684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11A1B-E09A-4F93-BC68-B160114AF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8C4A9-27ED-4E86-A256-5009E31342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defRPr/>
            </a:lvl2pPr>
            <a:lvl3pPr>
              <a:lnSpc>
                <a:spcPct val="120000"/>
              </a:lnSpc>
              <a:defRPr sz="1400"/>
            </a:lvl3pPr>
            <a:lvl4pPr>
              <a:lnSpc>
                <a:spcPct val="120000"/>
              </a:lnSpc>
              <a:defRPr sz="1200"/>
            </a:lvl4pPr>
            <a:lvl5pPr>
              <a:lnSpc>
                <a:spcPct val="120000"/>
              </a:lnSpc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5CF91C-8771-4949-A397-928A5743E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8/13/2021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EA0ED-4961-4254-B34E-71D14C4E0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497152-BD97-4A72-8B07-CD2BC57B8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646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4EAF4-C10D-4650-9587-15DA8E9F9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1368862"/>
            <a:ext cx="9486900" cy="367965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A1D5C2-6E93-4B23-A0CA-D5D7E735C7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9200" y="5318974"/>
            <a:ext cx="9486900" cy="85322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815BFB-5D28-4ABE-AD37-0C6C3FD94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8/13/2021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A4035B-0539-4A03-87C0-22E52C98B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327ADF-48C9-49CF-BD4D-82399BF64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157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1A2FB-0310-4935-B7F7-E47876CD4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87C14-52AB-4AAC-9038-29CF58EA6E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19200" y="2168278"/>
            <a:ext cx="4702921" cy="400868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B2E45A-DCC0-4701-9D67-EF56AECE34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9880" y="2168278"/>
            <a:ext cx="4782699" cy="400868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AF0813-A167-4D17-AA79-07BD9765F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8/13/2021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940D7-D4C1-4C24-95F3-29A849CEE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949AB7-007E-4D4D-A2C1-2C5C3310C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18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B0184-BDFD-48DE-B858-B81887BFD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65125"/>
            <a:ext cx="9753599" cy="157797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24FEB2-6EEC-49D4-9466-0F7A6EDB0C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9201" y="2109789"/>
            <a:ext cx="4507931" cy="837257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E8CF0-BAB6-4BF2-836F-FED0AF88A8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19201" y="3063530"/>
            <a:ext cx="4507930" cy="312613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0751AB-FCF0-450B-A6DF-9B9A2AD2C2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64867" y="2109789"/>
            <a:ext cx="4507932" cy="837257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3898E7-3130-4CE6-AA11-C9CC8214EA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64867" y="3063530"/>
            <a:ext cx="4507932" cy="312613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D85675-9678-4CB3-9AAB-D727D2B58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8/13/2021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5F8314-1849-461A-AAF2-BF149646D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69738E-5865-473C-BAFB-BDB385C06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390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7AC40-59FF-4CE3-B49C-C824A784C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65125"/>
            <a:ext cx="9493249" cy="157797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2FAB63-E9CE-4359-A54B-07AC7E9BB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8/13/2021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939854-5165-4C41-8DCA-D42DFD7D9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1768E0-4535-4B0D-8B94-4C10740B0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919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4678E3-D115-4E49-9ECB-656CF2319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8/13/2021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21E6FC-7F84-4673-81D6-B85FE26DA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80318A-245C-4841-AB57-CEC5CC124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789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F847B-9D86-47FF-B24A-EEA5F73EA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457200"/>
            <a:ext cx="3776472" cy="2852928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C0675-AD2F-44DC-8FF3-4454258A5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7582" y="987425"/>
            <a:ext cx="5948618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D96356-C0F0-4C22-B9B6-C7E0BE4F37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19200" y="3484210"/>
            <a:ext cx="3768934" cy="238477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3EFD71-2ACA-4041-9EA2-86E7B81C3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8/13/2021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ECACE3-32A8-4245-97AC-5797C147E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D63845-314D-499C-BB75-CE9162BE6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329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6D3DB-B1F8-4892-96F7-0BE21DE63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457200"/>
            <a:ext cx="3932349" cy="2852670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0AB405-B2E9-4C4B-930C-CF1B63342F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74810" y="657055"/>
            <a:ext cx="5831389" cy="55151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AF82ED-5295-4670-A3A8-B7813FF471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19199" y="3484210"/>
            <a:ext cx="3768934" cy="23768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8BCDD2-4389-41FA-BE68-6805E3290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8/13/2021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C1D4C8-D966-41BE-B38F-54B9134FF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A7339F-1169-4FB1-8FAA-781335ECB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089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A6D4F-1C6D-40FB-9A92-C86C4E15C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67BDDB-F95B-4041-AA53-71BBCB26D9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77052-C8EA-459E-9E10-8EE28C50E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8/13/2021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E6650-E3AD-4C98-88FE-F5152966F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54FED5-B228-4E3C-BFEE-0BC47D950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180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0A243A-5463-4C65-85DA-03BECDAE63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31898" y="897973"/>
            <a:ext cx="2674301" cy="5278989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10153C-6948-4108-8FF1-033F66D4CA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54169"/>
            <a:ext cx="7734300" cy="5322793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45988-B24C-46FE-87B0-55D4FB7CB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8/13/2021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AB2DB-BD1F-41F7-AC5E-57249C270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81E3DB-BDAB-40CA-ABA3-A3662C068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492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104591-A10E-46C3-952B-F25DCBDAD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65125"/>
            <a:ext cx="9493249" cy="15779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F77F62-7300-4B81-8F9B-D040A0EE17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9200" y="2318032"/>
            <a:ext cx="9493250" cy="38541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52CF0-2C7E-4A4C-BD7E-B7CEFF0DC4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1029207" y="4680813"/>
            <a:ext cx="275833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8C1E1FAD-7351-4908-963A-08EA8E4AB7A0}" type="datetimeFigureOut">
              <a:rPr lang="en-US" smtClean="0"/>
              <a:t>8/13/2021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49E98-61B4-4398-B18F-534336EA17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1112" y="6356350"/>
            <a:ext cx="55096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76DC5D-5820-4314-ADE6-9CD1C7D4AB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05482" y="6356350"/>
            <a:ext cx="11120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3F5135F-115E-423C-BE4A-B56C35DC9F3E}"/>
              </a:ext>
            </a:extLst>
          </p:cNvPr>
          <p:cNvGrpSpPr/>
          <p:nvPr/>
        </p:nvGrpSpPr>
        <p:grpSpPr>
          <a:xfrm>
            <a:off x="174436" y="6356005"/>
            <a:ext cx="358083" cy="358083"/>
            <a:chOff x="4135740" y="1745599"/>
            <a:chExt cx="558732" cy="558732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2C1E318-0F1F-4920-8C7D-FBAC66631B54}"/>
                </a:ext>
              </a:extLst>
            </p:cNvPr>
            <p:cNvGrpSpPr/>
            <p:nvPr/>
          </p:nvGrpSpPr>
          <p:grpSpPr>
            <a:xfrm>
              <a:off x="4135740" y="1745599"/>
              <a:ext cx="558732" cy="558732"/>
              <a:chOff x="1028007" y="1706560"/>
              <a:chExt cx="575710" cy="575710"/>
            </a:xfrm>
          </p:grpSpPr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DE4A7237-B6EB-4FB7-8B68-7C27438D47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84E00FDE-0838-4B5B-A782-6B6C92DB0A8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BC1B2F3-8E83-4A70-B103-979C67EECED1}"/>
                </a:ext>
              </a:extLst>
            </p:cNvPr>
            <p:cNvSpPr/>
            <p:nvPr/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39884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5" r:id="rId6"/>
    <p:sldLayoutId id="2147483680" r:id="rId7"/>
    <p:sldLayoutId id="2147483681" r:id="rId8"/>
    <p:sldLayoutId id="2147483682" r:id="rId9"/>
    <p:sldLayoutId id="2147483684" r:id="rId10"/>
    <p:sldLayoutId id="2147483683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4000" i="1" kern="1200">
          <a:solidFill>
            <a:srgbClr val="000000"/>
          </a:solidFill>
          <a:highlight>
            <a:srgbClr val="FFFF00"/>
          </a:highligh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Consolas" panose="020B0609020204030204" pitchFamily="49" charset="0"/>
        <a:buChar char="+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22960" indent="-228600" algn="l" defTabSz="914400" rtl="0" eaLnBrk="1" latinLnBrk="0" hangingPunct="1">
        <a:lnSpc>
          <a:spcPct val="120000"/>
        </a:lnSpc>
        <a:spcBef>
          <a:spcPts val="500"/>
        </a:spcBef>
        <a:buFont typeface="Consolas" panose="020B0609020204030204" pitchFamily="49" charset="0"/>
        <a:buChar char="+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058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ECB86E21-E2BD-408E-8E61-D30AB8715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29B38C0-3CC6-4B41-93F3-C479D22DD2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8984" y="510362"/>
            <a:ext cx="11174866" cy="5426887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69A070B3-8EC2-413C-B782-253BA2546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73638" y="-2246659"/>
            <a:ext cx="5200368" cy="10916487"/>
          </a:xfrm>
          <a:custGeom>
            <a:avLst/>
            <a:gdLst>
              <a:gd name="connsiteX0" fmla="*/ 0 w 4123786"/>
              <a:gd name="connsiteY0" fmla="*/ 7915797 h 10695515"/>
              <a:gd name="connsiteX1" fmla="*/ 7600 w 4123786"/>
              <a:gd name="connsiteY1" fmla="*/ 7873197 h 10695515"/>
              <a:gd name="connsiteX2" fmla="*/ 4439 w 4123786"/>
              <a:gd name="connsiteY2" fmla="*/ 7844441 h 10695515"/>
              <a:gd name="connsiteX3" fmla="*/ 12582 w 4123786"/>
              <a:gd name="connsiteY3" fmla="*/ 7790887 h 10695515"/>
              <a:gd name="connsiteX4" fmla="*/ 20085 w 4123786"/>
              <a:gd name="connsiteY4" fmla="*/ 7712540 h 10695515"/>
              <a:gd name="connsiteX5" fmla="*/ 28081 w 4123786"/>
              <a:gd name="connsiteY5" fmla="*/ 7658609 h 10695515"/>
              <a:gd name="connsiteX6" fmla="*/ 30530 w 4123786"/>
              <a:gd name="connsiteY6" fmla="*/ 7648210 h 10695515"/>
              <a:gd name="connsiteX7" fmla="*/ 30530 w 4123786"/>
              <a:gd name="connsiteY7" fmla="*/ 7295316 h 10695515"/>
              <a:gd name="connsiteX8" fmla="*/ 27793 w 4123786"/>
              <a:gd name="connsiteY8" fmla="*/ 7269284 h 10695515"/>
              <a:gd name="connsiteX9" fmla="*/ 30530 w 4123786"/>
              <a:gd name="connsiteY9" fmla="*/ 7181458 h 10695515"/>
              <a:gd name="connsiteX10" fmla="*/ 26802 w 4123786"/>
              <a:gd name="connsiteY10" fmla="*/ 7168704 h 10695515"/>
              <a:gd name="connsiteX11" fmla="*/ 30530 w 4123786"/>
              <a:gd name="connsiteY11" fmla="*/ 7082840 h 10695515"/>
              <a:gd name="connsiteX12" fmla="*/ 27363 w 4123786"/>
              <a:gd name="connsiteY12" fmla="*/ 6988764 h 10695515"/>
              <a:gd name="connsiteX13" fmla="*/ 18853 w 4123786"/>
              <a:gd name="connsiteY13" fmla="*/ 6981739 h 10695515"/>
              <a:gd name="connsiteX14" fmla="*/ 18106 w 4123786"/>
              <a:gd name="connsiteY14" fmla="*/ 6961107 h 10695515"/>
              <a:gd name="connsiteX15" fmla="*/ 18269 w 4123786"/>
              <a:gd name="connsiteY15" fmla="*/ 6928626 h 10695515"/>
              <a:gd name="connsiteX16" fmla="*/ 27200 w 4123786"/>
              <a:gd name="connsiteY16" fmla="*/ 6855869 h 10695515"/>
              <a:gd name="connsiteX17" fmla="*/ 21919 w 4123786"/>
              <a:gd name="connsiteY17" fmla="*/ 40543 h 10695515"/>
              <a:gd name="connsiteX18" fmla="*/ 47162 w 4123786"/>
              <a:gd name="connsiteY18" fmla="*/ 4670 h 10695515"/>
              <a:gd name="connsiteX19" fmla="*/ 68017 w 4123786"/>
              <a:gd name="connsiteY19" fmla="*/ 37 h 10695515"/>
              <a:gd name="connsiteX20" fmla="*/ 447590 w 4123786"/>
              <a:gd name="connsiteY20" fmla="*/ 32 h 10695515"/>
              <a:gd name="connsiteX21" fmla="*/ 486033 w 4123786"/>
              <a:gd name="connsiteY21" fmla="*/ 31 h 10695515"/>
              <a:gd name="connsiteX22" fmla="*/ 486094 w 4123786"/>
              <a:gd name="connsiteY22" fmla="*/ 0 h 10695515"/>
              <a:gd name="connsiteX23" fmla="*/ 4090259 w 4123786"/>
              <a:gd name="connsiteY23" fmla="*/ 0 h 10695515"/>
              <a:gd name="connsiteX24" fmla="*/ 4123786 w 4123786"/>
              <a:gd name="connsiteY24" fmla="*/ 33528 h 10695515"/>
              <a:gd name="connsiteX25" fmla="*/ 4123786 w 4123786"/>
              <a:gd name="connsiteY25" fmla="*/ 2779490 h 10695515"/>
              <a:gd name="connsiteX26" fmla="*/ 4123785 w 4123786"/>
              <a:gd name="connsiteY26" fmla="*/ 2779492 h 10695515"/>
              <a:gd name="connsiteX27" fmla="*/ 4123785 w 4123786"/>
              <a:gd name="connsiteY27" fmla="*/ 3099544 h 10695515"/>
              <a:gd name="connsiteX28" fmla="*/ 4123785 w 4123786"/>
              <a:gd name="connsiteY28" fmla="*/ 4850102 h 10695515"/>
              <a:gd name="connsiteX29" fmla="*/ 4123786 w 4123786"/>
              <a:gd name="connsiteY29" fmla="*/ 4850104 h 10695515"/>
              <a:gd name="connsiteX30" fmla="*/ 4123786 w 4123786"/>
              <a:gd name="connsiteY30" fmla="*/ 7596066 h 10695515"/>
              <a:gd name="connsiteX31" fmla="*/ 4123785 w 4123786"/>
              <a:gd name="connsiteY31" fmla="*/ 7596068 h 10695515"/>
              <a:gd name="connsiteX32" fmla="*/ 4123785 w 4123786"/>
              <a:gd name="connsiteY32" fmla="*/ 7916119 h 10695515"/>
              <a:gd name="connsiteX33" fmla="*/ 4123785 w 4123786"/>
              <a:gd name="connsiteY33" fmla="*/ 10239915 h 10695515"/>
              <a:gd name="connsiteX34" fmla="*/ 4123785 w 4123786"/>
              <a:gd name="connsiteY34" fmla="*/ 10662081 h 10695515"/>
              <a:gd name="connsiteX35" fmla="*/ 4090258 w 4123786"/>
              <a:gd name="connsiteY35" fmla="*/ 10695514 h 10695515"/>
              <a:gd name="connsiteX36" fmla="*/ 4072751 w 4123786"/>
              <a:gd name="connsiteY36" fmla="*/ 10695514 h 10695515"/>
              <a:gd name="connsiteX37" fmla="*/ 4072751 w 4123786"/>
              <a:gd name="connsiteY37" fmla="*/ 10695515 h 10695515"/>
              <a:gd name="connsiteX38" fmla="*/ 3145747 w 4123786"/>
              <a:gd name="connsiteY38" fmla="*/ 10695515 h 10695515"/>
              <a:gd name="connsiteX39" fmla="*/ 2810340 w 4123786"/>
              <a:gd name="connsiteY39" fmla="*/ 10695515 h 10695515"/>
              <a:gd name="connsiteX40" fmla="*/ 68003 w 4123786"/>
              <a:gd name="connsiteY40" fmla="*/ 10695515 h 10695515"/>
              <a:gd name="connsiteX41" fmla="*/ 30530 w 4123786"/>
              <a:gd name="connsiteY41" fmla="*/ 10659953 h 10695515"/>
              <a:gd name="connsiteX42" fmla="*/ 30530 w 4123786"/>
              <a:gd name="connsiteY42" fmla="*/ 9043781 h 10695515"/>
              <a:gd name="connsiteX43" fmla="*/ 19986 w 4123786"/>
              <a:gd name="connsiteY43" fmla="*/ 8991028 h 10695515"/>
              <a:gd name="connsiteX44" fmla="*/ 30530 w 4123786"/>
              <a:gd name="connsiteY44" fmla="*/ 8936768 h 10695515"/>
              <a:gd name="connsiteX45" fmla="*/ 30530 w 4123786"/>
              <a:gd name="connsiteY45" fmla="*/ 8213677 h 10695515"/>
              <a:gd name="connsiteX46" fmla="*/ 30530 w 4123786"/>
              <a:gd name="connsiteY46" fmla="*/ 8117697 h 10695515"/>
              <a:gd name="connsiteX47" fmla="*/ 19292 w 4123786"/>
              <a:gd name="connsiteY47" fmla="*/ 8064088 h 10695515"/>
              <a:gd name="connsiteX48" fmla="*/ 6414 w 4123786"/>
              <a:gd name="connsiteY48" fmla="*/ 8009276 h 10695515"/>
              <a:gd name="connsiteX49" fmla="*/ 862 w 4123786"/>
              <a:gd name="connsiteY49" fmla="*/ 7956458 h 10695515"/>
              <a:gd name="connsiteX0" fmla="*/ 0 w 4123786"/>
              <a:gd name="connsiteY0" fmla="*/ 7915797 h 10695515"/>
              <a:gd name="connsiteX1" fmla="*/ 7600 w 4123786"/>
              <a:gd name="connsiteY1" fmla="*/ 7873197 h 10695515"/>
              <a:gd name="connsiteX2" fmla="*/ 4439 w 4123786"/>
              <a:gd name="connsiteY2" fmla="*/ 7844441 h 10695515"/>
              <a:gd name="connsiteX3" fmla="*/ 12582 w 4123786"/>
              <a:gd name="connsiteY3" fmla="*/ 7790887 h 10695515"/>
              <a:gd name="connsiteX4" fmla="*/ 20085 w 4123786"/>
              <a:gd name="connsiteY4" fmla="*/ 7712540 h 10695515"/>
              <a:gd name="connsiteX5" fmla="*/ 28081 w 4123786"/>
              <a:gd name="connsiteY5" fmla="*/ 7658609 h 10695515"/>
              <a:gd name="connsiteX6" fmla="*/ 30530 w 4123786"/>
              <a:gd name="connsiteY6" fmla="*/ 7648210 h 10695515"/>
              <a:gd name="connsiteX7" fmla="*/ 30530 w 4123786"/>
              <a:gd name="connsiteY7" fmla="*/ 7295316 h 10695515"/>
              <a:gd name="connsiteX8" fmla="*/ 27793 w 4123786"/>
              <a:gd name="connsiteY8" fmla="*/ 7269284 h 10695515"/>
              <a:gd name="connsiteX9" fmla="*/ 30530 w 4123786"/>
              <a:gd name="connsiteY9" fmla="*/ 7181458 h 10695515"/>
              <a:gd name="connsiteX10" fmla="*/ 26802 w 4123786"/>
              <a:gd name="connsiteY10" fmla="*/ 7168704 h 10695515"/>
              <a:gd name="connsiteX11" fmla="*/ 30530 w 4123786"/>
              <a:gd name="connsiteY11" fmla="*/ 7082840 h 10695515"/>
              <a:gd name="connsiteX12" fmla="*/ 27363 w 4123786"/>
              <a:gd name="connsiteY12" fmla="*/ 6988764 h 10695515"/>
              <a:gd name="connsiteX13" fmla="*/ 18853 w 4123786"/>
              <a:gd name="connsiteY13" fmla="*/ 6981739 h 10695515"/>
              <a:gd name="connsiteX14" fmla="*/ 18106 w 4123786"/>
              <a:gd name="connsiteY14" fmla="*/ 6961107 h 10695515"/>
              <a:gd name="connsiteX15" fmla="*/ 18269 w 4123786"/>
              <a:gd name="connsiteY15" fmla="*/ 6928626 h 10695515"/>
              <a:gd name="connsiteX16" fmla="*/ 27200 w 4123786"/>
              <a:gd name="connsiteY16" fmla="*/ 6855869 h 10695515"/>
              <a:gd name="connsiteX17" fmla="*/ 21919 w 4123786"/>
              <a:gd name="connsiteY17" fmla="*/ 40543 h 10695515"/>
              <a:gd name="connsiteX18" fmla="*/ 47162 w 4123786"/>
              <a:gd name="connsiteY18" fmla="*/ 4670 h 10695515"/>
              <a:gd name="connsiteX19" fmla="*/ 68017 w 4123786"/>
              <a:gd name="connsiteY19" fmla="*/ 37 h 10695515"/>
              <a:gd name="connsiteX20" fmla="*/ 447590 w 4123786"/>
              <a:gd name="connsiteY20" fmla="*/ 32 h 10695515"/>
              <a:gd name="connsiteX21" fmla="*/ 486033 w 4123786"/>
              <a:gd name="connsiteY21" fmla="*/ 31 h 10695515"/>
              <a:gd name="connsiteX22" fmla="*/ 486094 w 4123786"/>
              <a:gd name="connsiteY22" fmla="*/ 0 h 10695515"/>
              <a:gd name="connsiteX23" fmla="*/ 4090259 w 4123786"/>
              <a:gd name="connsiteY23" fmla="*/ 0 h 10695515"/>
              <a:gd name="connsiteX24" fmla="*/ 4123786 w 4123786"/>
              <a:gd name="connsiteY24" fmla="*/ 33528 h 10695515"/>
              <a:gd name="connsiteX25" fmla="*/ 4123786 w 4123786"/>
              <a:gd name="connsiteY25" fmla="*/ 2779490 h 10695515"/>
              <a:gd name="connsiteX26" fmla="*/ 4123785 w 4123786"/>
              <a:gd name="connsiteY26" fmla="*/ 2779492 h 10695515"/>
              <a:gd name="connsiteX27" fmla="*/ 4123785 w 4123786"/>
              <a:gd name="connsiteY27" fmla="*/ 3099544 h 10695515"/>
              <a:gd name="connsiteX28" fmla="*/ 4123785 w 4123786"/>
              <a:gd name="connsiteY28" fmla="*/ 4850102 h 10695515"/>
              <a:gd name="connsiteX29" fmla="*/ 4123786 w 4123786"/>
              <a:gd name="connsiteY29" fmla="*/ 4850104 h 10695515"/>
              <a:gd name="connsiteX30" fmla="*/ 4123786 w 4123786"/>
              <a:gd name="connsiteY30" fmla="*/ 7596066 h 10695515"/>
              <a:gd name="connsiteX31" fmla="*/ 4123785 w 4123786"/>
              <a:gd name="connsiteY31" fmla="*/ 7596068 h 10695515"/>
              <a:gd name="connsiteX32" fmla="*/ 4123785 w 4123786"/>
              <a:gd name="connsiteY32" fmla="*/ 7916119 h 10695515"/>
              <a:gd name="connsiteX33" fmla="*/ 4123785 w 4123786"/>
              <a:gd name="connsiteY33" fmla="*/ 10239915 h 10695515"/>
              <a:gd name="connsiteX34" fmla="*/ 4123785 w 4123786"/>
              <a:gd name="connsiteY34" fmla="*/ 10662081 h 10695515"/>
              <a:gd name="connsiteX35" fmla="*/ 4090258 w 4123786"/>
              <a:gd name="connsiteY35" fmla="*/ 10695514 h 10695515"/>
              <a:gd name="connsiteX36" fmla="*/ 4072751 w 4123786"/>
              <a:gd name="connsiteY36" fmla="*/ 10695514 h 10695515"/>
              <a:gd name="connsiteX37" fmla="*/ 4072751 w 4123786"/>
              <a:gd name="connsiteY37" fmla="*/ 10695515 h 10695515"/>
              <a:gd name="connsiteX38" fmla="*/ 3145747 w 4123786"/>
              <a:gd name="connsiteY38" fmla="*/ 10695515 h 10695515"/>
              <a:gd name="connsiteX39" fmla="*/ 68003 w 4123786"/>
              <a:gd name="connsiteY39" fmla="*/ 10695515 h 10695515"/>
              <a:gd name="connsiteX40" fmla="*/ 30530 w 4123786"/>
              <a:gd name="connsiteY40" fmla="*/ 10659953 h 10695515"/>
              <a:gd name="connsiteX41" fmla="*/ 30530 w 4123786"/>
              <a:gd name="connsiteY41" fmla="*/ 9043781 h 10695515"/>
              <a:gd name="connsiteX42" fmla="*/ 19986 w 4123786"/>
              <a:gd name="connsiteY42" fmla="*/ 8991028 h 10695515"/>
              <a:gd name="connsiteX43" fmla="*/ 30530 w 4123786"/>
              <a:gd name="connsiteY43" fmla="*/ 8936768 h 10695515"/>
              <a:gd name="connsiteX44" fmla="*/ 30530 w 4123786"/>
              <a:gd name="connsiteY44" fmla="*/ 8213677 h 10695515"/>
              <a:gd name="connsiteX45" fmla="*/ 30530 w 4123786"/>
              <a:gd name="connsiteY45" fmla="*/ 8117697 h 10695515"/>
              <a:gd name="connsiteX46" fmla="*/ 19292 w 4123786"/>
              <a:gd name="connsiteY46" fmla="*/ 8064088 h 10695515"/>
              <a:gd name="connsiteX47" fmla="*/ 6414 w 4123786"/>
              <a:gd name="connsiteY47" fmla="*/ 8009276 h 10695515"/>
              <a:gd name="connsiteX48" fmla="*/ 862 w 4123786"/>
              <a:gd name="connsiteY48" fmla="*/ 7956458 h 10695515"/>
              <a:gd name="connsiteX49" fmla="*/ 0 w 4123786"/>
              <a:gd name="connsiteY49" fmla="*/ 7915797 h 10695515"/>
              <a:gd name="connsiteX0" fmla="*/ 0 w 4123786"/>
              <a:gd name="connsiteY0" fmla="*/ 7915797 h 10695515"/>
              <a:gd name="connsiteX1" fmla="*/ 7600 w 4123786"/>
              <a:gd name="connsiteY1" fmla="*/ 7873197 h 10695515"/>
              <a:gd name="connsiteX2" fmla="*/ 4439 w 4123786"/>
              <a:gd name="connsiteY2" fmla="*/ 7844441 h 10695515"/>
              <a:gd name="connsiteX3" fmla="*/ 12582 w 4123786"/>
              <a:gd name="connsiteY3" fmla="*/ 7790887 h 10695515"/>
              <a:gd name="connsiteX4" fmla="*/ 20085 w 4123786"/>
              <a:gd name="connsiteY4" fmla="*/ 7712540 h 10695515"/>
              <a:gd name="connsiteX5" fmla="*/ 28081 w 4123786"/>
              <a:gd name="connsiteY5" fmla="*/ 7658609 h 10695515"/>
              <a:gd name="connsiteX6" fmla="*/ 30530 w 4123786"/>
              <a:gd name="connsiteY6" fmla="*/ 7648210 h 10695515"/>
              <a:gd name="connsiteX7" fmla="*/ 30530 w 4123786"/>
              <a:gd name="connsiteY7" fmla="*/ 7295316 h 10695515"/>
              <a:gd name="connsiteX8" fmla="*/ 27793 w 4123786"/>
              <a:gd name="connsiteY8" fmla="*/ 7269284 h 10695515"/>
              <a:gd name="connsiteX9" fmla="*/ 30530 w 4123786"/>
              <a:gd name="connsiteY9" fmla="*/ 7181458 h 10695515"/>
              <a:gd name="connsiteX10" fmla="*/ 26802 w 4123786"/>
              <a:gd name="connsiteY10" fmla="*/ 7168704 h 10695515"/>
              <a:gd name="connsiteX11" fmla="*/ 30530 w 4123786"/>
              <a:gd name="connsiteY11" fmla="*/ 7082840 h 10695515"/>
              <a:gd name="connsiteX12" fmla="*/ 27363 w 4123786"/>
              <a:gd name="connsiteY12" fmla="*/ 6988764 h 10695515"/>
              <a:gd name="connsiteX13" fmla="*/ 18853 w 4123786"/>
              <a:gd name="connsiteY13" fmla="*/ 6981739 h 10695515"/>
              <a:gd name="connsiteX14" fmla="*/ 18106 w 4123786"/>
              <a:gd name="connsiteY14" fmla="*/ 6961107 h 10695515"/>
              <a:gd name="connsiteX15" fmla="*/ 18269 w 4123786"/>
              <a:gd name="connsiteY15" fmla="*/ 6928626 h 10695515"/>
              <a:gd name="connsiteX16" fmla="*/ 27200 w 4123786"/>
              <a:gd name="connsiteY16" fmla="*/ 6855869 h 10695515"/>
              <a:gd name="connsiteX17" fmla="*/ 21919 w 4123786"/>
              <a:gd name="connsiteY17" fmla="*/ 40543 h 10695515"/>
              <a:gd name="connsiteX18" fmla="*/ 47162 w 4123786"/>
              <a:gd name="connsiteY18" fmla="*/ 4670 h 10695515"/>
              <a:gd name="connsiteX19" fmla="*/ 68017 w 4123786"/>
              <a:gd name="connsiteY19" fmla="*/ 37 h 10695515"/>
              <a:gd name="connsiteX20" fmla="*/ 447590 w 4123786"/>
              <a:gd name="connsiteY20" fmla="*/ 32 h 10695515"/>
              <a:gd name="connsiteX21" fmla="*/ 486033 w 4123786"/>
              <a:gd name="connsiteY21" fmla="*/ 31 h 10695515"/>
              <a:gd name="connsiteX22" fmla="*/ 486094 w 4123786"/>
              <a:gd name="connsiteY22" fmla="*/ 0 h 10695515"/>
              <a:gd name="connsiteX23" fmla="*/ 4090259 w 4123786"/>
              <a:gd name="connsiteY23" fmla="*/ 0 h 10695515"/>
              <a:gd name="connsiteX24" fmla="*/ 4123786 w 4123786"/>
              <a:gd name="connsiteY24" fmla="*/ 33528 h 10695515"/>
              <a:gd name="connsiteX25" fmla="*/ 4123786 w 4123786"/>
              <a:gd name="connsiteY25" fmla="*/ 2779490 h 10695515"/>
              <a:gd name="connsiteX26" fmla="*/ 4123785 w 4123786"/>
              <a:gd name="connsiteY26" fmla="*/ 2779492 h 10695515"/>
              <a:gd name="connsiteX27" fmla="*/ 4123785 w 4123786"/>
              <a:gd name="connsiteY27" fmla="*/ 3099544 h 10695515"/>
              <a:gd name="connsiteX28" fmla="*/ 4123785 w 4123786"/>
              <a:gd name="connsiteY28" fmla="*/ 4850102 h 10695515"/>
              <a:gd name="connsiteX29" fmla="*/ 4123786 w 4123786"/>
              <a:gd name="connsiteY29" fmla="*/ 4850104 h 10695515"/>
              <a:gd name="connsiteX30" fmla="*/ 4123786 w 4123786"/>
              <a:gd name="connsiteY30" fmla="*/ 7596066 h 10695515"/>
              <a:gd name="connsiteX31" fmla="*/ 4123785 w 4123786"/>
              <a:gd name="connsiteY31" fmla="*/ 7916119 h 10695515"/>
              <a:gd name="connsiteX32" fmla="*/ 4123785 w 4123786"/>
              <a:gd name="connsiteY32" fmla="*/ 10239915 h 10695515"/>
              <a:gd name="connsiteX33" fmla="*/ 4123785 w 4123786"/>
              <a:gd name="connsiteY33" fmla="*/ 10662081 h 10695515"/>
              <a:gd name="connsiteX34" fmla="*/ 4090258 w 4123786"/>
              <a:gd name="connsiteY34" fmla="*/ 10695514 h 10695515"/>
              <a:gd name="connsiteX35" fmla="*/ 4072751 w 4123786"/>
              <a:gd name="connsiteY35" fmla="*/ 10695514 h 10695515"/>
              <a:gd name="connsiteX36" fmla="*/ 4072751 w 4123786"/>
              <a:gd name="connsiteY36" fmla="*/ 10695515 h 10695515"/>
              <a:gd name="connsiteX37" fmla="*/ 3145747 w 4123786"/>
              <a:gd name="connsiteY37" fmla="*/ 10695515 h 10695515"/>
              <a:gd name="connsiteX38" fmla="*/ 68003 w 4123786"/>
              <a:gd name="connsiteY38" fmla="*/ 10695515 h 10695515"/>
              <a:gd name="connsiteX39" fmla="*/ 30530 w 4123786"/>
              <a:gd name="connsiteY39" fmla="*/ 10659953 h 10695515"/>
              <a:gd name="connsiteX40" fmla="*/ 30530 w 4123786"/>
              <a:gd name="connsiteY40" fmla="*/ 9043781 h 10695515"/>
              <a:gd name="connsiteX41" fmla="*/ 19986 w 4123786"/>
              <a:gd name="connsiteY41" fmla="*/ 8991028 h 10695515"/>
              <a:gd name="connsiteX42" fmla="*/ 30530 w 4123786"/>
              <a:gd name="connsiteY42" fmla="*/ 8936768 h 10695515"/>
              <a:gd name="connsiteX43" fmla="*/ 30530 w 4123786"/>
              <a:gd name="connsiteY43" fmla="*/ 8213677 h 10695515"/>
              <a:gd name="connsiteX44" fmla="*/ 30530 w 4123786"/>
              <a:gd name="connsiteY44" fmla="*/ 8117697 h 10695515"/>
              <a:gd name="connsiteX45" fmla="*/ 19292 w 4123786"/>
              <a:gd name="connsiteY45" fmla="*/ 8064088 h 10695515"/>
              <a:gd name="connsiteX46" fmla="*/ 6414 w 4123786"/>
              <a:gd name="connsiteY46" fmla="*/ 8009276 h 10695515"/>
              <a:gd name="connsiteX47" fmla="*/ 862 w 4123786"/>
              <a:gd name="connsiteY47" fmla="*/ 7956458 h 10695515"/>
              <a:gd name="connsiteX48" fmla="*/ 0 w 4123786"/>
              <a:gd name="connsiteY48" fmla="*/ 7915797 h 10695515"/>
              <a:gd name="connsiteX0" fmla="*/ 0 w 4123786"/>
              <a:gd name="connsiteY0" fmla="*/ 7915797 h 10695515"/>
              <a:gd name="connsiteX1" fmla="*/ 7600 w 4123786"/>
              <a:gd name="connsiteY1" fmla="*/ 7873197 h 10695515"/>
              <a:gd name="connsiteX2" fmla="*/ 4439 w 4123786"/>
              <a:gd name="connsiteY2" fmla="*/ 7844441 h 10695515"/>
              <a:gd name="connsiteX3" fmla="*/ 12582 w 4123786"/>
              <a:gd name="connsiteY3" fmla="*/ 7790887 h 10695515"/>
              <a:gd name="connsiteX4" fmla="*/ 20085 w 4123786"/>
              <a:gd name="connsiteY4" fmla="*/ 7712540 h 10695515"/>
              <a:gd name="connsiteX5" fmla="*/ 28081 w 4123786"/>
              <a:gd name="connsiteY5" fmla="*/ 7658609 h 10695515"/>
              <a:gd name="connsiteX6" fmla="*/ 30530 w 4123786"/>
              <a:gd name="connsiteY6" fmla="*/ 7648210 h 10695515"/>
              <a:gd name="connsiteX7" fmla="*/ 30530 w 4123786"/>
              <a:gd name="connsiteY7" fmla="*/ 7295316 h 10695515"/>
              <a:gd name="connsiteX8" fmla="*/ 27793 w 4123786"/>
              <a:gd name="connsiteY8" fmla="*/ 7269284 h 10695515"/>
              <a:gd name="connsiteX9" fmla="*/ 30530 w 4123786"/>
              <a:gd name="connsiteY9" fmla="*/ 7181458 h 10695515"/>
              <a:gd name="connsiteX10" fmla="*/ 26802 w 4123786"/>
              <a:gd name="connsiteY10" fmla="*/ 7168704 h 10695515"/>
              <a:gd name="connsiteX11" fmla="*/ 30530 w 4123786"/>
              <a:gd name="connsiteY11" fmla="*/ 7082840 h 10695515"/>
              <a:gd name="connsiteX12" fmla="*/ 27363 w 4123786"/>
              <a:gd name="connsiteY12" fmla="*/ 6988764 h 10695515"/>
              <a:gd name="connsiteX13" fmla="*/ 18853 w 4123786"/>
              <a:gd name="connsiteY13" fmla="*/ 6981739 h 10695515"/>
              <a:gd name="connsiteX14" fmla="*/ 18106 w 4123786"/>
              <a:gd name="connsiteY14" fmla="*/ 6961107 h 10695515"/>
              <a:gd name="connsiteX15" fmla="*/ 18269 w 4123786"/>
              <a:gd name="connsiteY15" fmla="*/ 6928626 h 10695515"/>
              <a:gd name="connsiteX16" fmla="*/ 27200 w 4123786"/>
              <a:gd name="connsiteY16" fmla="*/ 6855869 h 10695515"/>
              <a:gd name="connsiteX17" fmla="*/ 21919 w 4123786"/>
              <a:gd name="connsiteY17" fmla="*/ 40543 h 10695515"/>
              <a:gd name="connsiteX18" fmla="*/ 47162 w 4123786"/>
              <a:gd name="connsiteY18" fmla="*/ 4670 h 10695515"/>
              <a:gd name="connsiteX19" fmla="*/ 68017 w 4123786"/>
              <a:gd name="connsiteY19" fmla="*/ 37 h 10695515"/>
              <a:gd name="connsiteX20" fmla="*/ 447590 w 4123786"/>
              <a:gd name="connsiteY20" fmla="*/ 32 h 10695515"/>
              <a:gd name="connsiteX21" fmla="*/ 486033 w 4123786"/>
              <a:gd name="connsiteY21" fmla="*/ 31 h 10695515"/>
              <a:gd name="connsiteX22" fmla="*/ 486094 w 4123786"/>
              <a:gd name="connsiteY22" fmla="*/ 0 h 10695515"/>
              <a:gd name="connsiteX23" fmla="*/ 4090259 w 4123786"/>
              <a:gd name="connsiteY23" fmla="*/ 0 h 10695515"/>
              <a:gd name="connsiteX24" fmla="*/ 4123786 w 4123786"/>
              <a:gd name="connsiteY24" fmla="*/ 33528 h 10695515"/>
              <a:gd name="connsiteX25" fmla="*/ 4123786 w 4123786"/>
              <a:gd name="connsiteY25" fmla="*/ 2779490 h 10695515"/>
              <a:gd name="connsiteX26" fmla="*/ 4123785 w 4123786"/>
              <a:gd name="connsiteY26" fmla="*/ 2779492 h 10695515"/>
              <a:gd name="connsiteX27" fmla="*/ 4123785 w 4123786"/>
              <a:gd name="connsiteY27" fmla="*/ 3099544 h 10695515"/>
              <a:gd name="connsiteX28" fmla="*/ 4123785 w 4123786"/>
              <a:gd name="connsiteY28" fmla="*/ 4850102 h 10695515"/>
              <a:gd name="connsiteX29" fmla="*/ 4123786 w 4123786"/>
              <a:gd name="connsiteY29" fmla="*/ 4850104 h 10695515"/>
              <a:gd name="connsiteX30" fmla="*/ 4123785 w 4123786"/>
              <a:gd name="connsiteY30" fmla="*/ 7916119 h 10695515"/>
              <a:gd name="connsiteX31" fmla="*/ 4123785 w 4123786"/>
              <a:gd name="connsiteY31" fmla="*/ 10239915 h 10695515"/>
              <a:gd name="connsiteX32" fmla="*/ 4123785 w 4123786"/>
              <a:gd name="connsiteY32" fmla="*/ 10662081 h 10695515"/>
              <a:gd name="connsiteX33" fmla="*/ 4090258 w 4123786"/>
              <a:gd name="connsiteY33" fmla="*/ 10695514 h 10695515"/>
              <a:gd name="connsiteX34" fmla="*/ 4072751 w 4123786"/>
              <a:gd name="connsiteY34" fmla="*/ 10695514 h 10695515"/>
              <a:gd name="connsiteX35" fmla="*/ 4072751 w 4123786"/>
              <a:gd name="connsiteY35" fmla="*/ 10695515 h 10695515"/>
              <a:gd name="connsiteX36" fmla="*/ 3145747 w 4123786"/>
              <a:gd name="connsiteY36" fmla="*/ 10695515 h 10695515"/>
              <a:gd name="connsiteX37" fmla="*/ 68003 w 4123786"/>
              <a:gd name="connsiteY37" fmla="*/ 10695515 h 10695515"/>
              <a:gd name="connsiteX38" fmla="*/ 30530 w 4123786"/>
              <a:gd name="connsiteY38" fmla="*/ 10659953 h 10695515"/>
              <a:gd name="connsiteX39" fmla="*/ 30530 w 4123786"/>
              <a:gd name="connsiteY39" fmla="*/ 9043781 h 10695515"/>
              <a:gd name="connsiteX40" fmla="*/ 19986 w 4123786"/>
              <a:gd name="connsiteY40" fmla="*/ 8991028 h 10695515"/>
              <a:gd name="connsiteX41" fmla="*/ 30530 w 4123786"/>
              <a:gd name="connsiteY41" fmla="*/ 8936768 h 10695515"/>
              <a:gd name="connsiteX42" fmla="*/ 30530 w 4123786"/>
              <a:gd name="connsiteY42" fmla="*/ 8213677 h 10695515"/>
              <a:gd name="connsiteX43" fmla="*/ 30530 w 4123786"/>
              <a:gd name="connsiteY43" fmla="*/ 8117697 h 10695515"/>
              <a:gd name="connsiteX44" fmla="*/ 19292 w 4123786"/>
              <a:gd name="connsiteY44" fmla="*/ 8064088 h 10695515"/>
              <a:gd name="connsiteX45" fmla="*/ 6414 w 4123786"/>
              <a:gd name="connsiteY45" fmla="*/ 8009276 h 10695515"/>
              <a:gd name="connsiteX46" fmla="*/ 862 w 4123786"/>
              <a:gd name="connsiteY46" fmla="*/ 7956458 h 10695515"/>
              <a:gd name="connsiteX47" fmla="*/ 0 w 4123786"/>
              <a:gd name="connsiteY47" fmla="*/ 7915797 h 10695515"/>
              <a:gd name="connsiteX0" fmla="*/ 0 w 4123786"/>
              <a:gd name="connsiteY0" fmla="*/ 7915797 h 10695515"/>
              <a:gd name="connsiteX1" fmla="*/ 7600 w 4123786"/>
              <a:gd name="connsiteY1" fmla="*/ 7873197 h 10695515"/>
              <a:gd name="connsiteX2" fmla="*/ 4439 w 4123786"/>
              <a:gd name="connsiteY2" fmla="*/ 7844441 h 10695515"/>
              <a:gd name="connsiteX3" fmla="*/ 12582 w 4123786"/>
              <a:gd name="connsiteY3" fmla="*/ 7790887 h 10695515"/>
              <a:gd name="connsiteX4" fmla="*/ 20085 w 4123786"/>
              <a:gd name="connsiteY4" fmla="*/ 7712540 h 10695515"/>
              <a:gd name="connsiteX5" fmla="*/ 28081 w 4123786"/>
              <a:gd name="connsiteY5" fmla="*/ 7658609 h 10695515"/>
              <a:gd name="connsiteX6" fmla="*/ 30530 w 4123786"/>
              <a:gd name="connsiteY6" fmla="*/ 7648210 h 10695515"/>
              <a:gd name="connsiteX7" fmla="*/ 30530 w 4123786"/>
              <a:gd name="connsiteY7" fmla="*/ 7295316 h 10695515"/>
              <a:gd name="connsiteX8" fmla="*/ 27793 w 4123786"/>
              <a:gd name="connsiteY8" fmla="*/ 7269284 h 10695515"/>
              <a:gd name="connsiteX9" fmla="*/ 30530 w 4123786"/>
              <a:gd name="connsiteY9" fmla="*/ 7181458 h 10695515"/>
              <a:gd name="connsiteX10" fmla="*/ 26802 w 4123786"/>
              <a:gd name="connsiteY10" fmla="*/ 7168704 h 10695515"/>
              <a:gd name="connsiteX11" fmla="*/ 30530 w 4123786"/>
              <a:gd name="connsiteY11" fmla="*/ 7082840 h 10695515"/>
              <a:gd name="connsiteX12" fmla="*/ 27363 w 4123786"/>
              <a:gd name="connsiteY12" fmla="*/ 6988764 h 10695515"/>
              <a:gd name="connsiteX13" fmla="*/ 18853 w 4123786"/>
              <a:gd name="connsiteY13" fmla="*/ 6981739 h 10695515"/>
              <a:gd name="connsiteX14" fmla="*/ 18106 w 4123786"/>
              <a:gd name="connsiteY14" fmla="*/ 6961107 h 10695515"/>
              <a:gd name="connsiteX15" fmla="*/ 18269 w 4123786"/>
              <a:gd name="connsiteY15" fmla="*/ 6928626 h 10695515"/>
              <a:gd name="connsiteX16" fmla="*/ 27200 w 4123786"/>
              <a:gd name="connsiteY16" fmla="*/ 6855869 h 10695515"/>
              <a:gd name="connsiteX17" fmla="*/ 21919 w 4123786"/>
              <a:gd name="connsiteY17" fmla="*/ 40543 h 10695515"/>
              <a:gd name="connsiteX18" fmla="*/ 47162 w 4123786"/>
              <a:gd name="connsiteY18" fmla="*/ 4670 h 10695515"/>
              <a:gd name="connsiteX19" fmla="*/ 68017 w 4123786"/>
              <a:gd name="connsiteY19" fmla="*/ 37 h 10695515"/>
              <a:gd name="connsiteX20" fmla="*/ 447590 w 4123786"/>
              <a:gd name="connsiteY20" fmla="*/ 32 h 10695515"/>
              <a:gd name="connsiteX21" fmla="*/ 486033 w 4123786"/>
              <a:gd name="connsiteY21" fmla="*/ 31 h 10695515"/>
              <a:gd name="connsiteX22" fmla="*/ 486094 w 4123786"/>
              <a:gd name="connsiteY22" fmla="*/ 0 h 10695515"/>
              <a:gd name="connsiteX23" fmla="*/ 4090259 w 4123786"/>
              <a:gd name="connsiteY23" fmla="*/ 0 h 10695515"/>
              <a:gd name="connsiteX24" fmla="*/ 4123786 w 4123786"/>
              <a:gd name="connsiteY24" fmla="*/ 33528 h 10695515"/>
              <a:gd name="connsiteX25" fmla="*/ 4123786 w 4123786"/>
              <a:gd name="connsiteY25" fmla="*/ 2779490 h 10695515"/>
              <a:gd name="connsiteX26" fmla="*/ 4123785 w 4123786"/>
              <a:gd name="connsiteY26" fmla="*/ 2779492 h 10695515"/>
              <a:gd name="connsiteX27" fmla="*/ 4123785 w 4123786"/>
              <a:gd name="connsiteY27" fmla="*/ 3099544 h 10695515"/>
              <a:gd name="connsiteX28" fmla="*/ 4123785 w 4123786"/>
              <a:gd name="connsiteY28" fmla="*/ 4850102 h 10695515"/>
              <a:gd name="connsiteX29" fmla="*/ 4123786 w 4123786"/>
              <a:gd name="connsiteY29" fmla="*/ 4850104 h 10695515"/>
              <a:gd name="connsiteX30" fmla="*/ 4123785 w 4123786"/>
              <a:gd name="connsiteY30" fmla="*/ 10239915 h 10695515"/>
              <a:gd name="connsiteX31" fmla="*/ 4123785 w 4123786"/>
              <a:gd name="connsiteY31" fmla="*/ 10662081 h 10695515"/>
              <a:gd name="connsiteX32" fmla="*/ 4090258 w 4123786"/>
              <a:gd name="connsiteY32" fmla="*/ 10695514 h 10695515"/>
              <a:gd name="connsiteX33" fmla="*/ 4072751 w 4123786"/>
              <a:gd name="connsiteY33" fmla="*/ 10695514 h 10695515"/>
              <a:gd name="connsiteX34" fmla="*/ 4072751 w 4123786"/>
              <a:gd name="connsiteY34" fmla="*/ 10695515 h 10695515"/>
              <a:gd name="connsiteX35" fmla="*/ 3145747 w 4123786"/>
              <a:gd name="connsiteY35" fmla="*/ 10695515 h 10695515"/>
              <a:gd name="connsiteX36" fmla="*/ 68003 w 4123786"/>
              <a:gd name="connsiteY36" fmla="*/ 10695515 h 10695515"/>
              <a:gd name="connsiteX37" fmla="*/ 30530 w 4123786"/>
              <a:gd name="connsiteY37" fmla="*/ 10659953 h 10695515"/>
              <a:gd name="connsiteX38" fmla="*/ 30530 w 4123786"/>
              <a:gd name="connsiteY38" fmla="*/ 9043781 h 10695515"/>
              <a:gd name="connsiteX39" fmla="*/ 19986 w 4123786"/>
              <a:gd name="connsiteY39" fmla="*/ 8991028 h 10695515"/>
              <a:gd name="connsiteX40" fmla="*/ 30530 w 4123786"/>
              <a:gd name="connsiteY40" fmla="*/ 8936768 h 10695515"/>
              <a:gd name="connsiteX41" fmla="*/ 30530 w 4123786"/>
              <a:gd name="connsiteY41" fmla="*/ 8213677 h 10695515"/>
              <a:gd name="connsiteX42" fmla="*/ 30530 w 4123786"/>
              <a:gd name="connsiteY42" fmla="*/ 8117697 h 10695515"/>
              <a:gd name="connsiteX43" fmla="*/ 19292 w 4123786"/>
              <a:gd name="connsiteY43" fmla="*/ 8064088 h 10695515"/>
              <a:gd name="connsiteX44" fmla="*/ 6414 w 4123786"/>
              <a:gd name="connsiteY44" fmla="*/ 8009276 h 10695515"/>
              <a:gd name="connsiteX45" fmla="*/ 862 w 4123786"/>
              <a:gd name="connsiteY45" fmla="*/ 7956458 h 10695515"/>
              <a:gd name="connsiteX46" fmla="*/ 0 w 4123786"/>
              <a:gd name="connsiteY46" fmla="*/ 7915797 h 10695515"/>
              <a:gd name="connsiteX0" fmla="*/ 0 w 4123786"/>
              <a:gd name="connsiteY0" fmla="*/ 7915797 h 10695515"/>
              <a:gd name="connsiteX1" fmla="*/ 7600 w 4123786"/>
              <a:gd name="connsiteY1" fmla="*/ 7873197 h 10695515"/>
              <a:gd name="connsiteX2" fmla="*/ 4439 w 4123786"/>
              <a:gd name="connsiteY2" fmla="*/ 7844441 h 10695515"/>
              <a:gd name="connsiteX3" fmla="*/ 12582 w 4123786"/>
              <a:gd name="connsiteY3" fmla="*/ 7790887 h 10695515"/>
              <a:gd name="connsiteX4" fmla="*/ 20085 w 4123786"/>
              <a:gd name="connsiteY4" fmla="*/ 7712540 h 10695515"/>
              <a:gd name="connsiteX5" fmla="*/ 28081 w 4123786"/>
              <a:gd name="connsiteY5" fmla="*/ 7658609 h 10695515"/>
              <a:gd name="connsiteX6" fmla="*/ 30530 w 4123786"/>
              <a:gd name="connsiteY6" fmla="*/ 7648210 h 10695515"/>
              <a:gd name="connsiteX7" fmla="*/ 30530 w 4123786"/>
              <a:gd name="connsiteY7" fmla="*/ 7295316 h 10695515"/>
              <a:gd name="connsiteX8" fmla="*/ 27793 w 4123786"/>
              <a:gd name="connsiteY8" fmla="*/ 7269284 h 10695515"/>
              <a:gd name="connsiteX9" fmla="*/ 30530 w 4123786"/>
              <a:gd name="connsiteY9" fmla="*/ 7181458 h 10695515"/>
              <a:gd name="connsiteX10" fmla="*/ 26802 w 4123786"/>
              <a:gd name="connsiteY10" fmla="*/ 7168704 h 10695515"/>
              <a:gd name="connsiteX11" fmla="*/ 30530 w 4123786"/>
              <a:gd name="connsiteY11" fmla="*/ 7082840 h 10695515"/>
              <a:gd name="connsiteX12" fmla="*/ 27363 w 4123786"/>
              <a:gd name="connsiteY12" fmla="*/ 6988764 h 10695515"/>
              <a:gd name="connsiteX13" fmla="*/ 18853 w 4123786"/>
              <a:gd name="connsiteY13" fmla="*/ 6981739 h 10695515"/>
              <a:gd name="connsiteX14" fmla="*/ 18106 w 4123786"/>
              <a:gd name="connsiteY14" fmla="*/ 6961107 h 10695515"/>
              <a:gd name="connsiteX15" fmla="*/ 18269 w 4123786"/>
              <a:gd name="connsiteY15" fmla="*/ 6928626 h 10695515"/>
              <a:gd name="connsiteX16" fmla="*/ 27200 w 4123786"/>
              <a:gd name="connsiteY16" fmla="*/ 6855869 h 10695515"/>
              <a:gd name="connsiteX17" fmla="*/ 21919 w 4123786"/>
              <a:gd name="connsiteY17" fmla="*/ 40543 h 10695515"/>
              <a:gd name="connsiteX18" fmla="*/ 47162 w 4123786"/>
              <a:gd name="connsiteY18" fmla="*/ 4670 h 10695515"/>
              <a:gd name="connsiteX19" fmla="*/ 68017 w 4123786"/>
              <a:gd name="connsiteY19" fmla="*/ 37 h 10695515"/>
              <a:gd name="connsiteX20" fmla="*/ 447590 w 4123786"/>
              <a:gd name="connsiteY20" fmla="*/ 32 h 10695515"/>
              <a:gd name="connsiteX21" fmla="*/ 486033 w 4123786"/>
              <a:gd name="connsiteY21" fmla="*/ 31 h 10695515"/>
              <a:gd name="connsiteX22" fmla="*/ 486094 w 4123786"/>
              <a:gd name="connsiteY22" fmla="*/ 0 h 10695515"/>
              <a:gd name="connsiteX23" fmla="*/ 4090259 w 4123786"/>
              <a:gd name="connsiteY23" fmla="*/ 0 h 10695515"/>
              <a:gd name="connsiteX24" fmla="*/ 4123786 w 4123786"/>
              <a:gd name="connsiteY24" fmla="*/ 33528 h 10695515"/>
              <a:gd name="connsiteX25" fmla="*/ 4123786 w 4123786"/>
              <a:gd name="connsiteY25" fmla="*/ 2779490 h 10695515"/>
              <a:gd name="connsiteX26" fmla="*/ 4123785 w 4123786"/>
              <a:gd name="connsiteY26" fmla="*/ 2779492 h 10695515"/>
              <a:gd name="connsiteX27" fmla="*/ 4123785 w 4123786"/>
              <a:gd name="connsiteY27" fmla="*/ 3099544 h 10695515"/>
              <a:gd name="connsiteX28" fmla="*/ 4123785 w 4123786"/>
              <a:gd name="connsiteY28" fmla="*/ 4850102 h 10695515"/>
              <a:gd name="connsiteX29" fmla="*/ 4123785 w 4123786"/>
              <a:gd name="connsiteY29" fmla="*/ 10239915 h 10695515"/>
              <a:gd name="connsiteX30" fmla="*/ 4123785 w 4123786"/>
              <a:gd name="connsiteY30" fmla="*/ 10662081 h 10695515"/>
              <a:gd name="connsiteX31" fmla="*/ 4090258 w 4123786"/>
              <a:gd name="connsiteY31" fmla="*/ 10695514 h 10695515"/>
              <a:gd name="connsiteX32" fmla="*/ 4072751 w 4123786"/>
              <a:gd name="connsiteY32" fmla="*/ 10695514 h 10695515"/>
              <a:gd name="connsiteX33" fmla="*/ 4072751 w 4123786"/>
              <a:gd name="connsiteY33" fmla="*/ 10695515 h 10695515"/>
              <a:gd name="connsiteX34" fmla="*/ 3145747 w 4123786"/>
              <a:gd name="connsiteY34" fmla="*/ 10695515 h 10695515"/>
              <a:gd name="connsiteX35" fmla="*/ 68003 w 4123786"/>
              <a:gd name="connsiteY35" fmla="*/ 10695515 h 10695515"/>
              <a:gd name="connsiteX36" fmla="*/ 30530 w 4123786"/>
              <a:gd name="connsiteY36" fmla="*/ 10659953 h 10695515"/>
              <a:gd name="connsiteX37" fmla="*/ 30530 w 4123786"/>
              <a:gd name="connsiteY37" fmla="*/ 9043781 h 10695515"/>
              <a:gd name="connsiteX38" fmla="*/ 19986 w 4123786"/>
              <a:gd name="connsiteY38" fmla="*/ 8991028 h 10695515"/>
              <a:gd name="connsiteX39" fmla="*/ 30530 w 4123786"/>
              <a:gd name="connsiteY39" fmla="*/ 8936768 h 10695515"/>
              <a:gd name="connsiteX40" fmla="*/ 30530 w 4123786"/>
              <a:gd name="connsiteY40" fmla="*/ 8213677 h 10695515"/>
              <a:gd name="connsiteX41" fmla="*/ 30530 w 4123786"/>
              <a:gd name="connsiteY41" fmla="*/ 8117697 h 10695515"/>
              <a:gd name="connsiteX42" fmla="*/ 19292 w 4123786"/>
              <a:gd name="connsiteY42" fmla="*/ 8064088 h 10695515"/>
              <a:gd name="connsiteX43" fmla="*/ 6414 w 4123786"/>
              <a:gd name="connsiteY43" fmla="*/ 8009276 h 10695515"/>
              <a:gd name="connsiteX44" fmla="*/ 862 w 4123786"/>
              <a:gd name="connsiteY44" fmla="*/ 7956458 h 10695515"/>
              <a:gd name="connsiteX45" fmla="*/ 0 w 4123786"/>
              <a:gd name="connsiteY45" fmla="*/ 7915797 h 10695515"/>
              <a:gd name="connsiteX0" fmla="*/ 0 w 4123786"/>
              <a:gd name="connsiteY0" fmla="*/ 7915797 h 10695515"/>
              <a:gd name="connsiteX1" fmla="*/ 7600 w 4123786"/>
              <a:gd name="connsiteY1" fmla="*/ 7873197 h 10695515"/>
              <a:gd name="connsiteX2" fmla="*/ 4439 w 4123786"/>
              <a:gd name="connsiteY2" fmla="*/ 7844441 h 10695515"/>
              <a:gd name="connsiteX3" fmla="*/ 12582 w 4123786"/>
              <a:gd name="connsiteY3" fmla="*/ 7790887 h 10695515"/>
              <a:gd name="connsiteX4" fmla="*/ 20085 w 4123786"/>
              <a:gd name="connsiteY4" fmla="*/ 7712540 h 10695515"/>
              <a:gd name="connsiteX5" fmla="*/ 28081 w 4123786"/>
              <a:gd name="connsiteY5" fmla="*/ 7658609 h 10695515"/>
              <a:gd name="connsiteX6" fmla="*/ 30530 w 4123786"/>
              <a:gd name="connsiteY6" fmla="*/ 7648210 h 10695515"/>
              <a:gd name="connsiteX7" fmla="*/ 30530 w 4123786"/>
              <a:gd name="connsiteY7" fmla="*/ 7295316 h 10695515"/>
              <a:gd name="connsiteX8" fmla="*/ 27793 w 4123786"/>
              <a:gd name="connsiteY8" fmla="*/ 7269284 h 10695515"/>
              <a:gd name="connsiteX9" fmla="*/ 30530 w 4123786"/>
              <a:gd name="connsiteY9" fmla="*/ 7181458 h 10695515"/>
              <a:gd name="connsiteX10" fmla="*/ 26802 w 4123786"/>
              <a:gd name="connsiteY10" fmla="*/ 7168704 h 10695515"/>
              <a:gd name="connsiteX11" fmla="*/ 30530 w 4123786"/>
              <a:gd name="connsiteY11" fmla="*/ 7082840 h 10695515"/>
              <a:gd name="connsiteX12" fmla="*/ 27363 w 4123786"/>
              <a:gd name="connsiteY12" fmla="*/ 6988764 h 10695515"/>
              <a:gd name="connsiteX13" fmla="*/ 18853 w 4123786"/>
              <a:gd name="connsiteY13" fmla="*/ 6981739 h 10695515"/>
              <a:gd name="connsiteX14" fmla="*/ 18106 w 4123786"/>
              <a:gd name="connsiteY14" fmla="*/ 6961107 h 10695515"/>
              <a:gd name="connsiteX15" fmla="*/ 18269 w 4123786"/>
              <a:gd name="connsiteY15" fmla="*/ 6928626 h 10695515"/>
              <a:gd name="connsiteX16" fmla="*/ 27200 w 4123786"/>
              <a:gd name="connsiteY16" fmla="*/ 6855869 h 10695515"/>
              <a:gd name="connsiteX17" fmla="*/ 21919 w 4123786"/>
              <a:gd name="connsiteY17" fmla="*/ 40543 h 10695515"/>
              <a:gd name="connsiteX18" fmla="*/ 47162 w 4123786"/>
              <a:gd name="connsiteY18" fmla="*/ 4670 h 10695515"/>
              <a:gd name="connsiteX19" fmla="*/ 68017 w 4123786"/>
              <a:gd name="connsiteY19" fmla="*/ 37 h 10695515"/>
              <a:gd name="connsiteX20" fmla="*/ 447590 w 4123786"/>
              <a:gd name="connsiteY20" fmla="*/ 32 h 10695515"/>
              <a:gd name="connsiteX21" fmla="*/ 486033 w 4123786"/>
              <a:gd name="connsiteY21" fmla="*/ 31 h 10695515"/>
              <a:gd name="connsiteX22" fmla="*/ 486094 w 4123786"/>
              <a:gd name="connsiteY22" fmla="*/ 0 h 10695515"/>
              <a:gd name="connsiteX23" fmla="*/ 4090259 w 4123786"/>
              <a:gd name="connsiteY23" fmla="*/ 0 h 10695515"/>
              <a:gd name="connsiteX24" fmla="*/ 4123786 w 4123786"/>
              <a:gd name="connsiteY24" fmla="*/ 33528 h 10695515"/>
              <a:gd name="connsiteX25" fmla="*/ 4123786 w 4123786"/>
              <a:gd name="connsiteY25" fmla="*/ 2779490 h 10695515"/>
              <a:gd name="connsiteX26" fmla="*/ 4123785 w 4123786"/>
              <a:gd name="connsiteY26" fmla="*/ 2779492 h 10695515"/>
              <a:gd name="connsiteX27" fmla="*/ 4123785 w 4123786"/>
              <a:gd name="connsiteY27" fmla="*/ 3099544 h 10695515"/>
              <a:gd name="connsiteX28" fmla="*/ 4123785 w 4123786"/>
              <a:gd name="connsiteY28" fmla="*/ 4850102 h 10695515"/>
              <a:gd name="connsiteX29" fmla="*/ 4123785 w 4123786"/>
              <a:gd name="connsiteY29" fmla="*/ 10239915 h 10695515"/>
              <a:gd name="connsiteX30" fmla="*/ 4123785 w 4123786"/>
              <a:gd name="connsiteY30" fmla="*/ 10662081 h 10695515"/>
              <a:gd name="connsiteX31" fmla="*/ 4090258 w 4123786"/>
              <a:gd name="connsiteY31" fmla="*/ 10695514 h 10695515"/>
              <a:gd name="connsiteX32" fmla="*/ 4072751 w 4123786"/>
              <a:gd name="connsiteY32" fmla="*/ 10695514 h 10695515"/>
              <a:gd name="connsiteX33" fmla="*/ 4072751 w 4123786"/>
              <a:gd name="connsiteY33" fmla="*/ 10695515 h 10695515"/>
              <a:gd name="connsiteX34" fmla="*/ 68003 w 4123786"/>
              <a:gd name="connsiteY34" fmla="*/ 10695515 h 10695515"/>
              <a:gd name="connsiteX35" fmla="*/ 30530 w 4123786"/>
              <a:gd name="connsiteY35" fmla="*/ 10659953 h 10695515"/>
              <a:gd name="connsiteX36" fmla="*/ 30530 w 4123786"/>
              <a:gd name="connsiteY36" fmla="*/ 9043781 h 10695515"/>
              <a:gd name="connsiteX37" fmla="*/ 19986 w 4123786"/>
              <a:gd name="connsiteY37" fmla="*/ 8991028 h 10695515"/>
              <a:gd name="connsiteX38" fmla="*/ 30530 w 4123786"/>
              <a:gd name="connsiteY38" fmla="*/ 8936768 h 10695515"/>
              <a:gd name="connsiteX39" fmla="*/ 30530 w 4123786"/>
              <a:gd name="connsiteY39" fmla="*/ 8213677 h 10695515"/>
              <a:gd name="connsiteX40" fmla="*/ 30530 w 4123786"/>
              <a:gd name="connsiteY40" fmla="*/ 8117697 h 10695515"/>
              <a:gd name="connsiteX41" fmla="*/ 19292 w 4123786"/>
              <a:gd name="connsiteY41" fmla="*/ 8064088 h 10695515"/>
              <a:gd name="connsiteX42" fmla="*/ 6414 w 4123786"/>
              <a:gd name="connsiteY42" fmla="*/ 8009276 h 10695515"/>
              <a:gd name="connsiteX43" fmla="*/ 862 w 4123786"/>
              <a:gd name="connsiteY43" fmla="*/ 7956458 h 10695515"/>
              <a:gd name="connsiteX44" fmla="*/ 0 w 4123786"/>
              <a:gd name="connsiteY44" fmla="*/ 7915797 h 10695515"/>
              <a:gd name="connsiteX0" fmla="*/ 0 w 4123786"/>
              <a:gd name="connsiteY0" fmla="*/ 7915797 h 10695515"/>
              <a:gd name="connsiteX1" fmla="*/ 7600 w 4123786"/>
              <a:gd name="connsiteY1" fmla="*/ 7873197 h 10695515"/>
              <a:gd name="connsiteX2" fmla="*/ 4439 w 4123786"/>
              <a:gd name="connsiteY2" fmla="*/ 7844441 h 10695515"/>
              <a:gd name="connsiteX3" fmla="*/ 12582 w 4123786"/>
              <a:gd name="connsiteY3" fmla="*/ 7790887 h 10695515"/>
              <a:gd name="connsiteX4" fmla="*/ 20085 w 4123786"/>
              <a:gd name="connsiteY4" fmla="*/ 7712540 h 10695515"/>
              <a:gd name="connsiteX5" fmla="*/ 28081 w 4123786"/>
              <a:gd name="connsiteY5" fmla="*/ 7658609 h 10695515"/>
              <a:gd name="connsiteX6" fmla="*/ 30530 w 4123786"/>
              <a:gd name="connsiteY6" fmla="*/ 7648210 h 10695515"/>
              <a:gd name="connsiteX7" fmla="*/ 30530 w 4123786"/>
              <a:gd name="connsiteY7" fmla="*/ 7295316 h 10695515"/>
              <a:gd name="connsiteX8" fmla="*/ 27793 w 4123786"/>
              <a:gd name="connsiteY8" fmla="*/ 7269284 h 10695515"/>
              <a:gd name="connsiteX9" fmla="*/ 30530 w 4123786"/>
              <a:gd name="connsiteY9" fmla="*/ 7181458 h 10695515"/>
              <a:gd name="connsiteX10" fmla="*/ 26802 w 4123786"/>
              <a:gd name="connsiteY10" fmla="*/ 7168704 h 10695515"/>
              <a:gd name="connsiteX11" fmla="*/ 30530 w 4123786"/>
              <a:gd name="connsiteY11" fmla="*/ 7082840 h 10695515"/>
              <a:gd name="connsiteX12" fmla="*/ 27363 w 4123786"/>
              <a:gd name="connsiteY12" fmla="*/ 6988764 h 10695515"/>
              <a:gd name="connsiteX13" fmla="*/ 18853 w 4123786"/>
              <a:gd name="connsiteY13" fmla="*/ 6981739 h 10695515"/>
              <a:gd name="connsiteX14" fmla="*/ 18106 w 4123786"/>
              <a:gd name="connsiteY14" fmla="*/ 6961107 h 10695515"/>
              <a:gd name="connsiteX15" fmla="*/ 18269 w 4123786"/>
              <a:gd name="connsiteY15" fmla="*/ 6928626 h 10695515"/>
              <a:gd name="connsiteX16" fmla="*/ 27200 w 4123786"/>
              <a:gd name="connsiteY16" fmla="*/ 6855869 h 10695515"/>
              <a:gd name="connsiteX17" fmla="*/ 21919 w 4123786"/>
              <a:gd name="connsiteY17" fmla="*/ 40543 h 10695515"/>
              <a:gd name="connsiteX18" fmla="*/ 47162 w 4123786"/>
              <a:gd name="connsiteY18" fmla="*/ 4670 h 10695515"/>
              <a:gd name="connsiteX19" fmla="*/ 68017 w 4123786"/>
              <a:gd name="connsiteY19" fmla="*/ 37 h 10695515"/>
              <a:gd name="connsiteX20" fmla="*/ 447590 w 4123786"/>
              <a:gd name="connsiteY20" fmla="*/ 32 h 10695515"/>
              <a:gd name="connsiteX21" fmla="*/ 486033 w 4123786"/>
              <a:gd name="connsiteY21" fmla="*/ 31 h 10695515"/>
              <a:gd name="connsiteX22" fmla="*/ 486094 w 4123786"/>
              <a:gd name="connsiteY22" fmla="*/ 0 h 10695515"/>
              <a:gd name="connsiteX23" fmla="*/ 4090259 w 4123786"/>
              <a:gd name="connsiteY23" fmla="*/ 0 h 10695515"/>
              <a:gd name="connsiteX24" fmla="*/ 4123786 w 4123786"/>
              <a:gd name="connsiteY24" fmla="*/ 33528 h 10695515"/>
              <a:gd name="connsiteX25" fmla="*/ 4123786 w 4123786"/>
              <a:gd name="connsiteY25" fmla="*/ 2779490 h 10695515"/>
              <a:gd name="connsiteX26" fmla="*/ 4123785 w 4123786"/>
              <a:gd name="connsiteY26" fmla="*/ 2779492 h 10695515"/>
              <a:gd name="connsiteX27" fmla="*/ 4123785 w 4123786"/>
              <a:gd name="connsiteY27" fmla="*/ 3099544 h 10695515"/>
              <a:gd name="connsiteX28" fmla="*/ 4123785 w 4123786"/>
              <a:gd name="connsiteY28" fmla="*/ 4850102 h 10695515"/>
              <a:gd name="connsiteX29" fmla="*/ 4123785 w 4123786"/>
              <a:gd name="connsiteY29" fmla="*/ 10662081 h 10695515"/>
              <a:gd name="connsiteX30" fmla="*/ 4090258 w 4123786"/>
              <a:gd name="connsiteY30" fmla="*/ 10695514 h 10695515"/>
              <a:gd name="connsiteX31" fmla="*/ 4072751 w 4123786"/>
              <a:gd name="connsiteY31" fmla="*/ 10695514 h 10695515"/>
              <a:gd name="connsiteX32" fmla="*/ 4072751 w 4123786"/>
              <a:gd name="connsiteY32" fmla="*/ 10695515 h 10695515"/>
              <a:gd name="connsiteX33" fmla="*/ 68003 w 4123786"/>
              <a:gd name="connsiteY33" fmla="*/ 10695515 h 10695515"/>
              <a:gd name="connsiteX34" fmla="*/ 30530 w 4123786"/>
              <a:gd name="connsiteY34" fmla="*/ 10659953 h 10695515"/>
              <a:gd name="connsiteX35" fmla="*/ 30530 w 4123786"/>
              <a:gd name="connsiteY35" fmla="*/ 9043781 h 10695515"/>
              <a:gd name="connsiteX36" fmla="*/ 19986 w 4123786"/>
              <a:gd name="connsiteY36" fmla="*/ 8991028 h 10695515"/>
              <a:gd name="connsiteX37" fmla="*/ 30530 w 4123786"/>
              <a:gd name="connsiteY37" fmla="*/ 8936768 h 10695515"/>
              <a:gd name="connsiteX38" fmla="*/ 30530 w 4123786"/>
              <a:gd name="connsiteY38" fmla="*/ 8213677 h 10695515"/>
              <a:gd name="connsiteX39" fmla="*/ 30530 w 4123786"/>
              <a:gd name="connsiteY39" fmla="*/ 8117697 h 10695515"/>
              <a:gd name="connsiteX40" fmla="*/ 19292 w 4123786"/>
              <a:gd name="connsiteY40" fmla="*/ 8064088 h 10695515"/>
              <a:gd name="connsiteX41" fmla="*/ 6414 w 4123786"/>
              <a:gd name="connsiteY41" fmla="*/ 8009276 h 10695515"/>
              <a:gd name="connsiteX42" fmla="*/ 862 w 4123786"/>
              <a:gd name="connsiteY42" fmla="*/ 7956458 h 10695515"/>
              <a:gd name="connsiteX43" fmla="*/ 0 w 4123786"/>
              <a:gd name="connsiteY43" fmla="*/ 7915797 h 10695515"/>
              <a:gd name="connsiteX0" fmla="*/ 0 w 4123786"/>
              <a:gd name="connsiteY0" fmla="*/ 7915797 h 10695515"/>
              <a:gd name="connsiteX1" fmla="*/ 7600 w 4123786"/>
              <a:gd name="connsiteY1" fmla="*/ 7873197 h 10695515"/>
              <a:gd name="connsiteX2" fmla="*/ 4439 w 4123786"/>
              <a:gd name="connsiteY2" fmla="*/ 7844441 h 10695515"/>
              <a:gd name="connsiteX3" fmla="*/ 12582 w 4123786"/>
              <a:gd name="connsiteY3" fmla="*/ 7790887 h 10695515"/>
              <a:gd name="connsiteX4" fmla="*/ 20085 w 4123786"/>
              <a:gd name="connsiteY4" fmla="*/ 7712540 h 10695515"/>
              <a:gd name="connsiteX5" fmla="*/ 28081 w 4123786"/>
              <a:gd name="connsiteY5" fmla="*/ 7658609 h 10695515"/>
              <a:gd name="connsiteX6" fmla="*/ 30530 w 4123786"/>
              <a:gd name="connsiteY6" fmla="*/ 7648210 h 10695515"/>
              <a:gd name="connsiteX7" fmla="*/ 30530 w 4123786"/>
              <a:gd name="connsiteY7" fmla="*/ 7295316 h 10695515"/>
              <a:gd name="connsiteX8" fmla="*/ 27793 w 4123786"/>
              <a:gd name="connsiteY8" fmla="*/ 7269284 h 10695515"/>
              <a:gd name="connsiteX9" fmla="*/ 30530 w 4123786"/>
              <a:gd name="connsiteY9" fmla="*/ 7181458 h 10695515"/>
              <a:gd name="connsiteX10" fmla="*/ 26802 w 4123786"/>
              <a:gd name="connsiteY10" fmla="*/ 7168704 h 10695515"/>
              <a:gd name="connsiteX11" fmla="*/ 30530 w 4123786"/>
              <a:gd name="connsiteY11" fmla="*/ 7082840 h 10695515"/>
              <a:gd name="connsiteX12" fmla="*/ 27363 w 4123786"/>
              <a:gd name="connsiteY12" fmla="*/ 6988764 h 10695515"/>
              <a:gd name="connsiteX13" fmla="*/ 18853 w 4123786"/>
              <a:gd name="connsiteY13" fmla="*/ 6981739 h 10695515"/>
              <a:gd name="connsiteX14" fmla="*/ 18106 w 4123786"/>
              <a:gd name="connsiteY14" fmla="*/ 6961107 h 10695515"/>
              <a:gd name="connsiteX15" fmla="*/ 18269 w 4123786"/>
              <a:gd name="connsiteY15" fmla="*/ 6928626 h 10695515"/>
              <a:gd name="connsiteX16" fmla="*/ 27200 w 4123786"/>
              <a:gd name="connsiteY16" fmla="*/ 6855869 h 10695515"/>
              <a:gd name="connsiteX17" fmla="*/ 21919 w 4123786"/>
              <a:gd name="connsiteY17" fmla="*/ 40543 h 10695515"/>
              <a:gd name="connsiteX18" fmla="*/ 47162 w 4123786"/>
              <a:gd name="connsiteY18" fmla="*/ 4670 h 10695515"/>
              <a:gd name="connsiteX19" fmla="*/ 68017 w 4123786"/>
              <a:gd name="connsiteY19" fmla="*/ 37 h 10695515"/>
              <a:gd name="connsiteX20" fmla="*/ 447590 w 4123786"/>
              <a:gd name="connsiteY20" fmla="*/ 32 h 10695515"/>
              <a:gd name="connsiteX21" fmla="*/ 486033 w 4123786"/>
              <a:gd name="connsiteY21" fmla="*/ 31 h 10695515"/>
              <a:gd name="connsiteX22" fmla="*/ 4090259 w 4123786"/>
              <a:gd name="connsiteY22" fmla="*/ 0 h 10695515"/>
              <a:gd name="connsiteX23" fmla="*/ 4123786 w 4123786"/>
              <a:gd name="connsiteY23" fmla="*/ 33528 h 10695515"/>
              <a:gd name="connsiteX24" fmla="*/ 4123786 w 4123786"/>
              <a:gd name="connsiteY24" fmla="*/ 2779490 h 10695515"/>
              <a:gd name="connsiteX25" fmla="*/ 4123785 w 4123786"/>
              <a:gd name="connsiteY25" fmla="*/ 2779492 h 10695515"/>
              <a:gd name="connsiteX26" fmla="*/ 4123785 w 4123786"/>
              <a:gd name="connsiteY26" fmla="*/ 3099544 h 10695515"/>
              <a:gd name="connsiteX27" fmla="*/ 4123785 w 4123786"/>
              <a:gd name="connsiteY27" fmla="*/ 4850102 h 10695515"/>
              <a:gd name="connsiteX28" fmla="*/ 4123785 w 4123786"/>
              <a:gd name="connsiteY28" fmla="*/ 10662081 h 10695515"/>
              <a:gd name="connsiteX29" fmla="*/ 4090258 w 4123786"/>
              <a:gd name="connsiteY29" fmla="*/ 10695514 h 10695515"/>
              <a:gd name="connsiteX30" fmla="*/ 4072751 w 4123786"/>
              <a:gd name="connsiteY30" fmla="*/ 10695514 h 10695515"/>
              <a:gd name="connsiteX31" fmla="*/ 4072751 w 4123786"/>
              <a:gd name="connsiteY31" fmla="*/ 10695515 h 10695515"/>
              <a:gd name="connsiteX32" fmla="*/ 68003 w 4123786"/>
              <a:gd name="connsiteY32" fmla="*/ 10695515 h 10695515"/>
              <a:gd name="connsiteX33" fmla="*/ 30530 w 4123786"/>
              <a:gd name="connsiteY33" fmla="*/ 10659953 h 10695515"/>
              <a:gd name="connsiteX34" fmla="*/ 30530 w 4123786"/>
              <a:gd name="connsiteY34" fmla="*/ 9043781 h 10695515"/>
              <a:gd name="connsiteX35" fmla="*/ 19986 w 4123786"/>
              <a:gd name="connsiteY35" fmla="*/ 8991028 h 10695515"/>
              <a:gd name="connsiteX36" fmla="*/ 30530 w 4123786"/>
              <a:gd name="connsiteY36" fmla="*/ 8936768 h 10695515"/>
              <a:gd name="connsiteX37" fmla="*/ 30530 w 4123786"/>
              <a:gd name="connsiteY37" fmla="*/ 8213677 h 10695515"/>
              <a:gd name="connsiteX38" fmla="*/ 30530 w 4123786"/>
              <a:gd name="connsiteY38" fmla="*/ 8117697 h 10695515"/>
              <a:gd name="connsiteX39" fmla="*/ 19292 w 4123786"/>
              <a:gd name="connsiteY39" fmla="*/ 8064088 h 10695515"/>
              <a:gd name="connsiteX40" fmla="*/ 6414 w 4123786"/>
              <a:gd name="connsiteY40" fmla="*/ 8009276 h 10695515"/>
              <a:gd name="connsiteX41" fmla="*/ 862 w 4123786"/>
              <a:gd name="connsiteY41" fmla="*/ 7956458 h 10695515"/>
              <a:gd name="connsiteX42" fmla="*/ 0 w 4123786"/>
              <a:gd name="connsiteY42" fmla="*/ 7915797 h 10695515"/>
              <a:gd name="connsiteX0" fmla="*/ 0 w 4123786"/>
              <a:gd name="connsiteY0" fmla="*/ 7915797 h 10695515"/>
              <a:gd name="connsiteX1" fmla="*/ 7600 w 4123786"/>
              <a:gd name="connsiteY1" fmla="*/ 7873197 h 10695515"/>
              <a:gd name="connsiteX2" fmla="*/ 4439 w 4123786"/>
              <a:gd name="connsiteY2" fmla="*/ 7844441 h 10695515"/>
              <a:gd name="connsiteX3" fmla="*/ 12582 w 4123786"/>
              <a:gd name="connsiteY3" fmla="*/ 7790887 h 10695515"/>
              <a:gd name="connsiteX4" fmla="*/ 20085 w 4123786"/>
              <a:gd name="connsiteY4" fmla="*/ 7712540 h 10695515"/>
              <a:gd name="connsiteX5" fmla="*/ 28081 w 4123786"/>
              <a:gd name="connsiteY5" fmla="*/ 7658609 h 10695515"/>
              <a:gd name="connsiteX6" fmla="*/ 30530 w 4123786"/>
              <a:gd name="connsiteY6" fmla="*/ 7648210 h 10695515"/>
              <a:gd name="connsiteX7" fmla="*/ 30530 w 4123786"/>
              <a:gd name="connsiteY7" fmla="*/ 7295316 h 10695515"/>
              <a:gd name="connsiteX8" fmla="*/ 27793 w 4123786"/>
              <a:gd name="connsiteY8" fmla="*/ 7269284 h 10695515"/>
              <a:gd name="connsiteX9" fmla="*/ 30530 w 4123786"/>
              <a:gd name="connsiteY9" fmla="*/ 7181458 h 10695515"/>
              <a:gd name="connsiteX10" fmla="*/ 26802 w 4123786"/>
              <a:gd name="connsiteY10" fmla="*/ 7168704 h 10695515"/>
              <a:gd name="connsiteX11" fmla="*/ 30530 w 4123786"/>
              <a:gd name="connsiteY11" fmla="*/ 7082840 h 10695515"/>
              <a:gd name="connsiteX12" fmla="*/ 27363 w 4123786"/>
              <a:gd name="connsiteY12" fmla="*/ 6988764 h 10695515"/>
              <a:gd name="connsiteX13" fmla="*/ 18853 w 4123786"/>
              <a:gd name="connsiteY13" fmla="*/ 6981739 h 10695515"/>
              <a:gd name="connsiteX14" fmla="*/ 18106 w 4123786"/>
              <a:gd name="connsiteY14" fmla="*/ 6961107 h 10695515"/>
              <a:gd name="connsiteX15" fmla="*/ 18269 w 4123786"/>
              <a:gd name="connsiteY15" fmla="*/ 6928626 h 10695515"/>
              <a:gd name="connsiteX16" fmla="*/ 27200 w 4123786"/>
              <a:gd name="connsiteY16" fmla="*/ 6855869 h 10695515"/>
              <a:gd name="connsiteX17" fmla="*/ 21919 w 4123786"/>
              <a:gd name="connsiteY17" fmla="*/ 40543 h 10695515"/>
              <a:gd name="connsiteX18" fmla="*/ 47162 w 4123786"/>
              <a:gd name="connsiteY18" fmla="*/ 4670 h 10695515"/>
              <a:gd name="connsiteX19" fmla="*/ 68017 w 4123786"/>
              <a:gd name="connsiteY19" fmla="*/ 37 h 10695515"/>
              <a:gd name="connsiteX20" fmla="*/ 447590 w 4123786"/>
              <a:gd name="connsiteY20" fmla="*/ 32 h 10695515"/>
              <a:gd name="connsiteX21" fmla="*/ 4090259 w 4123786"/>
              <a:gd name="connsiteY21" fmla="*/ 0 h 10695515"/>
              <a:gd name="connsiteX22" fmla="*/ 4123786 w 4123786"/>
              <a:gd name="connsiteY22" fmla="*/ 33528 h 10695515"/>
              <a:gd name="connsiteX23" fmla="*/ 4123786 w 4123786"/>
              <a:gd name="connsiteY23" fmla="*/ 2779490 h 10695515"/>
              <a:gd name="connsiteX24" fmla="*/ 4123785 w 4123786"/>
              <a:gd name="connsiteY24" fmla="*/ 2779492 h 10695515"/>
              <a:gd name="connsiteX25" fmla="*/ 4123785 w 4123786"/>
              <a:gd name="connsiteY25" fmla="*/ 3099544 h 10695515"/>
              <a:gd name="connsiteX26" fmla="*/ 4123785 w 4123786"/>
              <a:gd name="connsiteY26" fmla="*/ 4850102 h 10695515"/>
              <a:gd name="connsiteX27" fmla="*/ 4123785 w 4123786"/>
              <a:gd name="connsiteY27" fmla="*/ 10662081 h 10695515"/>
              <a:gd name="connsiteX28" fmla="*/ 4090258 w 4123786"/>
              <a:gd name="connsiteY28" fmla="*/ 10695514 h 10695515"/>
              <a:gd name="connsiteX29" fmla="*/ 4072751 w 4123786"/>
              <a:gd name="connsiteY29" fmla="*/ 10695514 h 10695515"/>
              <a:gd name="connsiteX30" fmla="*/ 4072751 w 4123786"/>
              <a:gd name="connsiteY30" fmla="*/ 10695515 h 10695515"/>
              <a:gd name="connsiteX31" fmla="*/ 68003 w 4123786"/>
              <a:gd name="connsiteY31" fmla="*/ 10695515 h 10695515"/>
              <a:gd name="connsiteX32" fmla="*/ 30530 w 4123786"/>
              <a:gd name="connsiteY32" fmla="*/ 10659953 h 10695515"/>
              <a:gd name="connsiteX33" fmla="*/ 30530 w 4123786"/>
              <a:gd name="connsiteY33" fmla="*/ 9043781 h 10695515"/>
              <a:gd name="connsiteX34" fmla="*/ 19986 w 4123786"/>
              <a:gd name="connsiteY34" fmla="*/ 8991028 h 10695515"/>
              <a:gd name="connsiteX35" fmla="*/ 30530 w 4123786"/>
              <a:gd name="connsiteY35" fmla="*/ 8936768 h 10695515"/>
              <a:gd name="connsiteX36" fmla="*/ 30530 w 4123786"/>
              <a:gd name="connsiteY36" fmla="*/ 8213677 h 10695515"/>
              <a:gd name="connsiteX37" fmla="*/ 30530 w 4123786"/>
              <a:gd name="connsiteY37" fmla="*/ 8117697 h 10695515"/>
              <a:gd name="connsiteX38" fmla="*/ 19292 w 4123786"/>
              <a:gd name="connsiteY38" fmla="*/ 8064088 h 10695515"/>
              <a:gd name="connsiteX39" fmla="*/ 6414 w 4123786"/>
              <a:gd name="connsiteY39" fmla="*/ 8009276 h 10695515"/>
              <a:gd name="connsiteX40" fmla="*/ 862 w 4123786"/>
              <a:gd name="connsiteY40" fmla="*/ 7956458 h 10695515"/>
              <a:gd name="connsiteX41" fmla="*/ 0 w 4123786"/>
              <a:gd name="connsiteY41" fmla="*/ 7915797 h 10695515"/>
              <a:gd name="connsiteX0" fmla="*/ 0 w 4123786"/>
              <a:gd name="connsiteY0" fmla="*/ 7915797 h 10695515"/>
              <a:gd name="connsiteX1" fmla="*/ 7600 w 4123786"/>
              <a:gd name="connsiteY1" fmla="*/ 7873197 h 10695515"/>
              <a:gd name="connsiteX2" fmla="*/ 4439 w 4123786"/>
              <a:gd name="connsiteY2" fmla="*/ 7844441 h 10695515"/>
              <a:gd name="connsiteX3" fmla="*/ 12582 w 4123786"/>
              <a:gd name="connsiteY3" fmla="*/ 7790887 h 10695515"/>
              <a:gd name="connsiteX4" fmla="*/ 20085 w 4123786"/>
              <a:gd name="connsiteY4" fmla="*/ 7712540 h 10695515"/>
              <a:gd name="connsiteX5" fmla="*/ 28081 w 4123786"/>
              <a:gd name="connsiteY5" fmla="*/ 7658609 h 10695515"/>
              <a:gd name="connsiteX6" fmla="*/ 30530 w 4123786"/>
              <a:gd name="connsiteY6" fmla="*/ 7648210 h 10695515"/>
              <a:gd name="connsiteX7" fmla="*/ 30530 w 4123786"/>
              <a:gd name="connsiteY7" fmla="*/ 7295316 h 10695515"/>
              <a:gd name="connsiteX8" fmla="*/ 27793 w 4123786"/>
              <a:gd name="connsiteY8" fmla="*/ 7269284 h 10695515"/>
              <a:gd name="connsiteX9" fmla="*/ 30530 w 4123786"/>
              <a:gd name="connsiteY9" fmla="*/ 7181458 h 10695515"/>
              <a:gd name="connsiteX10" fmla="*/ 26802 w 4123786"/>
              <a:gd name="connsiteY10" fmla="*/ 7168704 h 10695515"/>
              <a:gd name="connsiteX11" fmla="*/ 30530 w 4123786"/>
              <a:gd name="connsiteY11" fmla="*/ 7082840 h 10695515"/>
              <a:gd name="connsiteX12" fmla="*/ 27363 w 4123786"/>
              <a:gd name="connsiteY12" fmla="*/ 6988764 h 10695515"/>
              <a:gd name="connsiteX13" fmla="*/ 18853 w 4123786"/>
              <a:gd name="connsiteY13" fmla="*/ 6981739 h 10695515"/>
              <a:gd name="connsiteX14" fmla="*/ 18106 w 4123786"/>
              <a:gd name="connsiteY14" fmla="*/ 6961107 h 10695515"/>
              <a:gd name="connsiteX15" fmla="*/ 18269 w 4123786"/>
              <a:gd name="connsiteY15" fmla="*/ 6928626 h 10695515"/>
              <a:gd name="connsiteX16" fmla="*/ 27200 w 4123786"/>
              <a:gd name="connsiteY16" fmla="*/ 6855869 h 10695515"/>
              <a:gd name="connsiteX17" fmla="*/ 21919 w 4123786"/>
              <a:gd name="connsiteY17" fmla="*/ 40543 h 10695515"/>
              <a:gd name="connsiteX18" fmla="*/ 47162 w 4123786"/>
              <a:gd name="connsiteY18" fmla="*/ 4670 h 10695515"/>
              <a:gd name="connsiteX19" fmla="*/ 68017 w 4123786"/>
              <a:gd name="connsiteY19" fmla="*/ 37 h 10695515"/>
              <a:gd name="connsiteX20" fmla="*/ 4090259 w 4123786"/>
              <a:gd name="connsiteY20" fmla="*/ 0 h 10695515"/>
              <a:gd name="connsiteX21" fmla="*/ 4123786 w 4123786"/>
              <a:gd name="connsiteY21" fmla="*/ 33528 h 10695515"/>
              <a:gd name="connsiteX22" fmla="*/ 4123786 w 4123786"/>
              <a:gd name="connsiteY22" fmla="*/ 2779490 h 10695515"/>
              <a:gd name="connsiteX23" fmla="*/ 4123785 w 4123786"/>
              <a:gd name="connsiteY23" fmla="*/ 2779492 h 10695515"/>
              <a:gd name="connsiteX24" fmla="*/ 4123785 w 4123786"/>
              <a:gd name="connsiteY24" fmla="*/ 3099544 h 10695515"/>
              <a:gd name="connsiteX25" fmla="*/ 4123785 w 4123786"/>
              <a:gd name="connsiteY25" fmla="*/ 4850102 h 10695515"/>
              <a:gd name="connsiteX26" fmla="*/ 4123785 w 4123786"/>
              <a:gd name="connsiteY26" fmla="*/ 10662081 h 10695515"/>
              <a:gd name="connsiteX27" fmla="*/ 4090258 w 4123786"/>
              <a:gd name="connsiteY27" fmla="*/ 10695514 h 10695515"/>
              <a:gd name="connsiteX28" fmla="*/ 4072751 w 4123786"/>
              <a:gd name="connsiteY28" fmla="*/ 10695514 h 10695515"/>
              <a:gd name="connsiteX29" fmla="*/ 4072751 w 4123786"/>
              <a:gd name="connsiteY29" fmla="*/ 10695515 h 10695515"/>
              <a:gd name="connsiteX30" fmla="*/ 68003 w 4123786"/>
              <a:gd name="connsiteY30" fmla="*/ 10695515 h 10695515"/>
              <a:gd name="connsiteX31" fmla="*/ 30530 w 4123786"/>
              <a:gd name="connsiteY31" fmla="*/ 10659953 h 10695515"/>
              <a:gd name="connsiteX32" fmla="*/ 30530 w 4123786"/>
              <a:gd name="connsiteY32" fmla="*/ 9043781 h 10695515"/>
              <a:gd name="connsiteX33" fmla="*/ 19986 w 4123786"/>
              <a:gd name="connsiteY33" fmla="*/ 8991028 h 10695515"/>
              <a:gd name="connsiteX34" fmla="*/ 30530 w 4123786"/>
              <a:gd name="connsiteY34" fmla="*/ 8936768 h 10695515"/>
              <a:gd name="connsiteX35" fmla="*/ 30530 w 4123786"/>
              <a:gd name="connsiteY35" fmla="*/ 8213677 h 10695515"/>
              <a:gd name="connsiteX36" fmla="*/ 30530 w 4123786"/>
              <a:gd name="connsiteY36" fmla="*/ 8117697 h 10695515"/>
              <a:gd name="connsiteX37" fmla="*/ 19292 w 4123786"/>
              <a:gd name="connsiteY37" fmla="*/ 8064088 h 10695515"/>
              <a:gd name="connsiteX38" fmla="*/ 6414 w 4123786"/>
              <a:gd name="connsiteY38" fmla="*/ 8009276 h 10695515"/>
              <a:gd name="connsiteX39" fmla="*/ 862 w 4123786"/>
              <a:gd name="connsiteY39" fmla="*/ 7956458 h 10695515"/>
              <a:gd name="connsiteX40" fmla="*/ 0 w 4123786"/>
              <a:gd name="connsiteY40" fmla="*/ 7915797 h 10695515"/>
              <a:gd name="connsiteX0" fmla="*/ 0 w 4123786"/>
              <a:gd name="connsiteY0" fmla="*/ 7915797 h 10695515"/>
              <a:gd name="connsiteX1" fmla="*/ 7600 w 4123786"/>
              <a:gd name="connsiteY1" fmla="*/ 7873197 h 10695515"/>
              <a:gd name="connsiteX2" fmla="*/ 4439 w 4123786"/>
              <a:gd name="connsiteY2" fmla="*/ 7844441 h 10695515"/>
              <a:gd name="connsiteX3" fmla="*/ 12582 w 4123786"/>
              <a:gd name="connsiteY3" fmla="*/ 7790887 h 10695515"/>
              <a:gd name="connsiteX4" fmla="*/ 20085 w 4123786"/>
              <a:gd name="connsiteY4" fmla="*/ 7712540 h 10695515"/>
              <a:gd name="connsiteX5" fmla="*/ 28081 w 4123786"/>
              <a:gd name="connsiteY5" fmla="*/ 7658609 h 10695515"/>
              <a:gd name="connsiteX6" fmla="*/ 30530 w 4123786"/>
              <a:gd name="connsiteY6" fmla="*/ 7648210 h 10695515"/>
              <a:gd name="connsiteX7" fmla="*/ 30530 w 4123786"/>
              <a:gd name="connsiteY7" fmla="*/ 7295316 h 10695515"/>
              <a:gd name="connsiteX8" fmla="*/ 27793 w 4123786"/>
              <a:gd name="connsiteY8" fmla="*/ 7269284 h 10695515"/>
              <a:gd name="connsiteX9" fmla="*/ 30530 w 4123786"/>
              <a:gd name="connsiteY9" fmla="*/ 7181458 h 10695515"/>
              <a:gd name="connsiteX10" fmla="*/ 26802 w 4123786"/>
              <a:gd name="connsiteY10" fmla="*/ 7168704 h 10695515"/>
              <a:gd name="connsiteX11" fmla="*/ 30530 w 4123786"/>
              <a:gd name="connsiteY11" fmla="*/ 7082840 h 10695515"/>
              <a:gd name="connsiteX12" fmla="*/ 27363 w 4123786"/>
              <a:gd name="connsiteY12" fmla="*/ 6988764 h 10695515"/>
              <a:gd name="connsiteX13" fmla="*/ 18853 w 4123786"/>
              <a:gd name="connsiteY13" fmla="*/ 6981739 h 10695515"/>
              <a:gd name="connsiteX14" fmla="*/ 18106 w 4123786"/>
              <a:gd name="connsiteY14" fmla="*/ 6961107 h 10695515"/>
              <a:gd name="connsiteX15" fmla="*/ 18269 w 4123786"/>
              <a:gd name="connsiteY15" fmla="*/ 6928626 h 10695515"/>
              <a:gd name="connsiteX16" fmla="*/ 27200 w 4123786"/>
              <a:gd name="connsiteY16" fmla="*/ 6855869 h 10695515"/>
              <a:gd name="connsiteX17" fmla="*/ 21919 w 4123786"/>
              <a:gd name="connsiteY17" fmla="*/ 40543 h 10695515"/>
              <a:gd name="connsiteX18" fmla="*/ 47162 w 4123786"/>
              <a:gd name="connsiteY18" fmla="*/ 4670 h 10695515"/>
              <a:gd name="connsiteX19" fmla="*/ 68017 w 4123786"/>
              <a:gd name="connsiteY19" fmla="*/ 37 h 10695515"/>
              <a:gd name="connsiteX20" fmla="*/ 4090259 w 4123786"/>
              <a:gd name="connsiteY20" fmla="*/ 0 h 10695515"/>
              <a:gd name="connsiteX21" fmla="*/ 4123786 w 4123786"/>
              <a:gd name="connsiteY21" fmla="*/ 33528 h 10695515"/>
              <a:gd name="connsiteX22" fmla="*/ 4123786 w 4123786"/>
              <a:gd name="connsiteY22" fmla="*/ 2779490 h 10695515"/>
              <a:gd name="connsiteX23" fmla="*/ 4123785 w 4123786"/>
              <a:gd name="connsiteY23" fmla="*/ 3099544 h 10695515"/>
              <a:gd name="connsiteX24" fmla="*/ 4123785 w 4123786"/>
              <a:gd name="connsiteY24" fmla="*/ 4850102 h 10695515"/>
              <a:gd name="connsiteX25" fmla="*/ 4123785 w 4123786"/>
              <a:gd name="connsiteY25" fmla="*/ 10662081 h 10695515"/>
              <a:gd name="connsiteX26" fmla="*/ 4090258 w 4123786"/>
              <a:gd name="connsiteY26" fmla="*/ 10695514 h 10695515"/>
              <a:gd name="connsiteX27" fmla="*/ 4072751 w 4123786"/>
              <a:gd name="connsiteY27" fmla="*/ 10695514 h 10695515"/>
              <a:gd name="connsiteX28" fmla="*/ 4072751 w 4123786"/>
              <a:gd name="connsiteY28" fmla="*/ 10695515 h 10695515"/>
              <a:gd name="connsiteX29" fmla="*/ 68003 w 4123786"/>
              <a:gd name="connsiteY29" fmla="*/ 10695515 h 10695515"/>
              <a:gd name="connsiteX30" fmla="*/ 30530 w 4123786"/>
              <a:gd name="connsiteY30" fmla="*/ 10659953 h 10695515"/>
              <a:gd name="connsiteX31" fmla="*/ 30530 w 4123786"/>
              <a:gd name="connsiteY31" fmla="*/ 9043781 h 10695515"/>
              <a:gd name="connsiteX32" fmla="*/ 19986 w 4123786"/>
              <a:gd name="connsiteY32" fmla="*/ 8991028 h 10695515"/>
              <a:gd name="connsiteX33" fmla="*/ 30530 w 4123786"/>
              <a:gd name="connsiteY33" fmla="*/ 8936768 h 10695515"/>
              <a:gd name="connsiteX34" fmla="*/ 30530 w 4123786"/>
              <a:gd name="connsiteY34" fmla="*/ 8213677 h 10695515"/>
              <a:gd name="connsiteX35" fmla="*/ 30530 w 4123786"/>
              <a:gd name="connsiteY35" fmla="*/ 8117697 h 10695515"/>
              <a:gd name="connsiteX36" fmla="*/ 19292 w 4123786"/>
              <a:gd name="connsiteY36" fmla="*/ 8064088 h 10695515"/>
              <a:gd name="connsiteX37" fmla="*/ 6414 w 4123786"/>
              <a:gd name="connsiteY37" fmla="*/ 8009276 h 10695515"/>
              <a:gd name="connsiteX38" fmla="*/ 862 w 4123786"/>
              <a:gd name="connsiteY38" fmla="*/ 7956458 h 10695515"/>
              <a:gd name="connsiteX39" fmla="*/ 0 w 4123786"/>
              <a:gd name="connsiteY39" fmla="*/ 7915797 h 10695515"/>
              <a:gd name="connsiteX0" fmla="*/ 0 w 4123786"/>
              <a:gd name="connsiteY0" fmla="*/ 7915797 h 10695515"/>
              <a:gd name="connsiteX1" fmla="*/ 7600 w 4123786"/>
              <a:gd name="connsiteY1" fmla="*/ 7873197 h 10695515"/>
              <a:gd name="connsiteX2" fmla="*/ 4439 w 4123786"/>
              <a:gd name="connsiteY2" fmla="*/ 7844441 h 10695515"/>
              <a:gd name="connsiteX3" fmla="*/ 12582 w 4123786"/>
              <a:gd name="connsiteY3" fmla="*/ 7790887 h 10695515"/>
              <a:gd name="connsiteX4" fmla="*/ 20085 w 4123786"/>
              <a:gd name="connsiteY4" fmla="*/ 7712540 h 10695515"/>
              <a:gd name="connsiteX5" fmla="*/ 28081 w 4123786"/>
              <a:gd name="connsiteY5" fmla="*/ 7658609 h 10695515"/>
              <a:gd name="connsiteX6" fmla="*/ 30530 w 4123786"/>
              <a:gd name="connsiteY6" fmla="*/ 7648210 h 10695515"/>
              <a:gd name="connsiteX7" fmla="*/ 30530 w 4123786"/>
              <a:gd name="connsiteY7" fmla="*/ 7295316 h 10695515"/>
              <a:gd name="connsiteX8" fmla="*/ 27793 w 4123786"/>
              <a:gd name="connsiteY8" fmla="*/ 7269284 h 10695515"/>
              <a:gd name="connsiteX9" fmla="*/ 30530 w 4123786"/>
              <a:gd name="connsiteY9" fmla="*/ 7181458 h 10695515"/>
              <a:gd name="connsiteX10" fmla="*/ 26802 w 4123786"/>
              <a:gd name="connsiteY10" fmla="*/ 7168704 h 10695515"/>
              <a:gd name="connsiteX11" fmla="*/ 30530 w 4123786"/>
              <a:gd name="connsiteY11" fmla="*/ 7082840 h 10695515"/>
              <a:gd name="connsiteX12" fmla="*/ 27363 w 4123786"/>
              <a:gd name="connsiteY12" fmla="*/ 6988764 h 10695515"/>
              <a:gd name="connsiteX13" fmla="*/ 18853 w 4123786"/>
              <a:gd name="connsiteY13" fmla="*/ 6981739 h 10695515"/>
              <a:gd name="connsiteX14" fmla="*/ 18106 w 4123786"/>
              <a:gd name="connsiteY14" fmla="*/ 6961107 h 10695515"/>
              <a:gd name="connsiteX15" fmla="*/ 18269 w 4123786"/>
              <a:gd name="connsiteY15" fmla="*/ 6928626 h 10695515"/>
              <a:gd name="connsiteX16" fmla="*/ 27200 w 4123786"/>
              <a:gd name="connsiteY16" fmla="*/ 6855869 h 10695515"/>
              <a:gd name="connsiteX17" fmla="*/ 21919 w 4123786"/>
              <a:gd name="connsiteY17" fmla="*/ 40543 h 10695515"/>
              <a:gd name="connsiteX18" fmla="*/ 47162 w 4123786"/>
              <a:gd name="connsiteY18" fmla="*/ 4670 h 10695515"/>
              <a:gd name="connsiteX19" fmla="*/ 68017 w 4123786"/>
              <a:gd name="connsiteY19" fmla="*/ 37 h 10695515"/>
              <a:gd name="connsiteX20" fmla="*/ 4090259 w 4123786"/>
              <a:gd name="connsiteY20" fmla="*/ 0 h 10695515"/>
              <a:gd name="connsiteX21" fmla="*/ 4123786 w 4123786"/>
              <a:gd name="connsiteY21" fmla="*/ 33528 h 10695515"/>
              <a:gd name="connsiteX22" fmla="*/ 4123785 w 4123786"/>
              <a:gd name="connsiteY22" fmla="*/ 3099544 h 10695515"/>
              <a:gd name="connsiteX23" fmla="*/ 4123785 w 4123786"/>
              <a:gd name="connsiteY23" fmla="*/ 4850102 h 10695515"/>
              <a:gd name="connsiteX24" fmla="*/ 4123785 w 4123786"/>
              <a:gd name="connsiteY24" fmla="*/ 10662081 h 10695515"/>
              <a:gd name="connsiteX25" fmla="*/ 4090258 w 4123786"/>
              <a:gd name="connsiteY25" fmla="*/ 10695514 h 10695515"/>
              <a:gd name="connsiteX26" fmla="*/ 4072751 w 4123786"/>
              <a:gd name="connsiteY26" fmla="*/ 10695514 h 10695515"/>
              <a:gd name="connsiteX27" fmla="*/ 4072751 w 4123786"/>
              <a:gd name="connsiteY27" fmla="*/ 10695515 h 10695515"/>
              <a:gd name="connsiteX28" fmla="*/ 68003 w 4123786"/>
              <a:gd name="connsiteY28" fmla="*/ 10695515 h 10695515"/>
              <a:gd name="connsiteX29" fmla="*/ 30530 w 4123786"/>
              <a:gd name="connsiteY29" fmla="*/ 10659953 h 10695515"/>
              <a:gd name="connsiteX30" fmla="*/ 30530 w 4123786"/>
              <a:gd name="connsiteY30" fmla="*/ 9043781 h 10695515"/>
              <a:gd name="connsiteX31" fmla="*/ 19986 w 4123786"/>
              <a:gd name="connsiteY31" fmla="*/ 8991028 h 10695515"/>
              <a:gd name="connsiteX32" fmla="*/ 30530 w 4123786"/>
              <a:gd name="connsiteY32" fmla="*/ 8936768 h 10695515"/>
              <a:gd name="connsiteX33" fmla="*/ 30530 w 4123786"/>
              <a:gd name="connsiteY33" fmla="*/ 8213677 h 10695515"/>
              <a:gd name="connsiteX34" fmla="*/ 30530 w 4123786"/>
              <a:gd name="connsiteY34" fmla="*/ 8117697 h 10695515"/>
              <a:gd name="connsiteX35" fmla="*/ 19292 w 4123786"/>
              <a:gd name="connsiteY35" fmla="*/ 8064088 h 10695515"/>
              <a:gd name="connsiteX36" fmla="*/ 6414 w 4123786"/>
              <a:gd name="connsiteY36" fmla="*/ 8009276 h 10695515"/>
              <a:gd name="connsiteX37" fmla="*/ 862 w 4123786"/>
              <a:gd name="connsiteY37" fmla="*/ 7956458 h 10695515"/>
              <a:gd name="connsiteX38" fmla="*/ 0 w 4123786"/>
              <a:gd name="connsiteY38" fmla="*/ 7915797 h 10695515"/>
              <a:gd name="connsiteX0" fmla="*/ 0 w 4126269"/>
              <a:gd name="connsiteY0" fmla="*/ 7915797 h 10695515"/>
              <a:gd name="connsiteX1" fmla="*/ 7600 w 4126269"/>
              <a:gd name="connsiteY1" fmla="*/ 7873197 h 10695515"/>
              <a:gd name="connsiteX2" fmla="*/ 4439 w 4126269"/>
              <a:gd name="connsiteY2" fmla="*/ 7844441 h 10695515"/>
              <a:gd name="connsiteX3" fmla="*/ 12582 w 4126269"/>
              <a:gd name="connsiteY3" fmla="*/ 7790887 h 10695515"/>
              <a:gd name="connsiteX4" fmla="*/ 20085 w 4126269"/>
              <a:gd name="connsiteY4" fmla="*/ 7712540 h 10695515"/>
              <a:gd name="connsiteX5" fmla="*/ 28081 w 4126269"/>
              <a:gd name="connsiteY5" fmla="*/ 7658609 h 10695515"/>
              <a:gd name="connsiteX6" fmla="*/ 30530 w 4126269"/>
              <a:gd name="connsiteY6" fmla="*/ 7648210 h 10695515"/>
              <a:gd name="connsiteX7" fmla="*/ 30530 w 4126269"/>
              <a:gd name="connsiteY7" fmla="*/ 7295316 h 10695515"/>
              <a:gd name="connsiteX8" fmla="*/ 27793 w 4126269"/>
              <a:gd name="connsiteY8" fmla="*/ 7269284 h 10695515"/>
              <a:gd name="connsiteX9" fmla="*/ 30530 w 4126269"/>
              <a:gd name="connsiteY9" fmla="*/ 7181458 h 10695515"/>
              <a:gd name="connsiteX10" fmla="*/ 26802 w 4126269"/>
              <a:gd name="connsiteY10" fmla="*/ 7168704 h 10695515"/>
              <a:gd name="connsiteX11" fmla="*/ 30530 w 4126269"/>
              <a:gd name="connsiteY11" fmla="*/ 7082840 h 10695515"/>
              <a:gd name="connsiteX12" fmla="*/ 27363 w 4126269"/>
              <a:gd name="connsiteY12" fmla="*/ 6988764 h 10695515"/>
              <a:gd name="connsiteX13" fmla="*/ 18853 w 4126269"/>
              <a:gd name="connsiteY13" fmla="*/ 6981739 h 10695515"/>
              <a:gd name="connsiteX14" fmla="*/ 18106 w 4126269"/>
              <a:gd name="connsiteY14" fmla="*/ 6961107 h 10695515"/>
              <a:gd name="connsiteX15" fmla="*/ 18269 w 4126269"/>
              <a:gd name="connsiteY15" fmla="*/ 6928626 h 10695515"/>
              <a:gd name="connsiteX16" fmla="*/ 27200 w 4126269"/>
              <a:gd name="connsiteY16" fmla="*/ 6855869 h 10695515"/>
              <a:gd name="connsiteX17" fmla="*/ 21919 w 4126269"/>
              <a:gd name="connsiteY17" fmla="*/ 40543 h 10695515"/>
              <a:gd name="connsiteX18" fmla="*/ 47162 w 4126269"/>
              <a:gd name="connsiteY18" fmla="*/ 4670 h 10695515"/>
              <a:gd name="connsiteX19" fmla="*/ 68017 w 4126269"/>
              <a:gd name="connsiteY19" fmla="*/ 37 h 10695515"/>
              <a:gd name="connsiteX20" fmla="*/ 4090259 w 4126269"/>
              <a:gd name="connsiteY20" fmla="*/ 0 h 10695515"/>
              <a:gd name="connsiteX21" fmla="*/ 4123786 w 4126269"/>
              <a:gd name="connsiteY21" fmla="*/ 33528 h 10695515"/>
              <a:gd name="connsiteX22" fmla="*/ 4123785 w 4126269"/>
              <a:gd name="connsiteY22" fmla="*/ 4850102 h 10695515"/>
              <a:gd name="connsiteX23" fmla="*/ 4123785 w 4126269"/>
              <a:gd name="connsiteY23" fmla="*/ 10662081 h 10695515"/>
              <a:gd name="connsiteX24" fmla="*/ 4090258 w 4126269"/>
              <a:gd name="connsiteY24" fmla="*/ 10695514 h 10695515"/>
              <a:gd name="connsiteX25" fmla="*/ 4072751 w 4126269"/>
              <a:gd name="connsiteY25" fmla="*/ 10695514 h 10695515"/>
              <a:gd name="connsiteX26" fmla="*/ 4072751 w 4126269"/>
              <a:gd name="connsiteY26" fmla="*/ 10695515 h 10695515"/>
              <a:gd name="connsiteX27" fmla="*/ 68003 w 4126269"/>
              <a:gd name="connsiteY27" fmla="*/ 10695515 h 10695515"/>
              <a:gd name="connsiteX28" fmla="*/ 30530 w 4126269"/>
              <a:gd name="connsiteY28" fmla="*/ 10659953 h 10695515"/>
              <a:gd name="connsiteX29" fmla="*/ 30530 w 4126269"/>
              <a:gd name="connsiteY29" fmla="*/ 9043781 h 10695515"/>
              <a:gd name="connsiteX30" fmla="*/ 19986 w 4126269"/>
              <a:gd name="connsiteY30" fmla="*/ 8991028 h 10695515"/>
              <a:gd name="connsiteX31" fmla="*/ 30530 w 4126269"/>
              <a:gd name="connsiteY31" fmla="*/ 8936768 h 10695515"/>
              <a:gd name="connsiteX32" fmla="*/ 30530 w 4126269"/>
              <a:gd name="connsiteY32" fmla="*/ 8213677 h 10695515"/>
              <a:gd name="connsiteX33" fmla="*/ 30530 w 4126269"/>
              <a:gd name="connsiteY33" fmla="*/ 8117697 h 10695515"/>
              <a:gd name="connsiteX34" fmla="*/ 19292 w 4126269"/>
              <a:gd name="connsiteY34" fmla="*/ 8064088 h 10695515"/>
              <a:gd name="connsiteX35" fmla="*/ 6414 w 4126269"/>
              <a:gd name="connsiteY35" fmla="*/ 8009276 h 10695515"/>
              <a:gd name="connsiteX36" fmla="*/ 862 w 4126269"/>
              <a:gd name="connsiteY36" fmla="*/ 7956458 h 10695515"/>
              <a:gd name="connsiteX37" fmla="*/ 0 w 4126269"/>
              <a:gd name="connsiteY37" fmla="*/ 7915797 h 10695515"/>
              <a:gd name="connsiteX0" fmla="*/ 0 w 4127976"/>
              <a:gd name="connsiteY0" fmla="*/ 7915797 h 10695515"/>
              <a:gd name="connsiteX1" fmla="*/ 7600 w 4127976"/>
              <a:gd name="connsiteY1" fmla="*/ 7873197 h 10695515"/>
              <a:gd name="connsiteX2" fmla="*/ 4439 w 4127976"/>
              <a:gd name="connsiteY2" fmla="*/ 7844441 h 10695515"/>
              <a:gd name="connsiteX3" fmla="*/ 12582 w 4127976"/>
              <a:gd name="connsiteY3" fmla="*/ 7790887 h 10695515"/>
              <a:gd name="connsiteX4" fmla="*/ 20085 w 4127976"/>
              <a:gd name="connsiteY4" fmla="*/ 7712540 h 10695515"/>
              <a:gd name="connsiteX5" fmla="*/ 28081 w 4127976"/>
              <a:gd name="connsiteY5" fmla="*/ 7658609 h 10695515"/>
              <a:gd name="connsiteX6" fmla="*/ 30530 w 4127976"/>
              <a:gd name="connsiteY6" fmla="*/ 7648210 h 10695515"/>
              <a:gd name="connsiteX7" fmla="*/ 30530 w 4127976"/>
              <a:gd name="connsiteY7" fmla="*/ 7295316 h 10695515"/>
              <a:gd name="connsiteX8" fmla="*/ 27793 w 4127976"/>
              <a:gd name="connsiteY8" fmla="*/ 7269284 h 10695515"/>
              <a:gd name="connsiteX9" fmla="*/ 30530 w 4127976"/>
              <a:gd name="connsiteY9" fmla="*/ 7181458 h 10695515"/>
              <a:gd name="connsiteX10" fmla="*/ 26802 w 4127976"/>
              <a:gd name="connsiteY10" fmla="*/ 7168704 h 10695515"/>
              <a:gd name="connsiteX11" fmla="*/ 30530 w 4127976"/>
              <a:gd name="connsiteY11" fmla="*/ 7082840 h 10695515"/>
              <a:gd name="connsiteX12" fmla="*/ 27363 w 4127976"/>
              <a:gd name="connsiteY12" fmla="*/ 6988764 h 10695515"/>
              <a:gd name="connsiteX13" fmla="*/ 18853 w 4127976"/>
              <a:gd name="connsiteY13" fmla="*/ 6981739 h 10695515"/>
              <a:gd name="connsiteX14" fmla="*/ 18106 w 4127976"/>
              <a:gd name="connsiteY14" fmla="*/ 6961107 h 10695515"/>
              <a:gd name="connsiteX15" fmla="*/ 18269 w 4127976"/>
              <a:gd name="connsiteY15" fmla="*/ 6928626 h 10695515"/>
              <a:gd name="connsiteX16" fmla="*/ 27200 w 4127976"/>
              <a:gd name="connsiteY16" fmla="*/ 6855869 h 10695515"/>
              <a:gd name="connsiteX17" fmla="*/ 21919 w 4127976"/>
              <a:gd name="connsiteY17" fmla="*/ 40543 h 10695515"/>
              <a:gd name="connsiteX18" fmla="*/ 47162 w 4127976"/>
              <a:gd name="connsiteY18" fmla="*/ 4670 h 10695515"/>
              <a:gd name="connsiteX19" fmla="*/ 68017 w 4127976"/>
              <a:gd name="connsiteY19" fmla="*/ 37 h 10695515"/>
              <a:gd name="connsiteX20" fmla="*/ 4090259 w 4127976"/>
              <a:gd name="connsiteY20" fmla="*/ 0 h 10695515"/>
              <a:gd name="connsiteX21" fmla="*/ 4123786 w 4127976"/>
              <a:gd name="connsiteY21" fmla="*/ 33528 h 10695515"/>
              <a:gd name="connsiteX22" fmla="*/ 4123785 w 4127976"/>
              <a:gd name="connsiteY22" fmla="*/ 10662081 h 10695515"/>
              <a:gd name="connsiteX23" fmla="*/ 4090258 w 4127976"/>
              <a:gd name="connsiteY23" fmla="*/ 10695514 h 10695515"/>
              <a:gd name="connsiteX24" fmla="*/ 4072751 w 4127976"/>
              <a:gd name="connsiteY24" fmla="*/ 10695514 h 10695515"/>
              <a:gd name="connsiteX25" fmla="*/ 4072751 w 4127976"/>
              <a:gd name="connsiteY25" fmla="*/ 10695515 h 10695515"/>
              <a:gd name="connsiteX26" fmla="*/ 68003 w 4127976"/>
              <a:gd name="connsiteY26" fmla="*/ 10695515 h 10695515"/>
              <a:gd name="connsiteX27" fmla="*/ 30530 w 4127976"/>
              <a:gd name="connsiteY27" fmla="*/ 10659953 h 10695515"/>
              <a:gd name="connsiteX28" fmla="*/ 30530 w 4127976"/>
              <a:gd name="connsiteY28" fmla="*/ 9043781 h 10695515"/>
              <a:gd name="connsiteX29" fmla="*/ 19986 w 4127976"/>
              <a:gd name="connsiteY29" fmla="*/ 8991028 h 10695515"/>
              <a:gd name="connsiteX30" fmla="*/ 30530 w 4127976"/>
              <a:gd name="connsiteY30" fmla="*/ 8936768 h 10695515"/>
              <a:gd name="connsiteX31" fmla="*/ 30530 w 4127976"/>
              <a:gd name="connsiteY31" fmla="*/ 8213677 h 10695515"/>
              <a:gd name="connsiteX32" fmla="*/ 30530 w 4127976"/>
              <a:gd name="connsiteY32" fmla="*/ 8117697 h 10695515"/>
              <a:gd name="connsiteX33" fmla="*/ 19292 w 4127976"/>
              <a:gd name="connsiteY33" fmla="*/ 8064088 h 10695515"/>
              <a:gd name="connsiteX34" fmla="*/ 6414 w 4127976"/>
              <a:gd name="connsiteY34" fmla="*/ 8009276 h 10695515"/>
              <a:gd name="connsiteX35" fmla="*/ 862 w 4127976"/>
              <a:gd name="connsiteY35" fmla="*/ 7956458 h 10695515"/>
              <a:gd name="connsiteX36" fmla="*/ 0 w 4127976"/>
              <a:gd name="connsiteY36" fmla="*/ 7915797 h 10695515"/>
              <a:gd name="connsiteX0" fmla="*/ 0 w 4127976"/>
              <a:gd name="connsiteY0" fmla="*/ 7915797 h 10695515"/>
              <a:gd name="connsiteX1" fmla="*/ 7600 w 4127976"/>
              <a:gd name="connsiteY1" fmla="*/ 7873197 h 10695515"/>
              <a:gd name="connsiteX2" fmla="*/ 4439 w 4127976"/>
              <a:gd name="connsiteY2" fmla="*/ 7844441 h 10695515"/>
              <a:gd name="connsiteX3" fmla="*/ 12582 w 4127976"/>
              <a:gd name="connsiteY3" fmla="*/ 7790887 h 10695515"/>
              <a:gd name="connsiteX4" fmla="*/ 20085 w 4127976"/>
              <a:gd name="connsiteY4" fmla="*/ 7712540 h 10695515"/>
              <a:gd name="connsiteX5" fmla="*/ 28081 w 4127976"/>
              <a:gd name="connsiteY5" fmla="*/ 7658609 h 10695515"/>
              <a:gd name="connsiteX6" fmla="*/ 30530 w 4127976"/>
              <a:gd name="connsiteY6" fmla="*/ 7648210 h 10695515"/>
              <a:gd name="connsiteX7" fmla="*/ 30530 w 4127976"/>
              <a:gd name="connsiteY7" fmla="*/ 7295316 h 10695515"/>
              <a:gd name="connsiteX8" fmla="*/ 27793 w 4127976"/>
              <a:gd name="connsiteY8" fmla="*/ 7269284 h 10695515"/>
              <a:gd name="connsiteX9" fmla="*/ 30530 w 4127976"/>
              <a:gd name="connsiteY9" fmla="*/ 7181458 h 10695515"/>
              <a:gd name="connsiteX10" fmla="*/ 26802 w 4127976"/>
              <a:gd name="connsiteY10" fmla="*/ 7168704 h 10695515"/>
              <a:gd name="connsiteX11" fmla="*/ 30530 w 4127976"/>
              <a:gd name="connsiteY11" fmla="*/ 7082840 h 10695515"/>
              <a:gd name="connsiteX12" fmla="*/ 27363 w 4127976"/>
              <a:gd name="connsiteY12" fmla="*/ 6988764 h 10695515"/>
              <a:gd name="connsiteX13" fmla="*/ 18853 w 4127976"/>
              <a:gd name="connsiteY13" fmla="*/ 6981739 h 10695515"/>
              <a:gd name="connsiteX14" fmla="*/ 18106 w 4127976"/>
              <a:gd name="connsiteY14" fmla="*/ 6961107 h 10695515"/>
              <a:gd name="connsiteX15" fmla="*/ 18269 w 4127976"/>
              <a:gd name="connsiteY15" fmla="*/ 6928626 h 10695515"/>
              <a:gd name="connsiteX16" fmla="*/ 21919 w 4127976"/>
              <a:gd name="connsiteY16" fmla="*/ 40543 h 10695515"/>
              <a:gd name="connsiteX17" fmla="*/ 47162 w 4127976"/>
              <a:gd name="connsiteY17" fmla="*/ 4670 h 10695515"/>
              <a:gd name="connsiteX18" fmla="*/ 68017 w 4127976"/>
              <a:gd name="connsiteY18" fmla="*/ 37 h 10695515"/>
              <a:gd name="connsiteX19" fmla="*/ 4090259 w 4127976"/>
              <a:gd name="connsiteY19" fmla="*/ 0 h 10695515"/>
              <a:gd name="connsiteX20" fmla="*/ 4123786 w 4127976"/>
              <a:gd name="connsiteY20" fmla="*/ 33528 h 10695515"/>
              <a:gd name="connsiteX21" fmla="*/ 4123785 w 4127976"/>
              <a:gd name="connsiteY21" fmla="*/ 10662081 h 10695515"/>
              <a:gd name="connsiteX22" fmla="*/ 4090258 w 4127976"/>
              <a:gd name="connsiteY22" fmla="*/ 10695514 h 10695515"/>
              <a:gd name="connsiteX23" fmla="*/ 4072751 w 4127976"/>
              <a:gd name="connsiteY23" fmla="*/ 10695514 h 10695515"/>
              <a:gd name="connsiteX24" fmla="*/ 4072751 w 4127976"/>
              <a:gd name="connsiteY24" fmla="*/ 10695515 h 10695515"/>
              <a:gd name="connsiteX25" fmla="*/ 68003 w 4127976"/>
              <a:gd name="connsiteY25" fmla="*/ 10695515 h 10695515"/>
              <a:gd name="connsiteX26" fmla="*/ 30530 w 4127976"/>
              <a:gd name="connsiteY26" fmla="*/ 10659953 h 10695515"/>
              <a:gd name="connsiteX27" fmla="*/ 30530 w 4127976"/>
              <a:gd name="connsiteY27" fmla="*/ 9043781 h 10695515"/>
              <a:gd name="connsiteX28" fmla="*/ 19986 w 4127976"/>
              <a:gd name="connsiteY28" fmla="*/ 8991028 h 10695515"/>
              <a:gd name="connsiteX29" fmla="*/ 30530 w 4127976"/>
              <a:gd name="connsiteY29" fmla="*/ 8936768 h 10695515"/>
              <a:gd name="connsiteX30" fmla="*/ 30530 w 4127976"/>
              <a:gd name="connsiteY30" fmla="*/ 8213677 h 10695515"/>
              <a:gd name="connsiteX31" fmla="*/ 30530 w 4127976"/>
              <a:gd name="connsiteY31" fmla="*/ 8117697 h 10695515"/>
              <a:gd name="connsiteX32" fmla="*/ 19292 w 4127976"/>
              <a:gd name="connsiteY32" fmla="*/ 8064088 h 10695515"/>
              <a:gd name="connsiteX33" fmla="*/ 6414 w 4127976"/>
              <a:gd name="connsiteY33" fmla="*/ 8009276 h 10695515"/>
              <a:gd name="connsiteX34" fmla="*/ 862 w 4127976"/>
              <a:gd name="connsiteY34" fmla="*/ 7956458 h 10695515"/>
              <a:gd name="connsiteX35" fmla="*/ 0 w 4127976"/>
              <a:gd name="connsiteY35" fmla="*/ 7915797 h 10695515"/>
              <a:gd name="connsiteX0" fmla="*/ 0 w 4127976"/>
              <a:gd name="connsiteY0" fmla="*/ 7915797 h 10695515"/>
              <a:gd name="connsiteX1" fmla="*/ 7600 w 4127976"/>
              <a:gd name="connsiteY1" fmla="*/ 7873197 h 10695515"/>
              <a:gd name="connsiteX2" fmla="*/ 4439 w 4127976"/>
              <a:gd name="connsiteY2" fmla="*/ 7844441 h 10695515"/>
              <a:gd name="connsiteX3" fmla="*/ 12582 w 4127976"/>
              <a:gd name="connsiteY3" fmla="*/ 7790887 h 10695515"/>
              <a:gd name="connsiteX4" fmla="*/ 20085 w 4127976"/>
              <a:gd name="connsiteY4" fmla="*/ 7712540 h 10695515"/>
              <a:gd name="connsiteX5" fmla="*/ 28081 w 4127976"/>
              <a:gd name="connsiteY5" fmla="*/ 7658609 h 10695515"/>
              <a:gd name="connsiteX6" fmla="*/ 30530 w 4127976"/>
              <a:gd name="connsiteY6" fmla="*/ 7648210 h 10695515"/>
              <a:gd name="connsiteX7" fmla="*/ 30530 w 4127976"/>
              <a:gd name="connsiteY7" fmla="*/ 7295316 h 10695515"/>
              <a:gd name="connsiteX8" fmla="*/ 27793 w 4127976"/>
              <a:gd name="connsiteY8" fmla="*/ 7269284 h 10695515"/>
              <a:gd name="connsiteX9" fmla="*/ 30530 w 4127976"/>
              <a:gd name="connsiteY9" fmla="*/ 7181458 h 10695515"/>
              <a:gd name="connsiteX10" fmla="*/ 26802 w 4127976"/>
              <a:gd name="connsiteY10" fmla="*/ 7168704 h 10695515"/>
              <a:gd name="connsiteX11" fmla="*/ 30530 w 4127976"/>
              <a:gd name="connsiteY11" fmla="*/ 7082840 h 10695515"/>
              <a:gd name="connsiteX12" fmla="*/ 27363 w 4127976"/>
              <a:gd name="connsiteY12" fmla="*/ 6988764 h 10695515"/>
              <a:gd name="connsiteX13" fmla="*/ 18853 w 4127976"/>
              <a:gd name="connsiteY13" fmla="*/ 6981739 h 10695515"/>
              <a:gd name="connsiteX14" fmla="*/ 18106 w 4127976"/>
              <a:gd name="connsiteY14" fmla="*/ 6961107 h 10695515"/>
              <a:gd name="connsiteX15" fmla="*/ 21919 w 4127976"/>
              <a:gd name="connsiteY15" fmla="*/ 40543 h 10695515"/>
              <a:gd name="connsiteX16" fmla="*/ 47162 w 4127976"/>
              <a:gd name="connsiteY16" fmla="*/ 4670 h 10695515"/>
              <a:gd name="connsiteX17" fmla="*/ 68017 w 4127976"/>
              <a:gd name="connsiteY17" fmla="*/ 37 h 10695515"/>
              <a:gd name="connsiteX18" fmla="*/ 4090259 w 4127976"/>
              <a:gd name="connsiteY18" fmla="*/ 0 h 10695515"/>
              <a:gd name="connsiteX19" fmla="*/ 4123786 w 4127976"/>
              <a:gd name="connsiteY19" fmla="*/ 33528 h 10695515"/>
              <a:gd name="connsiteX20" fmla="*/ 4123785 w 4127976"/>
              <a:gd name="connsiteY20" fmla="*/ 10662081 h 10695515"/>
              <a:gd name="connsiteX21" fmla="*/ 4090258 w 4127976"/>
              <a:gd name="connsiteY21" fmla="*/ 10695514 h 10695515"/>
              <a:gd name="connsiteX22" fmla="*/ 4072751 w 4127976"/>
              <a:gd name="connsiteY22" fmla="*/ 10695514 h 10695515"/>
              <a:gd name="connsiteX23" fmla="*/ 4072751 w 4127976"/>
              <a:gd name="connsiteY23" fmla="*/ 10695515 h 10695515"/>
              <a:gd name="connsiteX24" fmla="*/ 68003 w 4127976"/>
              <a:gd name="connsiteY24" fmla="*/ 10695515 h 10695515"/>
              <a:gd name="connsiteX25" fmla="*/ 30530 w 4127976"/>
              <a:gd name="connsiteY25" fmla="*/ 10659953 h 10695515"/>
              <a:gd name="connsiteX26" fmla="*/ 30530 w 4127976"/>
              <a:gd name="connsiteY26" fmla="*/ 9043781 h 10695515"/>
              <a:gd name="connsiteX27" fmla="*/ 19986 w 4127976"/>
              <a:gd name="connsiteY27" fmla="*/ 8991028 h 10695515"/>
              <a:gd name="connsiteX28" fmla="*/ 30530 w 4127976"/>
              <a:gd name="connsiteY28" fmla="*/ 8936768 h 10695515"/>
              <a:gd name="connsiteX29" fmla="*/ 30530 w 4127976"/>
              <a:gd name="connsiteY29" fmla="*/ 8213677 h 10695515"/>
              <a:gd name="connsiteX30" fmla="*/ 30530 w 4127976"/>
              <a:gd name="connsiteY30" fmla="*/ 8117697 h 10695515"/>
              <a:gd name="connsiteX31" fmla="*/ 19292 w 4127976"/>
              <a:gd name="connsiteY31" fmla="*/ 8064088 h 10695515"/>
              <a:gd name="connsiteX32" fmla="*/ 6414 w 4127976"/>
              <a:gd name="connsiteY32" fmla="*/ 8009276 h 10695515"/>
              <a:gd name="connsiteX33" fmla="*/ 862 w 4127976"/>
              <a:gd name="connsiteY33" fmla="*/ 7956458 h 10695515"/>
              <a:gd name="connsiteX34" fmla="*/ 0 w 4127976"/>
              <a:gd name="connsiteY34" fmla="*/ 7915797 h 10695515"/>
              <a:gd name="connsiteX0" fmla="*/ 0 w 4127976"/>
              <a:gd name="connsiteY0" fmla="*/ 7915797 h 10695515"/>
              <a:gd name="connsiteX1" fmla="*/ 7600 w 4127976"/>
              <a:gd name="connsiteY1" fmla="*/ 7873197 h 10695515"/>
              <a:gd name="connsiteX2" fmla="*/ 4439 w 4127976"/>
              <a:gd name="connsiteY2" fmla="*/ 7844441 h 10695515"/>
              <a:gd name="connsiteX3" fmla="*/ 12582 w 4127976"/>
              <a:gd name="connsiteY3" fmla="*/ 7790887 h 10695515"/>
              <a:gd name="connsiteX4" fmla="*/ 20085 w 4127976"/>
              <a:gd name="connsiteY4" fmla="*/ 7712540 h 10695515"/>
              <a:gd name="connsiteX5" fmla="*/ 28081 w 4127976"/>
              <a:gd name="connsiteY5" fmla="*/ 7658609 h 10695515"/>
              <a:gd name="connsiteX6" fmla="*/ 30530 w 4127976"/>
              <a:gd name="connsiteY6" fmla="*/ 7648210 h 10695515"/>
              <a:gd name="connsiteX7" fmla="*/ 30530 w 4127976"/>
              <a:gd name="connsiteY7" fmla="*/ 7295316 h 10695515"/>
              <a:gd name="connsiteX8" fmla="*/ 27793 w 4127976"/>
              <a:gd name="connsiteY8" fmla="*/ 7269284 h 10695515"/>
              <a:gd name="connsiteX9" fmla="*/ 30530 w 4127976"/>
              <a:gd name="connsiteY9" fmla="*/ 7181458 h 10695515"/>
              <a:gd name="connsiteX10" fmla="*/ 26802 w 4127976"/>
              <a:gd name="connsiteY10" fmla="*/ 7168704 h 10695515"/>
              <a:gd name="connsiteX11" fmla="*/ 30530 w 4127976"/>
              <a:gd name="connsiteY11" fmla="*/ 7082840 h 10695515"/>
              <a:gd name="connsiteX12" fmla="*/ 27363 w 4127976"/>
              <a:gd name="connsiteY12" fmla="*/ 6988764 h 10695515"/>
              <a:gd name="connsiteX13" fmla="*/ 18853 w 4127976"/>
              <a:gd name="connsiteY13" fmla="*/ 6981739 h 10695515"/>
              <a:gd name="connsiteX14" fmla="*/ 21919 w 4127976"/>
              <a:gd name="connsiteY14" fmla="*/ 40543 h 10695515"/>
              <a:gd name="connsiteX15" fmla="*/ 47162 w 4127976"/>
              <a:gd name="connsiteY15" fmla="*/ 4670 h 10695515"/>
              <a:gd name="connsiteX16" fmla="*/ 68017 w 4127976"/>
              <a:gd name="connsiteY16" fmla="*/ 37 h 10695515"/>
              <a:gd name="connsiteX17" fmla="*/ 4090259 w 4127976"/>
              <a:gd name="connsiteY17" fmla="*/ 0 h 10695515"/>
              <a:gd name="connsiteX18" fmla="*/ 4123786 w 4127976"/>
              <a:gd name="connsiteY18" fmla="*/ 33528 h 10695515"/>
              <a:gd name="connsiteX19" fmla="*/ 4123785 w 4127976"/>
              <a:gd name="connsiteY19" fmla="*/ 10662081 h 10695515"/>
              <a:gd name="connsiteX20" fmla="*/ 4090258 w 4127976"/>
              <a:gd name="connsiteY20" fmla="*/ 10695514 h 10695515"/>
              <a:gd name="connsiteX21" fmla="*/ 4072751 w 4127976"/>
              <a:gd name="connsiteY21" fmla="*/ 10695514 h 10695515"/>
              <a:gd name="connsiteX22" fmla="*/ 4072751 w 4127976"/>
              <a:gd name="connsiteY22" fmla="*/ 10695515 h 10695515"/>
              <a:gd name="connsiteX23" fmla="*/ 68003 w 4127976"/>
              <a:gd name="connsiteY23" fmla="*/ 10695515 h 10695515"/>
              <a:gd name="connsiteX24" fmla="*/ 30530 w 4127976"/>
              <a:gd name="connsiteY24" fmla="*/ 10659953 h 10695515"/>
              <a:gd name="connsiteX25" fmla="*/ 30530 w 4127976"/>
              <a:gd name="connsiteY25" fmla="*/ 9043781 h 10695515"/>
              <a:gd name="connsiteX26" fmla="*/ 19986 w 4127976"/>
              <a:gd name="connsiteY26" fmla="*/ 8991028 h 10695515"/>
              <a:gd name="connsiteX27" fmla="*/ 30530 w 4127976"/>
              <a:gd name="connsiteY27" fmla="*/ 8936768 h 10695515"/>
              <a:gd name="connsiteX28" fmla="*/ 30530 w 4127976"/>
              <a:gd name="connsiteY28" fmla="*/ 8213677 h 10695515"/>
              <a:gd name="connsiteX29" fmla="*/ 30530 w 4127976"/>
              <a:gd name="connsiteY29" fmla="*/ 8117697 h 10695515"/>
              <a:gd name="connsiteX30" fmla="*/ 19292 w 4127976"/>
              <a:gd name="connsiteY30" fmla="*/ 8064088 h 10695515"/>
              <a:gd name="connsiteX31" fmla="*/ 6414 w 4127976"/>
              <a:gd name="connsiteY31" fmla="*/ 8009276 h 10695515"/>
              <a:gd name="connsiteX32" fmla="*/ 862 w 4127976"/>
              <a:gd name="connsiteY32" fmla="*/ 7956458 h 10695515"/>
              <a:gd name="connsiteX33" fmla="*/ 0 w 4127976"/>
              <a:gd name="connsiteY33" fmla="*/ 7915797 h 10695515"/>
              <a:gd name="connsiteX0" fmla="*/ 0 w 4127976"/>
              <a:gd name="connsiteY0" fmla="*/ 7915797 h 10695515"/>
              <a:gd name="connsiteX1" fmla="*/ 7600 w 4127976"/>
              <a:gd name="connsiteY1" fmla="*/ 7873197 h 10695515"/>
              <a:gd name="connsiteX2" fmla="*/ 4439 w 4127976"/>
              <a:gd name="connsiteY2" fmla="*/ 7844441 h 10695515"/>
              <a:gd name="connsiteX3" fmla="*/ 12582 w 4127976"/>
              <a:gd name="connsiteY3" fmla="*/ 7790887 h 10695515"/>
              <a:gd name="connsiteX4" fmla="*/ 20085 w 4127976"/>
              <a:gd name="connsiteY4" fmla="*/ 7712540 h 10695515"/>
              <a:gd name="connsiteX5" fmla="*/ 28081 w 4127976"/>
              <a:gd name="connsiteY5" fmla="*/ 7658609 h 10695515"/>
              <a:gd name="connsiteX6" fmla="*/ 30530 w 4127976"/>
              <a:gd name="connsiteY6" fmla="*/ 7648210 h 10695515"/>
              <a:gd name="connsiteX7" fmla="*/ 30530 w 4127976"/>
              <a:gd name="connsiteY7" fmla="*/ 7295316 h 10695515"/>
              <a:gd name="connsiteX8" fmla="*/ 27793 w 4127976"/>
              <a:gd name="connsiteY8" fmla="*/ 7269284 h 10695515"/>
              <a:gd name="connsiteX9" fmla="*/ 30530 w 4127976"/>
              <a:gd name="connsiteY9" fmla="*/ 7181458 h 10695515"/>
              <a:gd name="connsiteX10" fmla="*/ 26802 w 4127976"/>
              <a:gd name="connsiteY10" fmla="*/ 7168704 h 10695515"/>
              <a:gd name="connsiteX11" fmla="*/ 30530 w 4127976"/>
              <a:gd name="connsiteY11" fmla="*/ 7082840 h 10695515"/>
              <a:gd name="connsiteX12" fmla="*/ 27363 w 4127976"/>
              <a:gd name="connsiteY12" fmla="*/ 6988764 h 10695515"/>
              <a:gd name="connsiteX13" fmla="*/ 21919 w 4127976"/>
              <a:gd name="connsiteY13" fmla="*/ 40543 h 10695515"/>
              <a:gd name="connsiteX14" fmla="*/ 47162 w 4127976"/>
              <a:gd name="connsiteY14" fmla="*/ 4670 h 10695515"/>
              <a:gd name="connsiteX15" fmla="*/ 68017 w 4127976"/>
              <a:gd name="connsiteY15" fmla="*/ 37 h 10695515"/>
              <a:gd name="connsiteX16" fmla="*/ 4090259 w 4127976"/>
              <a:gd name="connsiteY16" fmla="*/ 0 h 10695515"/>
              <a:gd name="connsiteX17" fmla="*/ 4123786 w 4127976"/>
              <a:gd name="connsiteY17" fmla="*/ 33528 h 10695515"/>
              <a:gd name="connsiteX18" fmla="*/ 4123785 w 4127976"/>
              <a:gd name="connsiteY18" fmla="*/ 10662081 h 10695515"/>
              <a:gd name="connsiteX19" fmla="*/ 4090258 w 4127976"/>
              <a:gd name="connsiteY19" fmla="*/ 10695514 h 10695515"/>
              <a:gd name="connsiteX20" fmla="*/ 4072751 w 4127976"/>
              <a:gd name="connsiteY20" fmla="*/ 10695514 h 10695515"/>
              <a:gd name="connsiteX21" fmla="*/ 4072751 w 4127976"/>
              <a:gd name="connsiteY21" fmla="*/ 10695515 h 10695515"/>
              <a:gd name="connsiteX22" fmla="*/ 68003 w 4127976"/>
              <a:gd name="connsiteY22" fmla="*/ 10695515 h 10695515"/>
              <a:gd name="connsiteX23" fmla="*/ 30530 w 4127976"/>
              <a:gd name="connsiteY23" fmla="*/ 10659953 h 10695515"/>
              <a:gd name="connsiteX24" fmla="*/ 30530 w 4127976"/>
              <a:gd name="connsiteY24" fmla="*/ 9043781 h 10695515"/>
              <a:gd name="connsiteX25" fmla="*/ 19986 w 4127976"/>
              <a:gd name="connsiteY25" fmla="*/ 8991028 h 10695515"/>
              <a:gd name="connsiteX26" fmla="*/ 30530 w 4127976"/>
              <a:gd name="connsiteY26" fmla="*/ 8936768 h 10695515"/>
              <a:gd name="connsiteX27" fmla="*/ 30530 w 4127976"/>
              <a:gd name="connsiteY27" fmla="*/ 8213677 h 10695515"/>
              <a:gd name="connsiteX28" fmla="*/ 30530 w 4127976"/>
              <a:gd name="connsiteY28" fmla="*/ 8117697 h 10695515"/>
              <a:gd name="connsiteX29" fmla="*/ 19292 w 4127976"/>
              <a:gd name="connsiteY29" fmla="*/ 8064088 h 10695515"/>
              <a:gd name="connsiteX30" fmla="*/ 6414 w 4127976"/>
              <a:gd name="connsiteY30" fmla="*/ 8009276 h 10695515"/>
              <a:gd name="connsiteX31" fmla="*/ 862 w 4127976"/>
              <a:gd name="connsiteY31" fmla="*/ 7956458 h 10695515"/>
              <a:gd name="connsiteX32" fmla="*/ 0 w 4127976"/>
              <a:gd name="connsiteY32" fmla="*/ 7915797 h 10695515"/>
              <a:gd name="connsiteX0" fmla="*/ 0 w 4127976"/>
              <a:gd name="connsiteY0" fmla="*/ 7915797 h 10695515"/>
              <a:gd name="connsiteX1" fmla="*/ 7600 w 4127976"/>
              <a:gd name="connsiteY1" fmla="*/ 7873197 h 10695515"/>
              <a:gd name="connsiteX2" fmla="*/ 4439 w 4127976"/>
              <a:gd name="connsiteY2" fmla="*/ 7844441 h 10695515"/>
              <a:gd name="connsiteX3" fmla="*/ 12582 w 4127976"/>
              <a:gd name="connsiteY3" fmla="*/ 7790887 h 10695515"/>
              <a:gd name="connsiteX4" fmla="*/ 20085 w 4127976"/>
              <a:gd name="connsiteY4" fmla="*/ 7712540 h 10695515"/>
              <a:gd name="connsiteX5" fmla="*/ 28081 w 4127976"/>
              <a:gd name="connsiteY5" fmla="*/ 7658609 h 10695515"/>
              <a:gd name="connsiteX6" fmla="*/ 30530 w 4127976"/>
              <a:gd name="connsiteY6" fmla="*/ 7648210 h 10695515"/>
              <a:gd name="connsiteX7" fmla="*/ 30530 w 4127976"/>
              <a:gd name="connsiteY7" fmla="*/ 7295316 h 10695515"/>
              <a:gd name="connsiteX8" fmla="*/ 27793 w 4127976"/>
              <a:gd name="connsiteY8" fmla="*/ 7269284 h 10695515"/>
              <a:gd name="connsiteX9" fmla="*/ 30530 w 4127976"/>
              <a:gd name="connsiteY9" fmla="*/ 7181458 h 10695515"/>
              <a:gd name="connsiteX10" fmla="*/ 26802 w 4127976"/>
              <a:gd name="connsiteY10" fmla="*/ 7168704 h 10695515"/>
              <a:gd name="connsiteX11" fmla="*/ 30530 w 4127976"/>
              <a:gd name="connsiteY11" fmla="*/ 7082840 h 10695515"/>
              <a:gd name="connsiteX12" fmla="*/ 21919 w 4127976"/>
              <a:gd name="connsiteY12" fmla="*/ 40543 h 10695515"/>
              <a:gd name="connsiteX13" fmla="*/ 47162 w 4127976"/>
              <a:gd name="connsiteY13" fmla="*/ 4670 h 10695515"/>
              <a:gd name="connsiteX14" fmla="*/ 68017 w 4127976"/>
              <a:gd name="connsiteY14" fmla="*/ 37 h 10695515"/>
              <a:gd name="connsiteX15" fmla="*/ 4090259 w 4127976"/>
              <a:gd name="connsiteY15" fmla="*/ 0 h 10695515"/>
              <a:gd name="connsiteX16" fmla="*/ 4123786 w 4127976"/>
              <a:gd name="connsiteY16" fmla="*/ 33528 h 10695515"/>
              <a:gd name="connsiteX17" fmla="*/ 4123785 w 4127976"/>
              <a:gd name="connsiteY17" fmla="*/ 10662081 h 10695515"/>
              <a:gd name="connsiteX18" fmla="*/ 4090258 w 4127976"/>
              <a:gd name="connsiteY18" fmla="*/ 10695514 h 10695515"/>
              <a:gd name="connsiteX19" fmla="*/ 4072751 w 4127976"/>
              <a:gd name="connsiteY19" fmla="*/ 10695514 h 10695515"/>
              <a:gd name="connsiteX20" fmla="*/ 4072751 w 4127976"/>
              <a:gd name="connsiteY20" fmla="*/ 10695515 h 10695515"/>
              <a:gd name="connsiteX21" fmla="*/ 68003 w 4127976"/>
              <a:gd name="connsiteY21" fmla="*/ 10695515 h 10695515"/>
              <a:gd name="connsiteX22" fmla="*/ 30530 w 4127976"/>
              <a:gd name="connsiteY22" fmla="*/ 10659953 h 10695515"/>
              <a:gd name="connsiteX23" fmla="*/ 30530 w 4127976"/>
              <a:gd name="connsiteY23" fmla="*/ 9043781 h 10695515"/>
              <a:gd name="connsiteX24" fmla="*/ 19986 w 4127976"/>
              <a:gd name="connsiteY24" fmla="*/ 8991028 h 10695515"/>
              <a:gd name="connsiteX25" fmla="*/ 30530 w 4127976"/>
              <a:gd name="connsiteY25" fmla="*/ 8936768 h 10695515"/>
              <a:gd name="connsiteX26" fmla="*/ 30530 w 4127976"/>
              <a:gd name="connsiteY26" fmla="*/ 8213677 h 10695515"/>
              <a:gd name="connsiteX27" fmla="*/ 30530 w 4127976"/>
              <a:gd name="connsiteY27" fmla="*/ 8117697 h 10695515"/>
              <a:gd name="connsiteX28" fmla="*/ 19292 w 4127976"/>
              <a:gd name="connsiteY28" fmla="*/ 8064088 h 10695515"/>
              <a:gd name="connsiteX29" fmla="*/ 6414 w 4127976"/>
              <a:gd name="connsiteY29" fmla="*/ 8009276 h 10695515"/>
              <a:gd name="connsiteX30" fmla="*/ 862 w 4127976"/>
              <a:gd name="connsiteY30" fmla="*/ 7956458 h 10695515"/>
              <a:gd name="connsiteX31" fmla="*/ 0 w 4127976"/>
              <a:gd name="connsiteY31" fmla="*/ 7915797 h 10695515"/>
              <a:gd name="connsiteX0" fmla="*/ 0 w 4127114"/>
              <a:gd name="connsiteY0" fmla="*/ 7956458 h 10695515"/>
              <a:gd name="connsiteX1" fmla="*/ 6738 w 4127114"/>
              <a:gd name="connsiteY1" fmla="*/ 7873197 h 10695515"/>
              <a:gd name="connsiteX2" fmla="*/ 3577 w 4127114"/>
              <a:gd name="connsiteY2" fmla="*/ 7844441 h 10695515"/>
              <a:gd name="connsiteX3" fmla="*/ 11720 w 4127114"/>
              <a:gd name="connsiteY3" fmla="*/ 7790887 h 10695515"/>
              <a:gd name="connsiteX4" fmla="*/ 19223 w 4127114"/>
              <a:gd name="connsiteY4" fmla="*/ 7712540 h 10695515"/>
              <a:gd name="connsiteX5" fmla="*/ 27219 w 4127114"/>
              <a:gd name="connsiteY5" fmla="*/ 7658609 h 10695515"/>
              <a:gd name="connsiteX6" fmla="*/ 29668 w 4127114"/>
              <a:gd name="connsiteY6" fmla="*/ 7648210 h 10695515"/>
              <a:gd name="connsiteX7" fmla="*/ 29668 w 4127114"/>
              <a:gd name="connsiteY7" fmla="*/ 7295316 h 10695515"/>
              <a:gd name="connsiteX8" fmla="*/ 26931 w 4127114"/>
              <a:gd name="connsiteY8" fmla="*/ 7269284 h 10695515"/>
              <a:gd name="connsiteX9" fmla="*/ 29668 w 4127114"/>
              <a:gd name="connsiteY9" fmla="*/ 7181458 h 10695515"/>
              <a:gd name="connsiteX10" fmla="*/ 25940 w 4127114"/>
              <a:gd name="connsiteY10" fmla="*/ 7168704 h 10695515"/>
              <a:gd name="connsiteX11" fmla="*/ 29668 w 4127114"/>
              <a:gd name="connsiteY11" fmla="*/ 7082840 h 10695515"/>
              <a:gd name="connsiteX12" fmla="*/ 21057 w 4127114"/>
              <a:gd name="connsiteY12" fmla="*/ 40543 h 10695515"/>
              <a:gd name="connsiteX13" fmla="*/ 46300 w 4127114"/>
              <a:gd name="connsiteY13" fmla="*/ 4670 h 10695515"/>
              <a:gd name="connsiteX14" fmla="*/ 67155 w 4127114"/>
              <a:gd name="connsiteY14" fmla="*/ 37 h 10695515"/>
              <a:gd name="connsiteX15" fmla="*/ 4089397 w 4127114"/>
              <a:gd name="connsiteY15" fmla="*/ 0 h 10695515"/>
              <a:gd name="connsiteX16" fmla="*/ 4122924 w 4127114"/>
              <a:gd name="connsiteY16" fmla="*/ 33528 h 10695515"/>
              <a:gd name="connsiteX17" fmla="*/ 4122923 w 4127114"/>
              <a:gd name="connsiteY17" fmla="*/ 10662081 h 10695515"/>
              <a:gd name="connsiteX18" fmla="*/ 4089396 w 4127114"/>
              <a:gd name="connsiteY18" fmla="*/ 10695514 h 10695515"/>
              <a:gd name="connsiteX19" fmla="*/ 4071889 w 4127114"/>
              <a:gd name="connsiteY19" fmla="*/ 10695514 h 10695515"/>
              <a:gd name="connsiteX20" fmla="*/ 4071889 w 4127114"/>
              <a:gd name="connsiteY20" fmla="*/ 10695515 h 10695515"/>
              <a:gd name="connsiteX21" fmla="*/ 67141 w 4127114"/>
              <a:gd name="connsiteY21" fmla="*/ 10695515 h 10695515"/>
              <a:gd name="connsiteX22" fmla="*/ 29668 w 4127114"/>
              <a:gd name="connsiteY22" fmla="*/ 10659953 h 10695515"/>
              <a:gd name="connsiteX23" fmla="*/ 29668 w 4127114"/>
              <a:gd name="connsiteY23" fmla="*/ 9043781 h 10695515"/>
              <a:gd name="connsiteX24" fmla="*/ 19124 w 4127114"/>
              <a:gd name="connsiteY24" fmla="*/ 8991028 h 10695515"/>
              <a:gd name="connsiteX25" fmla="*/ 29668 w 4127114"/>
              <a:gd name="connsiteY25" fmla="*/ 8936768 h 10695515"/>
              <a:gd name="connsiteX26" fmla="*/ 29668 w 4127114"/>
              <a:gd name="connsiteY26" fmla="*/ 8213677 h 10695515"/>
              <a:gd name="connsiteX27" fmla="*/ 29668 w 4127114"/>
              <a:gd name="connsiteY27" fmla="*/ 8117697 h 10695515"/>
              <a:gd name="connsiteX28" fmla="*/ 18430 w 4127114"/>
              <a:gd name="connsiteY28" fmla="*/ 8064088 h 10695515"/>
              <a:gd name="connsiteX29" fmla="*/ 5552 w 4127114"/>
              <a:gd name="connsiteY29" fmla="*/ 8009276 h 10695515"/>
              <a:gd name="connsiteX30" fmla="*/ 0 w 4127114"/>
              <a:gd name="connsiteY30" fmla="*/ 7956458 h 10695515"/>
              <a:gd name="connsiteX0" fmla="*/ 2074 w 4123636"/>
              <a:gd name="connsiteY0" fmla="*/ 8009276 h 10695515"/>
              <a:gd name="connsiteX1" fmla="*/ 3260 w 4123636"/>
              <a:gd name="connsiteY1" fmla="*/ 7873197 h 10695515"/>
              <a:gd name="connsiteX2" fmla="*/ 99 w 4123636"/>
              <a:gd name="connsiteY2" fmla="*/ 7844441 h 10695515"/>
              <a:gd name="connsiteX3" fmla="*/ 8242 w 4123636"/>
              <a:gd name="connsiteY3" fmla="*/ 7790887 h 10695515"/>
              <a:gd name="connsiteX4" fmla="*/ 15745 w 4123636"/>
              <a:gd name="connsiteY4" fmla="*/ 7712540 h 10695515"/>
              <a:gd name="connsiteX5" fmla="*/ 23741 w 4123636"/>
              <a:gd name="connsiteY5" fmla="*/ 7658609 h 10695515"/>
              <a:gd name="connsiteX6" fmla="*/ 26190 w 4123636"/>
              <a:gd name="connsiteY6" fmla="*/ 7648210 h 10695515"/>
              <a:gd name="connsiteX7" fmla="*/ 26190 w 4123636"/>
              <a:gd name="connsiteY7" fmla="*/ 7295316 h 10695515"/>
              <a:gd name="connsiteX8" fmla="*/ 23453 w 4123636"/>
              <a:gd name="connsiteY8" fmla="*/ 7269284 h 10695515"/>
              <a:gd name="connsiteX9" fmla="*/ 26190 w 4123636"/>
              <a:gd name="connsiteY9" fmla="*/ 7181458 h 10695515"/>
              <a:gd name="connsiteX10" fmla="*/ 22462 w 4123636"/>
              <a:gd name="connsiteY10" fmla="*/ 7168704 h 10695515"/>
              <a:gd name="connsiteX11" fmla="*/ 26190 w 4123636"/>
              <a:gd name="connsiteY11" fmla="*/ 7082840 h 10695515"/>
              <a:gd name="connsiteX12" fmla="*/ 17579 w 4123636"/>
              <a:gd name="connsiteY12" fmla="*/ 40543 h 10695515"/>
              <a:gd name="connsiteX13" fmla="*/ 42822 w 4123636"/>
              <a:gd name="connsiteY13" fmla="*/ 4670 h 10695515"/>
              <a:gd name="connsiteX14" fmla="*/ 63677 w 4123636"/>
              <a:gd name="connsiteY14" fmla="*/ 37 h 10695515"/>
              <a:gd name="connsiteX15" fmla="*/ 4085919 w 4123636"/>
              <a:gd name="connsiteY15" fmla="*/ 0 h 10695515"/>
              <a:gd name="connsiteX16" fmla="*/ 4119446 w 4123636"/>
              <a:gd name="connsiteY16" fmla="*/ 33528 h 10695515"/>
              <a:gd name="connsiteX17" fmla="*/ 4119445 w 4123636"/>
              <a:gd name="connsiteY17" fmla="*/ 10662081 h 10695515"/>
              <a:gd name="connsiteX18" fmla="*/ 4085918 w 4123636"/>
              <a:gd name="connsiteY18" fmla="*/ 10695514 h 10695515"/>
              <a:gd name="connsiteX19" fmla="*/ 4068411 w 4123636"/>
              <a:gd name="connsiteY19" fmla="*/ 10695514 h 10695515"/>
              <a:gd name="connsiteX20" fmla="*/ 4068411 w 4123636"/>
              <a:gd name="connsiteY20" fmla="*/ 10695515 h 10695515"/>
              <a:gd name="connsiteX21" fmla="*/ 63663 w 4123636"/>
              <a:gd name="connsiteY21" fmla="*/ 10695515 h 10695515"/>
              <a:gd name="connsiteX22" fmla="*/ 26190 w 4123636"/>
              <a:gd name="connsiteY22" fmla="*/ 10659953 h 10695515"/>
              <a:gd name="connsiteX23" fmla="*/ 26190 w 4123636"/>
              <a:gd name="connsiteY23" fmla="*/ 9043781 h 10695515"/>
              <a:gd name="connsiteX24" fmla="*/ 15646 w 4123636"/>
              <a:gd name="connsiteY24" fmla="*/ 8991028 h 10695515"/>
              <a:gd name="connsiteX25" fmla="*/ 26190 w 4123636"/>
              <a:gd name="connsiteY25" fmla="*/ 8936768 h 10695515"/>
              <a:gd name="connsiteX26" fmla="*/ 26190 w 4123636"/>
              <a:gd name="connsiteY26" fmla="*/ 8213677 h 10695515"/>
              <a:gd name="connsiteX27" fmla="*/ 26190 w 4123636"/>
              <a:gd name="connsiteY27" fmla="*/ 8117697 h 10695515"/>
              <a:gd name="connsiteX28" fmla="*/ 14952 w 4123636"/>
              <a:gd name="connsiteY28" fmla="*/ 8064088 h 10695515"/>
              <a:gd name="connsiteX29" fmla="*/ 2074 w 4123636"/>
              <a:gd name="connsiteY29" fmla="*/ 8009276 h 10695515"/>
              <a:gd name="connsiteX0" fmla="*/ 2471 w 4124033"/>
              <a:gd name="connsiteY0" fmla="*/ 8009276 h 10695515"/>
              <a:gd name="connsiteX1" fmla="*/ 496 w 4124033"/>
              <a:gd name="connsiteY1" fmla="*/ 7844441 h 10695515"/>
              <a:gd name="connsiteX2" fmla="*/ 8639 w 4124033"/>
              <a:gd name="connsiteY2" fmla="*/ 7790887 h 10695515"/>
              <a:gd name="connsiteX3" fmla="*/ 16142 w 4124033"/>
              <a:gd name="connsiteY3" fmla="*/ 7712540 h 10695515"/>
              <a:gd name="connsiteX4" fmla="*/ 24138 w 4124033"/>
              <a:gd name="connsiteY4" fmla="*/ 7658609 h 10695515"/>
              <a:gd name="connsiteX5" fmla="*/ 26587 w 4124033"/>
              <a:gd name="connsiteY5" fmla="*/ 7648210 h 10695515"/>
              <a:gd name="connsiteX6" fmla="*/ 26587 w 4124033"/>
              <a:gd name="connsiteY6" fmla="*/ 7295316 h 10695515"/>
              <a:gd name="connsiteX7" fmla="*/ 23850 w 4124033"/>
              <a:gd name="connsiteY7" fmla="*/ 7269284 h 10695515"/>
              <a:gd name="connsiteX8" fmla="*/ 26587 w 4124033"/>
              <a:gd name="connsiteY8" fmla="*/ 7181458 h 10695515"/>
              <a:gd name="connsiteX9" fmla="*/ 22859 w 4124033"/>
              <a:gd name="connsiteY9" fmla="*/ 7168704 h 10695515"/>
              <a:gd name="connsiteX10" fmla="*/ 26587 w 4124033"/>
              <a:gd name="connsiteY10" fmla="*/ 7082840 h 10695515"/>
              <a:gd name="connsiteX11" fmla="*/ 17976 w 4124033"/>
              <a:gd name="connsiteY11" fmla="*/ 40543 h 10695515"/>
              <a:gd name="connsiteX12" fmla="*/ 43219 w 4124033"/>
              <a:gd name="connsiteY12" fmla="*/ 4670 h 10695515"/>
              <a:gd name="connsiteX13" fmla="*/ 64074 w 4124033"/>
              <a:gd name="connsiteY13" fmla="*/ 37 h 10695515"/>
              <a:gd name="connsiteX14" fmla="*/ 4086316 w 4124033"/>
              <a:gd name="connsiteY14" fmla="*/ 0 h 10695515"/>
              <a:gd name="connsiteX15" fmla="*/ 4119843 w 4124033"/>
              <a:gd name="connsiteY15" fmla="*/ 33528 h 10695515"/>
              <a:gd name="connsiteX16" fmla="*/ 4119842 w 4124033"/>
              <a:gd name="connsiteY16" fmla="*/ 10662081 h 10695515"/>
              <a:gd name="connsiteX17" fmla="*/ 4086315 w 4124033"/>
              <a:gd name="connsiteY17" fmla="*/ 10695514 h 10695515"/>
              <a:gd name="connsiteX18" fmla="*/ 4068808 w 4124033"/>
              <a:gd name="connsiteY18" fmla="*/ 10695514 h 10695515"/>
              <a:gd name="connsiteX19" fmla="*/ 4068808 w 4124033"/>
              <a:gd name="connsiteY19" fmla="*/ 10695515 h 10695515"/>
              <a:gd name="connsiteX20" fmla="*/ 64060 w 4124033"/>
              <a:gd name="connsiteY20" fmla="*/ 10695515 h 10695515"/>
              <a:gd name="connsiteX21" fmla="*/ 26587 w 4124033"/>
              <a:gd name="connsiteY21" fmla="*/ 10659953 h 10695515"/>
              <a:gd name="connsiteX22" fmla="*/ 26587 w 4124033"/>
              <a:gd name="connsiteY22" fmla="*/ 9043781 h 10695515"/>
              <a:gd name="connsiteX23" fmla="*/ 16043 w 4124033"/>
              <a:gd name="connsiteY23" fmla="*/ 8991028 h 10695515"/>
              <a:gd name="connsiteX24" fmla="*/ 26587 w 4124033"/>
              <a:gd name="connsiteY24" fmla="*/ 8936768 h 10695515"/>
              <a:gd name="connsiteX25" fmla="*/ 26587 w 4124033"/>
              <a:gd name="connsiteY25" fmla="*/ 8213677 h 10695515"/>
              <a:gd name="connsiteX26" fmla="*/ 26587 w 4124033"/>
              <a:gd name="connsiteY26" fmla="*/ 8117697 h 10695515"/>
              <a:gd name="connsiteX27" fmla="*/ 15349 w 4124033"/>
              <a:gd name="connsiteY27" fmla="*/ 8064088 h 10695515"/>
              <a:gd name="connsiteX28" fmla="*/ 2471 w 4124033"/>
              <a:gd name="connsiteY28" fmla="*/ 8009276 h 10695515"/>
              <a:gd name="connsiteX0" fmla="*/ 14853 w 4123537"/>
              <a:gd name="connsiteY0" fmla="*/ 8064088 h 10695515"/>
              <a:gd name="connsiteX1" fmla="*/ 0 w 4123537"/>
              <a:gd name="connsiteY1" fmla="*/ 7844441 h 10695515"/>
              <a:gd name="connsiteX2" fmla="*/ 8143 w 4123537"/>
              <a:gd name="connsiteY2" fmla="*/ 7790887 h 10695515"/>
              <a:gd name="connsiteX3" fmla="*/ 15646 w 4123537"/>
              <a:gd name="connsiteY3" fmla="*/ 7712540 h 10695515"/>
              <a:gd name="connsiteX4" fmla="*/ 23642 w 4123537"/>
              <a:gd name="connsiteY4" fmla="*/ 7658609 h 10695515"/>
              <a:gd name="connsiteX5" fmla="*/ 26091 w 4123537"/>
              <a:gd name="connsiteY5" fmla="*/ 7648210 h 10695515"/>
              <a:gd name="connsiteX6" fmla="*/ 26091 w 4123537"/>
              <a:gd name="connsiteY6" fmla="*/ 7295316 h 10695515"/>
              <a:gd name="connsiteX7" fmla="*/ 23354 w 4123537"/>
              <a:gd name="connsiteY7" fmla="*/ 7269284 h 10695515"/>
              <a:gd name="connsiteX8" fmla="*/ 26091 w 4123537"/>
              <a:gd name="connsiteY8" fmla="*/ 7181458 h 10695515"/>
              <a:gd name="connsiteX9" fmla="*/ 22363 w 4123537"/>
              <a:gd name="connsiteY9" fmla="*/ 7168704 h 10695515"/>
              <a:gd name="connsiteX10" fmla="*/ 26091 w 4123537"/>
              <a:gd name="connsiteY10" fmla="*/ 7082840 h 10695515"/>
              <a:gd name="connsiteX11" fmla="*/ 17480 w 4123537"/>
              <a:gd name="connsiteY11" fmla="*/ 40543 h 10695515"/>
              <a:gd name="connsiteX12" fmla="*/ 42723 w 4123537"/>
              <a:gd name="connsiteY12" fmla="*/ 4670 h 10695515"/>
              <a:gd name="connsiteX13" fmla="*/ 63578 w 4123537"/>
              <a:gd name="connsiteY13" fmla="*/ 37 h 10695515"/>
              <a:gd name="connsiteX14" fmla="*/ 4085820 w 4123537"/>
              <a:gd name="connsiteY14" fmla="*/ 0 h 10695515"/>
              <a:gd name="connsiteX15" fmla="*/ 4119347 w 4123537"/>
              <a:gd name="connsiteY15" fmla="*/ 33528 h 10695515"/>
              <a:gd name="connsiteX16" fmla="*/ 4119346 w 4123537"/>
              <a:gd name="connsiteY16" fmla="*/ 10662081 h 10695515"/>
              <a:gd name="connsiteX17" fmla="*/ 4085819 w 4123537"/>
              <a:gd name="connsiteY17" fmla="*/ 10695514 h 10695515"/>
              <a:gd name="connsiteX18" fmla="*/ 4068312 w 4123537"/>
              <a:gd name="connsiteY18" fmla="*/ 10695514 h 10695515"/>
              <a:gd name="connsiteX19" fmla="*/ 4068312 w 4123537"/>
              <a:gd name="connsiteY19" fmla="*/ 10695515 h 10695515"/>
              <a:gd name="connsiteX20" fmla="*/ 63564 w 4123537"/>
              <a:gd name="connsiteY20" fmla="*/ 10695515 h 10695515"/>
              <a:gd name="connsiteX21" fmla="*/ 26091 w 4123537"/>
              <a:gd name="connsiteY21" fmla="*/ 10659953 h 10695515"/>
              <a:gd name="connsiteX22" fmla="*/ 26091 w 4123537"/>
              <a:gd name="connsiteY22" fmla="*/ 9043781 h 10695515"/>
              <a:gd name="connsiteX23" fmla="*/ 15547 w 4123537"/>
              <a:gd name="connsiteY23" fmla="*/ 8991028 h 10695515"/>
              <a:gd name="connsiteX24" fmla="*/ 26091 w 4123537"/>
              <a:gd name="connsiteY24" fmla="*/ 8936768 h 10695515"/>
              <a:gd name="connsiteX25" fmla="*/ 26091 w 4123537"/>
              <a:gd name="connsiteY25" fmla="*/ 8213677 h 10695515"/>
              <a:gd name="connsiteX26" fmla="*/ 26091 w 4123537"/>
              <a:gd name="connsiteY26" fmla="*/ 8117697 h 10695515"/>
              <a:gd name="connsiteX27" fmla="*/ 14853 w 4123537"/>
              <a:gd name="connsiteY27" fmla="*/ 8064088 h 10695515"/>
              <a:gd name="connsiteX0" fmla="*/ 6714 w 4115398"/>
              <a:gd name="connsiteY0" fmla="*/ 8064088 h 10695515"/>
              <a:gd name="connsiteX1" fmla="*/ 4 w 4115398"/>
              <a:gd name="connsiteY1" fmla="*/ 7790887 h 10695515"/>
              <a:gd name="connsiteX2" fmla="*/ 7507 w 4115398"/>
              <a:gd name="connsiteY2" fmla="*/ 7712540 h 10695515"/>
              <a:gd name="connsiteX3" fmla="*/ 15503 w 4115398"/>
              <a:gd name="connsiteY3" fmla="*/ 7658609 h 10695515"/>
              <a:gd name="connsiteX4" fmla="*/ 17952 w 4115398"/>
              <a:gd name="connsiteY4" fmla="*/ 7648210 h 10695515"/>
              <a:gd name="connsiteX5" fmla="*/ 17952 w 4115398"/>
              <a:gd name="connsiteY5" fmla="*/ 7295316 h 10695515"/>
              <a:gd name="connsiteX6" fmla="*/ 15215 w 4115398"/>
              <a:gd name="connsiteY6" fmla="*/ 7269284 h 10695515"/>
              <a:gd name="connsiteX7" fmla="*/ 17952 w 4115398"/>
              <a:gd name="connsiteY7" fmla="*/ 7181458 h 10695515"/>
              <a:gd name="connsiteX8" fmla="*/ 14224 w 4115398"/>
              <a:gd name="connsiteY8" fmla="*/ 7168704 h 10695515"/>
              <a:gd name="connsiteX9" fmla="*/ 17952 w 4115398"/>
              <a:gd name="connsiteY9" fmla="*/ 7082840 h 10695515"/>
              <a:gd name="connsiteX10" fmla="*/ 9341 w 4115398"/>
              <a:gd name="connsiteY10" fmla="*/ 40543 h 10695515"/>
              <a:gd name="connsiteX11" fmla="*/ 34584 w 4115398"/>
              <a:gd name="connsiteY11" fmla="*/ 4670 h 10695515"/>
              <a:gd name="connsiteX12" fmla="*/ 55439 w 4115398"/>
              <a:gd name="connsiteY12" fmla="*/ 37 h 10695515"/>
              <a:gd name="connsiteX13" fmla="*/ 4077681 w 4115398"/>
              <a:gd name="connsiteY13" fmla="*/ 0 h 10695515"/>
              <a:gd name="connsiteX14" fmla="*/ 4111208 w 4115398"/>
              <a:gd name="connsiteY14" fmla="*/ 33528 h 10695515"/>
              <a:gd name="connsiteX15" fmla="*/ 4111207 w 4115398"/>
              <a:gd name="connsiteY15" fmla="*/ 10662081 h 10695515"/>
              <a:gd name="connsiteX16" fmla="*/ 4077680 w 4115398"/>
              <a:gd name="connsiteY16" fmla="*/ 10695514 h 10695515"/>
              <a:gd name="connsiteX17" fmla="*/ 4060173 w 4115398"/>
              <a:gd name="connsiteY17" fmla="*/ 10695514 h 10695515"/>
              <a:gd name="connsiteX18" fmla="*/ 4060173 w 4115398"/>
              <a:gd name="connsiteY18" fmla="*/ 10695515 h 10695515"/>
              <a:gd name="connsiteX19" fmla="*/ 55425 w 4115398"/>
              <a:gd name="connsiteY19" fmla="*/ 10695515 h 10695515"/>
              <a:gd name="connsiteX20" fmla="*/ 17952 w 4115398"/>
              <a:gd name="connsiteY20" fmla="*/ 10659953 h 10695515"/>
              <a:gd name="connsiteX21" fmla="*/ 17952 w 4115398"/>
              <a:gd name="connsiteY21" fmla="*/ 9043781 h 10695515"/>
              <a:gd name="connsiteX22" fmla="*/ 7408 w 4115398"/>
              <a:gd name="connsiteY22" fmla="*/ 8991028 h 10695515"/>
              <a:gd name="connsiteX23" fmla="*/ 17952 w 4115398"/>
              <a:gd name="connsiteY23" fmla="*/ 8936768 h 10695515"/>
              <a:gd name="connsiteX24" fmla="*/ 17952 w 4115398"/>
              <a:gd name="connsiteY24" fmla="*/ 8213677 h 10695515"/>
              <a:gd name="connsiteX25" fmla="*/ 17952 w 4115398"/>
              <a:gd name="connsiteY25" fmla="*/ 8117697 h 10695515"/>
              <a:gd name="connsiteX26" fmla="*/ 6714 w 4115398"/>
              <a:gd name="connsiteY26" fmla="*/ 8064088 h 10695515"/>
              <a:gd name="connsiteX0" fmla="*/ 293 w 4108977"/>
              <a:gd name="connsiteY0" fmla="*/ 8064088 h 10695515"/>
              <a:gd name="connsiteX1" fmla="*/ 18363 w 4108977"/>
              <a:gd name="connsiteY1" fmla="*/ 7826418 h 10695515"/>
              <a:gd name="connsiteX2" fmla="*/ 1086 w 4108977"/>
              <a:gd name="connsiteY2" fmla="*/ 7712540 h 10695515"/>
              <a:gd name="connsiteX3" fmla="*/ 9082 w 4108977"/>
              <a:gd name="connsiteY3" fmla="*/ 7658609 h 10695515"/>
              <a:gd name="connsiteX4" fmla="*/ 11531 w 4108977"/>
              <a:gd name="connsiteY4" fmla="*/ 7648210 h 10695515"/>
              <a:gd name="connsiteX5" fmla="*/ 11531 w 4108977"/>
              <a:gd name="connsiteY5" fmla="*/ 7295316 h 10695515"/>
              <a:gd name="connsiteX6" fmla="*/ 8794 w 4108977"/>
              <a:gd name="connsiteY6" fmla="*/ 7269284 h 10695515"/>
              <a:gd name="connsiteX7" fmla="*/ 11531 w 4108977"/>
              <a:gd name="connsiteY7" fmla="*/ 7181458 h 10695515"/>
              <a:gd name="connsiteX8" fmla="*/ 7803 w 4108977"/>
              <a:gd name="connsiteY8" fmla="*/ 7168704 h 10695515"/>
              <a:gd name="connsiteX9" fmla="*/ 11531 w 4108977"/>
              <a:gd name="connsiteY9" fmla="*/ 7082840 h 10695515"/>
              <a:gd name="connsiteX10" fmla="*/ 2920 w 4108977"/>
              <a:gd name="connsiteY10" fmla="*/ 40543 h 10695515"/>
              <a:gd name="connsiteX11" fmla="*/ 28163 w 4108977"/>
              <a:gd name="connsiteY11" fmla="*/ 4670 h 10695515"/>
              <a:gd name="connsiteX12" fmla="*/ 49018 w 4108977"/>
              <a:gd name="connsiteY12" fmla="*/ 37 h 10695515"/>
              <a:gd name="connsiteX13" fmla="*/ 4071260 w 4108977"/>
              <a:gd name="connsiteY13" fmla="*/ 0 h 10695515"/>
              <a:gd name="connsiteX14" fmla="*/ 4104787 w 4108977"/>
              <a:gd name="connsiteY14" fmla="*/ 33528 h 10695515"/>
              <a:gd name="connsiteX15" fmla="*/ 4104786 w 4108977"/>
              <a:gd name="connsiteY15" fmla="*/ 10662081 h 10695515"/>
              <a:gd name="connsiteX16" fmla="*/ 4071259 w 4108977"/>
              <a:gd name="connsiteY16" fmla="*/ 10695514 h 10695515"/>
              <a:gd name="connsiteX17" fmla="*/ 4053752 w 4108977"/>
              <a:gd name="connsiteY17" fmla="*/ 10695514 h 10695515"/>
              <a:gd name="connsiteX18" fmla="*/ 4053752 w 4108977"/>
              <a:gd name="connsiteY18" fmla="*/ 10695515 h 10695515"/>
              <a:gd name="connsiteX19" fmla="*/ 49004 w 4108977"/>
              <a:gd name="connsiteY19" fmla="*/ 10695515 h 10695515"/>
              <a:gd name="connsiteX20" fmla="*/ 11531 w 4108977"/>
              <a:gd name="connsiteY20" fmla="*/ 10659953 h 10695515"/>
              <a:gd name="connsiteX21" fmla="*/ 11531 w 4108977"/>
              <a:gd name="connsiteY21" fmla="*/ 9043781 h 10695515"/>
              <a:gd name="connsiteX22" fmla="*/ 987 w 4108977"/>
              <a:gd name="connsiteY22" fmla="*/ 8991028 h 10695515"/>
              <a:gd name="connsiteX23" fmla="*/ 11531 w 4108977"/>
              <a:gd name="connsiteY23" fmla="*/ 8936768 h 10695515"/>
              <a:gd name="connsiteX24" fmla="*/ 11531 w 4108977"/>
              <a:gd name="connsiteY24" fmla="*/ 8213677 h 10695515"/>
              <a:gd name="connsiteX25" fmla="*/ 11531 w 4108977"/>
              <a:gd name="connsiteY25" fmla="*/ 8117697 h 10695515"/>
              <a:gd name="connsiteX26" fmla="*/ 293 w 4108977"/>
              <a:gd name="connsiteY26" fmla="*/ 8064088 h 10695515"/>
              <a:gd name="connsiteX0" fmla="*/ 10544 w 4107990"/>
              <a:gd name="connsiteY0" fmla="*/ 8117697 h 10695515"/>
              <a:gd name="connsiteX1" fmla="*/ 17376 w 4107990"/>
              <a:gd name="connsiteY1" fmla="*/ 7826418 h 10695515"/>
              <a:gd name="connsiteX2" fmla="*/ 99 w 4107990"/>
              <a:gd name="connsiteY2" fmla="*/ 7712540 h 10695515"/>
              <a:gd name="connsiteX3" fmla="*/ 8095 w 4107990"/>
              <a:gd name="connsiteY3" fmla="*/ 7658609 h 10695515"/>
              <a:gd name="connsiteX4" fmla="*/ 10544 w 4107990"/>
              <a:gd name="connsiteY4" fmla="*/ 7648210 h 10695515"/>
              <a:gd name="connsiteX5" fmla="*/ 10544 w 4107990"/>
              <a:gd name="connsiteY5" fmla="*/ 7295316 h 10695515"/>
              <a:gd name="connsiteX6" fmla="*/ 7807 w 4107990"/>
              <a:gd name="connsiteY6" fmla="*/ 7269284 h 10695515"/>
              <a:gd name="connsiteX7" fmla="*/ 10544 w 4107990"/>
              <a:gd name="connsiteY7" fmla="*/ 7181458 h 10695515"/>
              <a:gd name="connsiteX8" fmla="*/ 6816 w 4107990"/>
              <a:gd name="connsiteY8" fmla="*/ 7168704 h 10695515"/>
              <a:gd name="connsiteX9" fmla="*/ 10544 w 4107990"/>
              <a:gd name="connsiteY9" fmla="*/ 7082840 h 10695515"/>
              <a:gd name="connsiteX10" fmla="*/ 1933 w 4107990"/>
              <a:gd name="connsiteY10" fmla="*/ 40543 h 10695515"/>
              <a:gd name="connsiteX11" fmla="*/ 27176 w 4107990"/>
              <a:gd name="connsiteY11" fmla="*/ 4670 h 10695515"/>
              <a:gd name="connsiteX12" fmla="*/ 48031 w 4107990"/>
              <a:gd name="connsiteY12" fmla="*/ 37 h 10695515"/>
              <a:gd name="connsiteX13" fmla="*/ 4070273 w 4107990"/>
              <a:gd name="connsiteY13" fmla="*/ 0 h 10695515"/>
              <a:gd name="connsiteX14" fmla="*/ 4103800 w 4107990"/>
              <a:gd name="connsiteY14" fmla="*/ 33528 h 10695515"/>
              <a:gd name="connsiteX15" fmla="*/ 4103799 w 4107990"/>
              <a:gd name="connsiteY15" fmla="*/ 10662081 h 10695515"/>
              <a:gd name="connsiteX16" fmla="*/ 4070272 w 4107990"/>
              <a:gd name="connsiteY16" fmla="*/ 10695514 h 10695515"/>
              <a:gd name="connsiteX17" fmla="*/ 4052765 w 4107990"/>
              <a:gd name="connsiteY17" fmla="*/ 10695514 h 10695515"/>
              <a:gd name="connsiteX18" fmla="*/ 4052765 w 4107990"/>
              <a:gd name="connsiteY18" fmla="*/ 10695515 h 10695515"/>
              <a:gd name="connsiteX19" fmla="*/ 48017 w 4107990"/>
              <a:gd name="connsiteY19" fmla="*/ 10695515 h 10695515"/>
              <a:gd name="connsiteX20" fmla="*/ 10544 w 4107990"/>
              <a:gd name="connsiteY20" fmla="*/ 10659953 h 10695515"/>
              <a:gd name="connsiteX21" fmla="*/ 10544 w 4107990"/>
              <a:gd name="connsiteY21" fmla="*/ 9043781 h 10695515"/>
              <a:gd name="connsiteX22" fmla="*/ 0 w 4107990"/>
              <a:gd name="connsiteY22" fmla="*/ 8991028 h 10695515"/>
              <a:gd name="connsiteX23" fmla="*/ 10544 w 4107990"/>
              <a:gd name="connsiteY23" fmla="*/ 8936768 h 10695515"/>
              <a:gd name="connsiteX24" fmla="*/ 10544 w 4107990"/>
              <a:gd name="connsiteY24" fmla="*/ 8213677 h 10695515"/>
              <a:gd name="connsiteX25" fmla="*/ 10544 w 4107990"/>
              <a:gd name="connsiteY25" fmla="*/ 8117697 h 10695515"/>
              <a:gd name="connsiteX0" fmla="*/ 10445 w 4107891"/>
              <a:gd name="connsiteY0" fmla="*/ 8117697 h 10695515"/>
              <a:gd name="connsiteX1" fmla="*/ 17277 w 4107891"/>
              <a:gd name="connsiteY1" fmla="*/ 7826418 h 10695515"/>
              <a:gd name="connsiteX2" fmla="*/ 0 w 4107891"/>
              <a:gd name="connsiteY2" fmla="*/ 7712540 h 10695515"/>
              <a:gd name="connsiteX3" fmla="*/ 7996 w 4107891"/>
              <a:gd name="connsiteY3" fmla="*/ 7658609 h 10695515"/>
              <a:gd name="connsiteX4" fmla="*/ 10445 w 4107891"/>
              <a:gd name="connsiteY4" fmla="*/ 7648210 h 10695515"/>
              <a:gd name="connsiteX5" fmla="*/ 10445 w 4107891"/>
              <a:gd name="connsiteY5" fmla="*/ 7295316 h 10695515"/>
              <a:gd name="connsiteX6" fmla="*/ 7708 w 4107891"/>
              <a:gd name="connsiteY6" fmla="*/ 7269284 h 10695515"/>
              <a:gd name="connsiteX7" fmla="*/ 10445 w 4107891"/>
              <a:gd name="connsiteY7" fmla="*/ 7181458 h 10695515"/>
              <a:gd name="connsiteX8" fmla="*/ 6717 w 4107891"/>
              <a:gd name="connsiteY8" fmla="*/ 7168704 h 10695515"/>
              <a:gd name="connsiteX9" fmla="*/ 10445 w 4107891"/>
              <a:gd name="connsiteY9" fmla="*/ 7082840 h 10695515"/>
              <a:gd name="connsiteX10" fmla="*/ 1834 w 4107891"/>
              <a:gd name="connsiteY10" fmla="*/ 40543 h 10695515"/>
              <a:gd name="connsiteX11" fmla="*/ 27077 w 4107891"/>
              <a:gd name="connsiteY11" fmla="*/ 4670 h 10695515"/>
              <a:gd name="connsiteX12" fmla="*/ 47932 w 4107891"/>
              <a:gd name="connsiteY12" fmla="*/ 37 h 10695515"/>
              <a:gd name="connsiteX13" fmla="*/ 4070174 w 4107891"/>
              <a:gd name="connsiteY13" fmla="*/ 0 h 10695515"/>
              <a:gd name="connsiteX14" fmla="*/ 4103701 w 4107891"/>
              <a:gd name="connsiteY14" fmla="*/ 33528 h 10695515"/>
              <a:gd name="connsiteX15" fmla="*/ 4103700 w 4107891"/>
              <a:gd name="connsiteY15" fmla="*/ 10662081 h 10695515"/>
              <a:gd name="connsiteX16" fmla="*/ 4070173 w 4107891"/>
              <a:gd name="connsiteY16" fmla="*/ 10695514 h 10695515"/>
              <a:gd name="connsiteX17" fmla="*/ 4052666 w 4107891"/>
              <a:gd name="connsiteY17" fmla="*/ 10695514 h 10695515"/>
              <a:gd name="connsiteX18" fmla="*/ 4052666 w 4107891"/>
              <a:gd name="connsiteY18" fmla="*/ 10695515 h 10695515"/>
              <a:gd name="connsiteX19" fmla="*/ 47918 w 4107891"/>
              <a:gd name="connsiteY19" fmla="*/ 10695515 h 10695515"/>
              <a:gd name="connsiteX20" fmla="*/ 10445 w 4107891"/>
              <a:gd name="connsiteY20" fmla="*/ 10659953 h 10695515"/>
              <a:gd name="connsiteX21" fmla="*/ 10445 w 4107891"/>
              <a:gd name="connsiteY21" fmla="*/ 9043781 h 10695515"/>
              <a:gd name="connsiteX22" fmla="*/ 10445 w 4107891"/>
              <a:gd name="connsiteY22" fmla="*/ 8936768 h 10695515"/>
              <a:gd name="connsiteX23" fmla="*/ 10445 w 4107891"/>
              <a:gd name="connsiteY23" fmla="*/ 8213677 h 10695515"/>
              <a:gd name="connsiteX24" fmla="*/ 10445 w 4107891"/>
              <a:gd name="connsiteY24" fmla="*/ 8117697 h 10695515"/>
              <a:gd name="connsiteX0" fmla="*/ 10445 w 4107891"/>
              <a:gd name="connsiteY0" fmla="*/ 8117697 h 10695515"/>
              <a:gd name="connsiteX1" fmla="*/ 17277 w 4107891"/>
              <a:gd name="connsiteY1" fmla="*/ 7826418 h 10695515"/>
              <a:gd name="connsiteX2" fmla="*/ 0 w 4107891"/>
              <a:gd name="connsiteY2" fmla="*/ 7712540 h 10695515"/>
              <a:gd name="connsiteX3" fmla="*/ 7996 w 4107891"/>
              <a:gd name="connsiteY3" fmla="*/ 7658609 h 10695515"/>
              <a:gd name="connsiteX4" fmla="*/ 10445 w 4107891"/>
              <a:gd name="connsiteY4" fmla="*/ 7648210 h 10695515"/>
              <a:gd name="connsiteX5" fmla="*/ 10445 w 4107891"/>
              <a:gd name="connsiteY5" fmla="*/ 7295316 h 10695515"/>
              <a:gd name="connsiteX6" fmla="*/ 7708 w 4107891"/>
              <a:gd name="connsiteY6" fmla="*/ 7269284 h 10695515"/>
              <a:gd name="connsiteX7" fmla="*/ 10445 w 4107891"/>
              <a:gd name="connsiteY7" fmla="*/ 7181458 h 10695515"/>
              <a:gd name="connsiteX8" fmla="*/ 6717 w 4107891"/>
              <a:gd name="connsiteY8" fmla="*/ 7168704 h 10695515"/>
              <a:gd name="connsiteX9" fmla="*/ 10445 w 4107891"/>
              <a:gd name="connsiteY9" fmla="*/ 7082840 h 10695515"/>
              <a:gd name="connsiteX10" fmla="*/ 1834 w 4107891"/>
              <a:gd name="connsiteY10" fmla="*/ 40543 h 10695515"/>
              <a:gd name="connsiteX11" fmla="*/ 27077 w 4107891"/>
              <a:gd name="connsiteY11" fmla="*/ 4670 h 10695515"/>
              <a:gd name="connsiteX12" fmla="*/ 47932 w 4107891"/>
              <a:gd name="connsiteY12" fmla="*/ 37 h 10695515"/>
              <a:gd name="connsiteX13" fmla="*/ 4070174 w 4107891"/>
              <a:gd name="connsiteY13" fmla="*/ 0 h 10695515"/>
              <a:gd name="connsiteX14" fmla="*/ 4103701 w 4107891"/>
              <a:gd name="connsiteY14" fmla="*/ 33528 h 10695515"/>
              <a:gd name="connsiteX15" fmla="*/ 4103700 w 4107891"/>
              <a:gd name="connsiteY15" fmla="*/ 10662081 h 10695515"/>
              <a:gd name="connsiteX16" fmla="*/ 4070173 w 4107891"/>
              <a:gd name="connsiteY16" fmla="*/ 10695514 h 10695515"/>
              <a:gd name="connsiteX17" fmla="*/ 4052666 w 4107891"/>
              <a:gd name="connsiteY17" fmla="*/ 10695514 h 10695515"/>
              <a:gd name="connsiteX18" fmla="*/ 4052666 w 4107891"/>
              <a:gd name="connsiteY18" fmla="*/ 10695515 h 10695515"/>
              <a:gd name="connsiteX19" fmla="*/ 47918 w 4107891"/>
              <a:gd name="connsiteY19" fmla="*/ 10695515 h 10695515"/>
              <a:gd name="connsiteX20" fmla="*/ 10445 w 4107891"/>
              <a:gd name="connsiteY20" fmla="*/ 10659953 h 10695515"/>
              <a:gd name="connsiteX21" fmla="*/ 10445 w 4107891"/>
              <a:gd name="connsiteY21" fmla="*/ 9043781 h 10695515"/>
              <a:gd name="connsiteX22" fmla="*/ 10445 w 4107891"/>
              <a:gd name="connsiteY22" fmla="*/ 8213677 h 10695515"/>
              <a:gd name="connsiteX23" fmla="*/ 10445 w 4107891"/>
              <a:gd name="connsiteY23" fmla="*/ 8117697 h 10695515"/>
              <a:gd name="connsiteX0" fmla="*/ 10445 w 4107891"/>
              <a:gd name="connsiteY0" fmla="*/ 8117697 h 10695515"/>
              <a:gd name="connsiteX1" fmla="*/ 17277 w 4107891"/>
              <a:gd name="connsiteY1" fmla="*/ 7826418 h 10695515"/>
              <a:gd name="connsiteX2" fmla="*/ 0 w 4107891"/>
              <a:gd name="connsiteY2" fmla="*/ 7712540 h 10695515"/>
              <a:gd name="connsiteX3" fmla="*/ 7996 w 4107891"/>
              <a:gd name="connsiteY3" fmla="*/ 7658609 h 10695515"/>
              <a:gd name="connsiteX4" fmla="*/ 10445 w 4107891"/>
              <a:gd name="connsiteY4" fmla="*/ 7648210 h 10695515"/>
              <a:gd name="connsiteX5" fmla="*/ 10445 w 4107891"/>
              <a:gd name="connsiteY5" fmla="*/ 7295316 h 10695515"/>
              <a:gd name="connsiteX6" fmla="*/ 7708 w 4107891"/>
              <a:gd name="connsiteY6" fmla="*/ 7269284 h 10695515"/>
              <a:gd name="connsiteX7" fmla="*/ 10445 w 4107891"/>
              <a:gd name="connsiteY7" fmla="*/ 7181458 h 10695515"/>
              <a:gd name="connsiteX8" fmla="*/ 6717 w 4107891"/>
              <a:gd name="connsiteY8" fmla="*/ 7168704 h 10695515"/>
              <a:gd name="connsiteX9" fmla="*/ 10445 w 4107891"/>
              <a:gd name="connsiteY9" fmla="*/ 7082840 h 10695515"/>
              <a:gd name="connsiteX10" fmla="*/ 1834 w 4107891"/>
              <a:gd name="connsiteY10" fmla="*/ 40543 h 10695515"/>
              <a:gd name="connsiteX11" fmla="*/ 27077 w 4107891"/>
              <a:gd name="connsiteY11" fmla="*/ 4670 h 10695515"/>
              <a:gd name="connsiteX12" fmla="*/ 47932 w 4107891"/>
              <a:gd name="connsiteY12" fmla="*/ 37 h 10695515"/>
              <a:gd name="connsiteX13" fmla="*/ 4070174 w 4107891"/>
              <a:gd name="connsiteY13" fmla="*/ 0 h 10695515"/>
              <a:gd name="connsiteX14" fmla="*/ 4103701 w 4107891"/>
              <a:gd name="connsiteY14" fmla="*/ 33528 h 10695515"/>
              <a:gd name="connsiteX15" fmla="*/ 4103700 w 4107891"/>
              <a:gd name="connsiteY15" fmla="*/ 10662081 h 10695515"/>
              <a:gd name="connsiteX16" fmla="*/ 4070173 w 4107891"/>
              <a:gd name="connsiteY16" fmla="*/ 10695514 h 10695515"/>
              <a:gd name="connsiteX17" fmla="*/ 4052666 w 4107891"/>
              <a:gd name="connsiteY17" fmla="*/ 10695514 h 10695515"/>
              <a:gd name="connsiteX18" fmla="*/ 4052666 w 4107891"/>
              <a:gd name="connsiteY18" fmla="*/ 10695515 h 10695515"/>
              <a:gd name="connsiteX19" fmla="*/ 47918 w 4107891"/>
              <a:gd name="connsiteY19" fmla="*/ 10695515 h 10695515"/>
              <a:gd name="connsiteX20" fmla="*/ 10445 w 4107891"/>
              <a:gd name="connsiteY20" fmla="*/ 10659953 h 10695515"/>
              <a:gd name="connsiteX21" fmla="*/ 10445 w 4107891"/>
              <a:gd name="connsiteY21" fmla="*/ 8213677 h 10695515"/>
              <a:gd name="connsiteX22" fmla="*/ 10445 w 4107891"/>
              <a:gd name="connsiteY22" fmla="*/ 8117697 h 10695515"/>
              <a:gd name="connsiteX0" fmla="*/ 9074 w 4106520"/>
              <a:gd name="connsiteY0" fmla="*/ 8117697 h 10695515"/>
              <a:gd name="connsiteX1" fmla="*/ 15906 w 4106520"/>
              <a:gd name="connsiteY1" fmla="*/ 7826418 h 10695515"/>
              <a:gd name="connsiteX2" fmla="*/ 6625 w 4106520"/>
              <a:gd name="connsiteY2" fmla="*/ 7658609 h 10695515"/>
              <a:gd name="connsiteX3" fmla="*/ 9074 w 4106520"/>
              <a:gd name="connsiteY3" fmla="*/ 7648210 h 10695515"/>
              <a:gd name="connsiteX4" fmla="*/ 9074 w 4106520"/>
              <a:gd name="connsiteY4" fmla="*/ 7295316 h 10695515"/>
              <a:gd name="connsiteX5" fmla="*/ 6337 w 4106520"/>
              <a:gd name="connsiteY5" fmla="*/ 7269284 h 10695515"/>
              <a:gd name="connsiteX6" fmla="*/ 9074 w 4106520"/>
              <a:gd name="connsiteY6" fmla="*/ 7181458 h 10695515"/>
              <a:gd name="connsiteX7" fmla="*/ 5346 w 4106520"/>
              <a:gd name="connsiteY7" fmla="*/ 7168704 h 10695515"/>
              <a:gd name="connsiteX8" fmla="*/ 9074 w 4106520"/>
              <a:gd name="connsiteY8" fmla="*/ 7082840 h 10695515"/>
              <a:gd name="connsiteX9" fmla="*/ 463 w 4106520"/>
              <a:gd name="connsiteY9" fmla="*/ 40543 h 10695515"/>
              <a:gd name="connsiteX10" fmla="*/ 25706 w 4106520"/>
              <a:gd name="connsiteY10" fmla="*/ 4670 h 10695515"/>
              <a:gd name="connsiteX11" fmla="*/ 46561 w 4106520"/>
              <a:gd name="connsiteY11" fmla="*/ 37 h 10695515"/>
              <a:gd name="connsiteX12" fmla="*/ 4068803 w 4106520"/>
              <a:gd name="connsiteY12" fmla="*/ 0 h 10695515"/>
              <a:gd name="connsiteX13" fmla="*/ 4102330 w 4106520"/>
              <a:gd name="connsiteY13" fmla="*/ 33528 h 10695515"/>
              <a:gd name="connsiteX14" fmla="*/ 4102329 w 4106520"/>
              <a:gd name="connsiteY14" fmla="*/ 10662081 h 10695515"/>
              <a:gd name="connsiteX15" fmla="*/ 4068802 w 4106520"/>
              <a:gd name="connsiteY15" fmla="*/ 10695514 h 10695515"/>
              <a:gd name="connsiteX16" fmla="*/ 4051295 w 4106520"/>
              <a:gd name="connsiteY16" fmla="*/ 10695514 h 10695515"/>
              <a:gd name="connsiteX17" fmla="*/ 4051295 w 4106520"/>
              <a:gd name="connsiteY17" fmla="*/ 10695515 h 10695515"/>
              <a:gd name="connsiteX18" fmla="*/ 46547 w 4106520"/>
              <a:gd name="connsiteY18" fmla="*/ 10695515 h 10695515"/>
              <a:gd name="connsiteX19" fmla="*/ 9074 w 4106520"/>
              <a:gd name="connsiteY19" fmla="*/ 10659953 h 10695515"/>
              <a:gd name="connsiteX20" fmla="*/ 9074 w 4106520"/>
              <a:gd name="connsiteY20" fmla="*/ 8213677 h 10695515"/>
              <a:gd name="connsiteX21" fmla="*/ 9074 w 4106520"/>
              <a:gd name="connsiteY21" fmla="*/ 8117697 h 10695515"/>
              <a:gd name="connsiteX0" fmla="*/ 9074 w 4106520"/>
              <a:gd name="connsiteY0" fmla="*/ 8117697 h 10695515"/>
              <a:gd name="connsiteX1" fmla="*/ 15906 w 4106520"/>
              <a:gd name="connsiteY1" fmla="*/ 7826418 h 10695515"/>
              <a:gd name="connsiteX2" fmla="*/ 6625 w 4106520"/>
              <a:gd name="connsiteY2" fmla="*/ 7658609 h 10695515"/>
              <a:gd name="connsiteX3" fmla="*/ 9074 w 4106520"/>
              <a:gd name="connsiteY3" fmla="*/ 7295316 h 10695515"/>
              <a:gd name="connsiteX4" fmla="*/ 6337 w 4106520"/>
              <a:gd name="connsiteY4" fmla="*/ 7269284 h 10695515"/>
              <a:gd name="connsiteX5" fmla="*/ 9074 w 4106520"/>
              <a:gd name="connsiteY5" fmla="*/ 7181458 h 10695515"/>
              <a:gd name="connsiteX6" fmla="*/ 5346 w 4106520"/>
              <a:gd name="connsiteY6" fmla="*/ 7168704 h 10695515"/>
              <a:gd name="connsiteX7" fmla="*/ 9074 w 4106520"/>
              <a:gd name="connsiteY7" fmla="*/ 7082840 h 10695515"/>
              <a:gd name="connsiteX8" fmla="*/ 463 w 4106520"/>
              <a:gd name="connsiteY8" fmla="*/ 40543 h 10695515"/>
              <a:gd name="connsiteX9" fmla="*/ 25706 w 4106520"/>
              <a:gd name="connsiteY9" fmla="*/ 4670 h 10695515"/>
              <a:gd name="connsiteX10" fmla="*/ 46561 w 4106520"/>
              <a:gd name="connsiteY10" fmla="*/ 37 h 10695515"/>
              <a:gd name="connsiteX11" fmla="*/ 4068803 w 4106520"/>
              <a:gd name="connsiteY11" fmla="*/ 0 h 10695515"/>
              <a:gd name="connsiteX12" fmla="*/ 4102330 w 4106520"/>
              <a:gd name="connsiteY12" fmla="*/ 33528 h 10695515"/>
              <a:gd name="connsiteX13" fmla="*/ 4102329 w 4106520"/>
              <a:gd name="connsiteY13" fmla="*/ 10662081 h 10695515"/>
              <a:gd name="connsiteX14" fmla="*/ 4068802 w 4106520"/>
              <a:gd name="connsiteY14" fmla="*/ 10695514 h 10695515"/>
              <a:gd name="connsiteX15" fmla="*/ 4051295 w 4106520"/>
              <a:gd name="connsiteY15" fmla="*/ 10695514 h 10695515"/>
              <a:gd name="connsiteX16" fmla="*/ 4051295 w 4106520"/>
              <a:gd name="connsiteY16" fmla="*/ 10695515 h 10695515"/>
              <a:gd name="connsiteX17" fmla="*/ 46547 w 4106520"/>
              <a:gd name="connsiteY17" fmla="*/ 10695515 h 10695515"/>
              <a:gd name="connsiteX18" fmla="*/ 9074 w 4106520"/>
              <a:gd name="connsiteY18" fmla="*/ 10659953 h 10695515"/>
              <a:gd name="connsiteX19" fmla="*/ 9074 w 4106520"/>
              <a:gd name="connsiteY19" fmla="*/ 8213677 h 10695515"/>
              <a:gd name="connsiteX20" fmla="*/ 9074 w 4106520"/>
              <a:gd name="connsiteY20" fmla="*/ 8117697 h 10695515"/>
              <a:gd name="connsiteX0" fmla="*/ 9074 w 4106520"/>
              <a:gd name="connsiteY0" fmla="*/ 8117697 h 10695515"/>
              <a:gd name="connsiteX1" fmla="*/ 6625 w 4106520"/>
              <a:gd name="connsiteY1" fmla="*/ 7658609 h 10695515"/>
              <a:gd name="connsiteX2" fmla="*/ 9074 w 4106520"/>
              <a:gd name="connsiteY2" fmla="*/ 7295316 h 10695515"/>
              <a:gd name="connsiteX3" fmla="*/ 6337 w 4106520"/>
              <a:gd name="connsiteY3" fmla="*/ 7269284 h 10695515"/>
              <a:gd name="connsiteX4" fmla="*/ 9074 w 4106520"/>
              <a:gd name="connsiteY4" fmla="*/ 7181458 h 10695515"/>
              <a:gd name="connsiteX5" fmla="*/ 5346 w 4106520"/>
              <a:gd name="connsiteY5" fmla="*/ 7168704 h 10695515"/>
              <a:gd name="connsiteX6" fmla="*/ 9074 w 4106520"/>
              <a:gd name="connsiteY6" fmla="*/ 7082840 h 10695515"/>
              <a:gd name="connsiteX7" fmla="*/ 463 w 4106520"/>
              <a:gd name="connsiteY7" fmla="*/ 40543 h 10695515"/>
              <a:gd name="connsiteX8" fmla="*/ 25706 w 4106520"/>
              <a:gd name="connsiteY8" fmla="*/ 4670 h 10695515"/>
              <a:gd name="connsiteX9" fmla="*/ 46561 w 4106520"/>
              <a:gd name="connsiteY9" fmla="*/ 37 h 10695515"/>
              <a:gd name="connsiteX10" fmla="*/ 4068803 w 4106520"/>
              <a:gd name="connsiteY10" fmla="*/ 0 h 10695515"/>
              <a:gd name="connsiteX11" fmla="*/ 4102330 w 4106520"/>
              <a:gd name="connsiteY11" fmla="*/ 33528 h 10695515"/>
              <a:gd name="connsiteX12" fmla="*/ 4102329 w 4106520"/>
              <a:gd name="connsiteY12" fmla="*/ 10662081 h 10695515"/>
              <a:gd name="connsiteX13" fmla="*/ 4068802 w 4106520"/>
              <a:gd name="connsiteY13" fmla="*/ 10695514 h 10695515"/>
              <a:gd name="connsiteX14" fmla="*/ 4051295 w 4106520"/>
              <a:gd name="connsiteY14" fmla="*/ 10695514 h 10695515"/>
              <a:gd name="connsiteX15" fmla="*/ 4051295 w 4106520"/>
              <a:gd name="connsiteY15" fmla="*/ 10695515 h 10695515"/>
              <a:gd name="connsiteX16" fmla="*/ 46547 w 4106520"/>
              <a:gd name="connsiteY16" fmla="*/ 10695515 h 10695515"/>
              <a:gd name="connsiteX17" fmla="*/ 9074 w 4106520"/>
              <a:gd name="connsiteY17" fmla="*/ 10659953 h 10695515"/>
              <a:gd name="connsiteX18" fmla="*/ 9074 w 4106520"/>
              <a:gd name="connsiteY18" fmla="*/ 8213677 h 10695515"/>
              <a:gd name="connsiteX19" fmla="*/ 9074 w 4106520"/>
              <a:gd name="connsiteY19" fmla="*/ 8117697 h 10695515"/>
              <a:gd name="connsiteX0" fmla="*/ 9074 w 4106520"/>
              <a:gd name="connsiteY0" fmla="*/ 8117697 h 10695515"/>
              <a:gd name="connsiteX1" fmla="*/ 9074 w 4106520"/>
              <a:gd name="connsiteY1" fmla="*/ 7295316 h 10695515"/>
              <a:gd name="connsiteX2" fmla="*/ 6337 w 4106520"/>
              <a:gd name="connsiteY2" fmla="*/ 7269284 h 10695515"/>
              <a:gd name="connsiteX3" fmla="*/ 9074 w 4106520"/>
              <a:gd name="connsiteY3" fmla="*/ 7181458 h 10695515"/>
              <a:gd name="connsiteX4" fmla="*/ 5346 w 4106520"/>
              <a:gd name="connsiteY4" fmla="*/ 7168704 h 10695515"/>
              <a:gd name="connsiteX5" fmla="*/ 9074 w 4106520"/>
              <a:gd name="connsiteY5" fmla="*/ 7082840 h 10695515"/>
              <a:gd name="connsiteX6" fmla="*/ 463 w 4106520"/>
              <a:gd name="connsiteY6" fmla="*/ 40543 h 10695515"/>
              <a:gd name="connsiteX7" fmla="*/ 25706 w 4106520"/>
              <a:gd name="connsiteY7" fmla="*/ 4670 h 10695515"/>
              <a:gd name="connsiteX8" fmla="*/ 46561 w 4106520"/>
              <a:gd name="connsiteY8" fmla="*/ 37 h 10695515"/>
              <a:gd name="connsiteX9" fmla="*/ 4068803 w 4106520"/>
              <a:gd name="connsiteY9" fmla="*/ 0 h 10695515"/>
              <a:gd name="connsiteX10" fmla="*/ 4102330 w 4106520"/>
              <a:gd name="connsiteY10" fmla="*/ 33528 h 10695515"/>
              <a:gd name="connsiteX11" fmla="*/ 4102329 w 4106520"/>
              <a:gd name="connsiteY11" fmla="*/ 10662081 h 10695515"/>
              <a:gd name="connsiteX12" fmla="*/ 4068802 w 4106520"/>
              <a:gd name="connsiteY12" fmla="*/ 10695514 h 10695515"/>
              <a:gd name="connsiteX13" fmla="*/ 4051295 w 4106520"/>
              <a:gd name="connsiteY13" fmla="*/ 10695514 h 10695515"/>
              <a:gd name="connsiteX14" fmla="*/ 4051295 w 4106520"/>
              <a:gd name="connsiteY14" fmla="*/ 10695515 h 10695515"/>
              <a:gd name="connsiteX15" fmla="*/ 46547 w 4106520"/>
              <a:gd name="connsiteY15" fmla="*/ 10695515 h 10695515"/>
              <a:gd name="connsiteX16" fmla="*/ 9074 w 4106520"/>
              <a:gd name="connsiteY16" fmla="*/ 10659953 h 10695515"/>
              <a:gd name="connsiteX17" fmla="*/ 9074 w 4106520"/>
              <a:gd name="connsiteY17" fmla="*/ 8213677 h 10695515"/>
              <a:gd name="connsiteX18" fmla="*/ 9074 w 4106520"/>
              <a:gd name="connsiteY18" fmla="*/ 8117697 h 10695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4106520" h="10695515">
                <a:moveTo>
                  <a:pt x="9074" y="8117697"/>
                </a:moveTo>
                <a:cubicBezTo>
                  <a:pt x="9074" y="7964637"/>
                  <a:pt x="9530" y="7436718"/>
                  <a:pt x="9074" y="7295316"/>
                </a:cubicBezTo>
                <a:lnTo>
                  <a:pt x="6337" y="7269284"/>
                </a:lnTo>
                <a:cubicBezTo>
                  <a:pt x="7249" y="7240009"/>
                  <a:pt x="8162" y="7210733"/>
                  <a:pt x="9074" y="7181458"/>
                </a:cubicBezTo>
                <a:lnTo>
                  <a:pt x="5346" y="7168704"/>
                </a:lnTo>
                <a:lnTo>
                  <a:pt x="9074" y="7082840"/>
                </a:lnTo>
                <a:cubicBezTo>
                  <a:pt x="8260" y="5894813"/>
                  <a:pt x="-2309" y="1220238"/>
                  <a:pt x="463" y="40543"/>
                </a:cubicBezTo>
                <a:cubicBezTo>
                  <a:pt x="8877" y="19945"/>
                  <a:pt x="11191" y="16628"/>
                  <a:pt x="25706" y="4670"/>
                </a:cubicBezTo>
                <a:lnTo>
                  <a:pt x="46561" y="37"/>
                </a:lnTo>
                <a:lnTo>
                  <a:pt x="4068803" y="0"/>
                </a:lnTo>
                <a:cubicBezTo>
                  <a:pt x="4087300" y="52"/>
                  <a:pt x="4102283" y="15032"/>
                  <a:pt x="4102330" y="33528"/>
                </a:cubicBezTo>
                <a:cubicBezTo>
                  <a:pt x="4107918" y="1810541"/>
                  <a:pt x="4107917" y="8885083"/>
                  <a:pt x="4102329" y="10662081"/>
                </a:cubicBezTo>
                <a:cubicBezTo>
                  <a:pt x="4102224" y="10680541"/>
                  <a:pt x="4087261" y="10695466"/>
                  <a:pt x="4068802" y="10695514"/>
                </a:cubicBezTo>
                <a:lnTo>
                  <a:pt x="4051295" y="10695514"/>
                </a:lnTo>
                <a:lnTo>
                  <a:pt x="4051295" y="10695515"/>
                </a:lnTo>
                <a:lnTo>
                  <a:pt x="46547" y="10695515"/>
                </a:lnTo>
                <a:cubicBezTo>
                  <a:pt x="25857" y="10695403"/>
                  <a:pt x="9128" y="10679532"/>
                  <a:pt x="9074" y="10659953"/>
                </a:cubicBezTo>
                <a:lnTo>
                  <a:pt x="9074" y="8213677"/>
                </a:lnTo>
                <a:lnTo>
                  <a:pt x="9074" y="8117697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7" name="Picture 6" descr="A picture containing text, accessory, vector graphics, businesscard&#10;&#10;Description automatically generated">
            <a:extLst>
              <a:ext uri="{FF2B5EF4-FFF2-40B4-BE49-F238E27FC236}">
                <a16:creationId xmlns:a16="http://schemas.microsoft.com/office/drawing/2014/main" id="{B24F3D11-C2D6-45F2-92FC-C868F1F3A4B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3"/>
          <a:stretch/>
        </p:blipFill>
        <p:spPr>
          <a:xfrm>
            <a:off x="3773158" y="787233"/>
            <a:ext cx="4832392" cy="483239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C09AE98-A9A7-44BD-AA2D-0EFCFDA16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45635" y="3840480"/>
            <a:ext cx="8269356" cy="2256287"/>
          </a:xfrm>
        </p:spPr>
        <p:txBody>
          <a:bodyPr>
            <a:normAutofit/>
          </a:bodyPr>
          <a:lstStyle/>
          <a:p>
            <a:pPr algn="r"/>
            <a:r>
              <a:rPr lang="en-US" dirty="0"/>
              <a:t>2 Truth &amp; 1 Lie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36DC3C-6C0C-406F-89D5-9BE419117E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34601" y="6173932"/>
            <a:ext cx="4884975" cy="552574"/>
          </a:xfrm>
        </p:spPr>
        <p:txBody>
          <a:bodyPr>
            <a:normAutofit/>
          </a:bodyPr>
          <a:lstStyle/>
          <a:p>
            <a:pPr algn="r"/>
            <a:endParaRPr lang="en-ID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165B8C92-2D61-44A2-857C-E6980C2A22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87043">
            <a:off x="740665" y="-390458"/>
            <a:ext cx="464589" cy="1890251"/>
          </a:xfrm>
          <a:custGeom>
            <a:avLst/>
            <a:gdLst>
              <a:gd name="connsiteX0" fmla="*/ 0 w 555597"/>
              <a:gd name="connsiteY0" fmla="*/ 83880 h 1999290"/>
              <a:gd name="connsiteX1" fmla="*/ 49282 w 555597"/>
              <a:gd name="connsiteY1" fmla="*/ 71215 h 1999290"/>
              <a:gd name="connsiteX2" fmla="*/ 174397 w 555597"/>
              <a:gd name="connsiteY2" fmla="*/ 45224 h 1999290"/>
              <a:gd name="connsiteX3" fmla="*/ 242049 w 555597"/>
              <a:gd name="connsiteY3" fmla="*/ 54744 h 1999290"/>
              <a:gd name="connsiteX4" fmla="*/ 326503 w 555597"/>
              <a:gd name="connsiteY4" fmla="*/ 39434 h 1999290"/>
              <a:gd name="connsiteX5" fmla="*/ 343350 w 555597"/>
              <a:gd name="connsiteY5" fmla="*/ 40491 h 1999290"/>
              <a:gd name="connsiteX6" fmla="*/ 349790 w 555597"/>
              <a:gd name="connsiteY6" fmla="*/ 52348 h 1999290"/>
              <a:gd name="connsiteX7" fmla="*/ 355722 w 555597"/>
              <a:gd name="connsiteY7" fmla="*/ 54552 h 1999290"/>
              <a:gd name="connsiteX8" fmla="*/ 374741 w 555597"/>
              <a:gd name="connsiteY8" fmla="*/ 39676 h 1999290"/>
              <a:gd name="connsiteX9" fmla="*/ 469664 w 555597"/>
              <a:gd name="connsiteY9" fmla="*/ 48453 h 1999290"/>
              <a:gd name="connsiteX10" fmla="*/ 521607 w 555597"/>
              <a:gd name="connsiteY10" fmla="*/ 10408 h 1999290"/>
              <a:gd name="connsiteX11" fmla="*/ 555597 w 555597"/>
              <a:gd name="connsiteY11" fmla="*/ 0 h 1999290"/>
              <a:gd name="connsiteX12" fmla="*/ 555597 w 555597"/>
              <a:gd name="connsiteY12" fmla="*/ 1995494 h 1999290"/>
              <a:gd name="connsiteX13" fmla="*/ 537215 w 555597"/>
              <a:gd name="connsiteY13" fmla="*/ 1991185 h 1999290"/>
              <a:gd name="connsiteX14" fmla="*/ 479386 w 555597"/>
              <a:gd name="connsiteY14" fmla="*/ 1992931 h 1999290"/>
              <a:gd name="connsiteX15" fmla="*/ 462617 w 555597"/>
              <a:gd name="connsiteY15" fmla="*/ 1999290 h 1999290"/>
              <a:gd name="connsiteX16" fmla="*/ 420522 w 555597"/>
              <a:gd name="connsiteY16" fmla="*/ 1999290 h 1999290"/>
              <a:gd name="connsiteX17" fmla="*/ 382909 w 555597"/>
              <a:gd name="connsiteY17" fmla="*/ 1988738 h 1999290"/>
              <a:gd name="connsiteX18" fmla="*/ 295360 w 555597"/>
              <a:gd name="connsiteY18" fmla="*/ 1977122 h 1999290"/>
              <a:gd name="connsiteX19" fmla="*/ 256969 w 555597"/>
              <a:gd name="connsiteY19" fmla="*/ 1970444 h 1999290"/>
              <a:gd name="connsiteX20" fmla="*/ 227096 w 555597"/>
              <a:gd name="connsiteY20" fmla="*/ 1951548 h 1999290"/>
              <a:gd name="connsiteX21" fmla="*/ 222890 w 555597"/>
              <a:gd name="connsiteY21" fmla="*/ 1935696 h 1999290"/>
              <a:gd name="connsiteX22" fmla="*/ 202274 w 555597"/>
              <a:gd name="connsiteY22" fmla="*/ 1929911 h 1999290"/>
              <a:gd name="connsiteX23" fmla="*/ 197448 w 555597"/>
              <a:gd name="connsiteY23" fmla="*/ 1925621 h 1999290"/>
              <a:gd name="connsiteX24" fmla="*/ 169099 w 555597"/>
              <a:gd name="connsiteY24" fmla="*/ 1903786 h 1999290"/>
              <a:gd name="connsiteX25" fmla="*/ 92344 w 555597"/>
              <a:gd name="connsiteY25" fmla="*/ 1925464 h 1999290"/>
              <a:gd name="connsiteX26" fmla="*/ 11266 w 555597"/>
              <a:gd name="connsiteY26" fmla="*/ 1895947 h 1999290"/>
              <a:gd name="connsiteX27" fmla="*/ 0 w 555597"/>
              <a:gd name="connsiteY27" fmla="*/ 1893933 h 1999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55597" h="1999290">
                <a:moveTo>
                  <a:pt x="0" y="83880"/>
                </a:moveTo>
                <a:lnTo>
                  <a:pt x="49282" y="71215"/>
                </a:lnTo>
                <a:cubicBezTo>
                  <a:pt x="91656" y="63184"/>
                  <a:pt x="135655" y="58277"/>
                  <a:pt x="174397" y="45224"/>
                </a:cubicBezTo>
                <a:cubicBezTo>
                  <a:pt x="225837" y="94025"/>
                  <a:pt x="195077" y="47856"/>
                  <a:pt x="242049" y="54744"/>
                </a:cubicBezTo>
                <a:lnTo>
                  <a:pt x="326503" y="39434"/>
                </a:lnTo>
                <a:lnTo>
                  <a:pt x="343350" y="40491"/>
                </a:lnTo>
                <a:lnTo>
                  <a:pt x="349790" y="52348"/>
                </a:lnTo>
                <a:lnTo>
                  <a:pt x="355722" y="54552"/>
                </a:lnTo>
                <a:lnTo>
                  <a:pt x="374741" y="39676"/>
                </a:lnTo>
                <a:cubicBezTo>
                  <a:pt x="402796" y="31662"/>
                  <a:pt x="441033" y="50452"/>
                  <a:pt x="469664" y="48453"/>
                </a:cubicBezTo>
                <a:cubicBezTo>
                  <a:pt x="478380" y="29604"/>
                  <a:pt x="496522" y="19255"/>
                  <a:pt x="521607" y="10408"/>
                </a:cubicBezTo>
                <a:lnTo>
                  <a:pt x="555597" y="0"/>
                </a:lnTo>
                <a:lnTo>
                  <a:pt x="555597" y="1995494"/>
                </a:lnTo>
                <a:lnTo>
                  <a:pt x="537215" y="1991185"/>
                </a:lnTo>
                <a:cubicBezTo>
                  <a:pt x="514565" y="1988101"/>
                  <a:pt x="490837" y="1988688"/>
                  <a:pt x="479386" y="1992931"/>
                </a:cubicBezTo>
                <a:lnTo>
                  <a:pt x="462617" y="1999290"/>
                </a:lnTo>
                <a:lnTo>
                  <a:pt x="420522" y="1999290"/>
                </a:lnTo>
                <a:lnTo>
                  <a:pt x="382909" y="1988738"/>
                </a:lnTo>
                <a:cubicBezTo>
                  <a:pt x="350860" y="1976654"/>
                  <a:pt x="320299" y="1963332"/>
                  <a:pt x="295360" y="1977122"/>
                </a:cubicBezTo>
                <a:cubicBezTo>
                  <a:pt x="281004" y="1978006"/>
                  <a:pt x="268406" y="1975325"/>
                  <a:pt x="256969" y="1970444"/>
                </a:cubicBezTo>
                <a:lnTo>
                  <a:pt x="227096" y="1951548"/>
                </a:lnTo>
                <a:lnTo>
                  <a:pt x="222890" y="1935696"/>
                </a:lnTo>
                <a:lnTo>
                  <a:pt x="202274" y="1929911"/>
                </a:lnTo>
                <a:lnTo>
                  <a:pt x="197448" y="1925621"/>
                </a:lnTo>
                <a:cubicBezTo>
                  <a:pt x="188240" y="1917376"/>
                  <a:pt x="178991" y="1909643"/>
                  <a:pt x="169099" y="1903786"/>
                </a:cubicBezTo>
                <a:cubicBezTo>
                  <a:pt x="158518" y="1969055"/>
                  <a:pt x="83191" y="1864739"/>
                  <a:pt x="92344" y="1925464"/>
                </a:cubicBezTo>
                <a:cubicBezTo>
                  <a:pt x="36140" y="1904645"/>
                  <a:pt x="59596" y="1967908"/>
                  <a:pt x="11266" y="1895947"/>
                </a:cubicBezTo>
                <a:lnTo>
                  <a:pt x="0" y="1893933"/>
                </a:lnTo>
                <a:close/>
              </a:path>
            </a:pathLst>
          </a:custGeom>
          <a:blipFill dpi="0" rotWithShape="1">
            <a:blip r:embed="rId3">
              <a:alphaModFix amt="84000"/>
            </a:blip>
            <a:srcRect/>
            <a:tile tx="0" ty="0" sx="100000" sy="100000" flip="none" algn="tl"/>
          </a:blipFill>
          <a:ln>
            <a:noFill/>
          </a:ln>
          <a:effectLst>
            <a:outerShdw blurRad="63500" dist="12700" dir="8100000" algn="tr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BD4796F-4D50-4634-A058-0EEBBC75A5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AFCC4C22-47D5-430A-918F-5F0BC92101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0E1F53A8-026D-49F9-8C99-4D93566EA21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29F1A894-FB93-4D02-91C3-2E6004FF575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78BEE1C4-1B24-44C9-909C-3C3ACE161B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20958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BF26F-9618-43F0-8DFF-5635D4E84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Purpose</a:t>
            </a:r>
            <a:endParaRPr lang="en-ID" sz="6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D5BB6-513F-45CF-A1CF-8C9992626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For having FUN</a:t>
            </a:r>
          </a:p>
          <a:p>
            <a:r>
              <a:rPr lang="en-US" sz="4800" dirty="0"/>
              <a:t>Bond between participants</a:t>
            </a:r>
          </a:p>
          <a:p>
            <a:r>
              <a:rPr lang="en-ID" sz="4800" dirty="0"/>
              <a:t>Memory ability</a:t>
            </a:r>
          </a:p>
        </p:txBody>
      </p:sp>
    </p:spTree>
    <p:extLst>
      <p:ext uri="{BB962C8B-B14F-4D97-AF65-F5344CB8AC3E}">
        <p14:creationId xmlns:p14="http://schemas.microsoft.com/office/powerpoint/2010/main" val="888986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70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92138-1AE8-4BAA-B7ED-4762C6FB5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755" y="-325992"/>
            <a:ext cx="8743506" cy="1261657"/>
          </a:xfrm>
        </p:spPr>
        <p:txBody>
          <a:bodyPr>
            <a:normAutofit/>
          </a:bodyPr>
          <a:lstStyle/>
          <a:p>
            <a:r>
              <a:rPr lang="en-US" sz="6000" dirty="0"/>
              <a:t>2 Truth and 1 Lie</a:t>
            </a:r>
            <a:endParaRPr lang="en-ID" sz="6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DCAAD37-4121-41AA-935B-98333E7F5E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2734" y="3248177"/>
            <a:ext cx="5139266" cy="385445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0278A76-1D7A-46DA-A71A-BFFFB0E4AE27}"/>
              </a:ext>
            </a:extLst>
          </p:cNvPr>
          <p:cNvSpPr txBox="1"/>
          <p:nvPr/>
        </p:nvSpPr>
        <p:spPr>
          <a:xfrm>
            <a:off x="942755" y="935665"/>
            <a:ext cx="10870019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/>
              <a:t>Pikirkan</a:t>
            </a:r>
            <a:r>
              <a:rPr lang="en-US" sz="2400" b="1" dirty="0"/>
              <a:t> dan </a:t>
            </a:r>
            <a:r>
              <a:rPr lang="en-US" sz="2400" b="1" dirty="0" err="1"/>
              <a:t>tuliskan</a:t>
            </a:r>
            <a:r>
              <a:rPr lang="en-US" sz="2400" b="1" dirty="0"/>
              <a:t> 3 </a:t>
            </a:r>
            <a:r>
              <a:rPr lang="en-US" sz="2400" b="1" dirty="0" err="1"/>
              <a:t>hal</a:t>
            </a:r>
            <a:r>
              <a:rPr lang="en-US" sz="2400" b="1" dirty="0"/>
              <a:t> </a:t>
            </a:r>
            <a:r>
              <a:rPr lang="en-US" sz="2400" b="1" dirty="0" err="1"/>
              <a:t>tentang</a:t>
            </a:r>
            <a:r>
              <a:rPr lang="en-US" sz="2400" b="1" dirty="0"/>
              <a:t> </a:t>
            </a:r>
            <a:r>
              <a:rPr lang="en-US" sz="2400" b="1" dirty="0" err="1"/>
              <a:t>diri</a:t>
            </a:r>
            <a:r>
              <a:rPr lang="en-US" sz="2400" b="1" dirty="0"/>
              <a:t> Anda yang </a:t>
            </a:r>
            <a:r>
              <a:rPr lang="en-US" sz="2400" b="1" dirty="0" err="1"/>
              <a:t>unik</a:t>
            </a:r>
            <a:r>
              <a:rPr lang="en-US" sz="2400" b="1" dirty="0"/>
              <a:t> dan </a:t>
            </a:r>
            <a:r>
              <a:rPr lang="en-US" sz="2400" b="1" dirty="0" err="1"/>
              <a:t>istimewa</a:t>
            </a:r>
            <a:r>
              <a:rPr lang="en-US" sz="2400" b="1" dirty="0"/>
              <a:t>, yang mana 2 </a:t>
            </a:r>
            <a:r>
              <a:rPr lang="en-US" sz="2400" b="1" dirty="0" err="1"/>
              <a:t>diantaranya</a:t>
            </a:r>
            <a:r>
              <a:rPr lang="en-US" sz="2400" b="1" dirty="0"/>
              <a:t> </a:t>
            </a:r>
            <a:r>
              <a:rPr lang="en-US" sz="2400" b="1" dirty="0" err="1"/>
              <a:t>merupakan</a:t>
            </a:r>
            <a:r>
              <a:rPr lang="en-US" sz="2400" b="1" dirty="0"/>
              <a:t> </a:t>
            </a:r>
            <a:r>
              <a:rPr lang="en-US" sz="2400" b="1" dirty="0" err="1"/>
              <a:t>fakta</a:t>
            </a:r>
            <a:r>
              <a:rPr lang="en-US" sz="2400" b="1" dirty="0"/>
              <a:t> dan </a:t>
            </a:r>
            <a:r>
              <a:rPr lang="en-US" sz="2400" b="1" dirty="0" err="1"/>
              <a:t>satu</a:t>
            </a:r>
            <a:r>
              <a:rPr lang="en-US" sz="2400" b="1" dirty="0"/>
              <a:t> </a:t>
            </a:r>
            <a:r>
              <a:rPr lang="en-US" sz="2400" b="1" dirty="0" err="1"/>
              <a:t>lainnya</a:t>
            </a:r>
            <a:r>
              <a:rPr lang="en-US" sz="2400" b="1" dirty="0"/>
              <a:t> </a:t>
            </a:r>
            <a:r>
              <a:rPr lang="en-US" sz="2400" b="1" dirty="0" err="1"/>
              <a:t>adalah</a:t>
            </a:r>
            <a:r>
              <a:rPr lang="en-US" sz="2400" b="1" dirty="0"/>
              <a:t> hoax.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Lalu, </a:t>
            </a:r>
            <a:r>
              <a:rPr lang="en-US" sz="2400" b="1" dirty="0" err="1"/>
              <a:t>sampaikan</a:t>
            </a:r>
            <a:r>
              <a:rPr lang="en-US" sz="2400" b="1" dirty="0"/>
              <a:t> </a:t>
            </a:r>
            <a:r>
              <a:rPr lang="en-US" sz="2400" b="1" dirty="0" err="1"/>
              <a:t>didalam</a:t>
            </a:r>
            <a:r>
              <a:rPr lang="en-US" sz="2400" b="1" dirty="0"/>
              <a:t> </a:t>
            </a:r>
            <a:r>
              <a:rPr lang="en-US" sz="2400" b="1" dirty="0" err="1"/>
              <a:t>tim</a:t>
            </a:r>
            <a:r>
              <a:rPr lang="en-US" sz="2400" b="1" dirty="0"/>
              <a:t>, dan </a:t>
            </a:r>
            <a:r>
              <a:rPr lang="en-US" sz="2400" b="1" dirty="0" err="1"/>
              <a:t>tunjuk</a:t>
            </a:r>
            <a:r>
              <a:rPr lang="en-US" sz="2400" b="1" dirty="0"/>
              <a:t> 1 orang </a:t>
            </a:r>
            <a:r>
              <a:rPr lang="en-US" sz="2400" b="1" dirty="0" err="1"/>
              <a:t>teman</a:t>
            </a:r>
            <a:r>
              <a:rPr lang="en-US" sz="2400" b="1" dirty="0"/>
              <a:t> </a:t>
            </a:r>
            <a:r>
              <a:rPr lang="en-US" sz="2400" b="1" dirty="0" err="1"/>
              <a:t>anda</a:t>
            </a:r>
            <a:r>
              <a:rPr lang="en-US" sz="2400" b="1" dirty="0"/>
              <a:t> </a:t>
            </a:r>
            <a:r>
              <a:rPr lang="en-US" sz="2400" b="1" dirty="0" err="1"/>
              <a:t>untuk</a:t>
            </a:r>
            <a:r>
              <a:rPr lang="en-US" sz="2400" b="1" dirty="0"/>
              <a:t> </a:t>
            </a:r>
            <a:r>
              <a:rPr lang="en-US" sz="2400" b="1" dirty="0" err="1"/>
              <a:t>menebak</a:t>
            </a:r>
            <a:r>
              <a:rPr lang="en-US" sz="2400" b="1" dirty="0"/>
              <a:t> mana yang hoax.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Jika </a:t>
            </a:r>
            <a:r>
              <a:rPr lang="en-US" sz="2400" b="1" dirty="0" err="1"/>
              <a:t>tebakannya</a:t>
            </a:r>
            <a:r>
              <a:rPr lang="en-US" sz="2400" b="1" dirty="0"/>
              <a:t> </a:t>
            </a:r>
            <a:r>
              <a:rPr lang="en-US" sz="2400" b="1" dirty="0" err="1"/>
              <a:t>benar</a:t>
            </a:r>
            <a:r>
              <a:rPr lang="en-US" sz="2400" b="1" dirty="0"/>
              <a:t>, </a:t>
            </a:r>
            <a:r>
              <a:rPr lang="en-US" sz="2400" b="1" dirty="0" err="1"/>
              <a:t>maka</a:t>
            </a:r>
            <a:r>
              <a:rPr lang="en-US" sz="2400" b="1" dirty="0"/>
              <a:t> </a:t>
            </a:r>
            <a:r>
              <a:rPr lang="en-US" sz="2400" b="1" dirty="0" err="1"/>
              <a:t>anda</a:t>
            </a:r>
            <a:r>
              <a:rPr lang="en-US" sz="2400" b="1" dirty="0"/>
              <a:t> </a:t>
            </a:r>
            <a:r>
              <a:rPr lang="en-US" sz="2400" b="1" dirty="0" err="1"/>
              <a:t>diberikan</a:t>
            </a:r>
            <a:r>
              <a:rPr lang="en-US" sz="2400" b="1" dirty="0"/>
              <a:t> </a:t>
            </a:r>
            <a:r>
              <a:rPr lang="en-US" sz="2400" b="1" dirty="0" err="1"/>
              <a:t>hadiah</a:t>
            </a:r>
            <a:r>
              <a:rPr lang="en-US" sz="2400" b="1" dirty="0"/>
              <a:t>. </a:t>
            </a:r>
          </a:p>
          <a:p>
            <a:r>
              <a:rPr lang="en-US" sz="2400" b="1" dirty="0"/>
              <a:t>  Jika salah, </a:t>
            </a:r>
            <a:r>
              <a:rPr lang="en-US" sz="2400" b="1" dirty="0" err="1"/>
              <a:t>maka</a:t>
            </a:r>
            <a:r>
              <a:rPr lang="en-US" sz="2400" b="1" dirty="0"/>
              <a:t> </a:t>
            </a:r>
            <a:r>
              <a:rPr lang="en-US" sz="2400" b="1" dirty="0" err="1"/>
              <a:t>anda</a:t>
            </a:r>
            <a:r>
              <a:rPr lang="en-US" sz="2400" b="1" dirty="0"/>
              <a:t> yang </a:t>
            </a:r>
            <a:r>
              <a:rPr lang="en-US" sz="2400" b="1" dirty="0" err="1"/>
              <a:t>mendapat</a:t>
            </a:r>
            <a:r>
              <a:rPr lang="en-US" sz="2400" b="1" dirty="0"/>
              <a:t> </a:t>
            </a:r>
            <a:r>
              <a:rPr lang="en-US" sz="2400" b="1" dirty="0" err="1"/>
              <a:t>hadiah</a:t>
            </a:r>
            <a:endParaRPr lang="en-US" sz="2400" b="1" dirty="0"/>
          </a:p>
          <a:p>
            <a:r>
              <a:rPr lang="en-US" sz="2400" b="1" dirty="0"/>
              <a:t>  </a:t>
            </a:r>
            <a:r>
              <a:rPr lang="en-US" sz="2400" b="1" dirty="0" err="1"/>
              <a:t>dari</a:t>
            </a:r>
            <a:r>
              <a:rPr lang="en-US" sz="2400" b="1" dirty="0"/>
              <a:t> </a:t>
            </a:r>
            <a:r>
              <a:rPr lang="en-US" sz="2400" b="1" dirty="0" err="1"/>
              <a:t>teman</a:t>
            </a:r>
            <a:r>
              <a:rPr lang="en-US" sz="2400" b="1" dirty="0"/>
              <a:t> </a:t>
            </a:r>
            <a:r>
              <a:rPr lang="en-US" sz="2400" b="1" dirty="0" err="1"/>
              <a:t>anda</a:t>
            </a:r>
            <a:r>
              <a:rPr lang="en-US" sz="2400" b="1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/>
              <a:t>Setiap</a:t>
            </a:r>
            <a:r>
              <a:rPr lang="en-US" sz="2400" b="1" dirty="0"/>
              <a:t> orang </a:t>
            </a:r>
            <a:r>
              <a:rPr lang="en-US" sz="2400" b="1" dirty="0" err="1"/>
              <a:t>dalam</a:t>
            </a:r>
            <a:r>
              <a:rPr lang="en-US" sz="2400" b="1" dirty="0"/>
              <a:t> </a:t>
            </a:r>
            <a:r>
              <a:rPr lang="en-US" sz="2400" b="1" dirty="0" err="1"/>
              <a:t>tim</a:t>
            </a:r>
            <a:r>
              <a:rPr lang="en-US" sz="2400" b="1" dirty="0"/>
              <a:t> </a:t>
            </a:r>
            <a:r>
              <a:rPr lang="en-US" sz="2400" b="1" dirty="0" err="1"/>
              <a:t>hanya</a:t>
            </a:r>
            <a:r>
              <a:rPr lang="en-US" sz="2400" b="1" dirty="0"/>
              <a:t> </a:t>
            </a:r>
            <a:r>
              <a:rPr lang="en-US" sz="2400" b="1" dirty="0" err="1"/>
              <a:t>bisa</a:t>
            </a:r>
            <a:endParaRPr lang="en-US" sz="2400" b="1" dirty="0"/>
          </a:p>
          <a:p>
            <a:r>
              <a:rPr lang="en-US" sz="2400" b="1" dirty="0"/>
              <a:t>  </a:t>
            </a:r>
            <a:r>
              <a:rPr lang="en-US" sz="2400" b="1" dirty="0" err="1"/>
              <a:t>diminta</a:t>
            </a:r>
            <a:r>
              <a:rPr lang="en-US" sz="2400" b="1" dirty="0"/>
              <a:t> </a:t>
            </a:r>
            <a:r>
              <a:rPr lang="en-US" sz="2400" b="1" dirty="0" err="1"/>
              <a:t>menebak</a:t>
            </a:r>
            <a:r>
              <a:rPr lang="en-US" sz="2400" b="1" dirty="0"/>
              <a:t> 1 kali.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9E8D1C-72CA-48B2-A5C9-460FD9157580}"/>
              </a:ext>
            </a:extLst>
          </p:cNvPr>
          <p:cNvSpPr/>
          <p:nvPr/>
        </p:nvSpPr>
        <p:spPr>
          <a:xfrm>
            <a:off x="-159489" y="5959519"/>
            <a:ext cx="7357730" cy="669850"/>
          </a:xfrm>
          <a:prstGeom prst="rect">
            <a:avLst/>
          </a:prstGeom>
          <a:solidFill>
            <a:srgbClr val="0D1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 err="1"/>
              <a:t>Maks</a:t>
            </a:r>
            <a:r>
              <a:rPr lang="en-US" sz="4400" b="1" dirty="0"/>
              <a:t> 30 </a:t>
            </a:r>
            <a:r>
              <a:rPr lang="en-US" sz="4400" b="1" dirty="0" err="1"/>
              <a:t>Menit</a:t>
            </a:r>
            <a:r>
              <a:rPr lang="en-US" sz="4400" b="1" dirty="0"/>
              <a:t>!</a:t>
            </a:r>
            <a:endParaRPr lang="en-ID" sz="4400" b="1" dirty="0"/>
          </a:p>
        </p:txBody>
      </p:sp>
    </p:spTree>
    <p:extLst>
      <p:ext uri="{BB962C8B-B14F-4D97-AF65-F5344CB8AC3E}">
        <p14:creationId xmlns:p14="http://schemas.microsoft.com/office/powerpoint/2010/main" val="27007621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23F5135F-115E-423C-BE4A-B56C35DC9F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2C1E318-0F1F-4920-8C7D-FBAC66631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DE4A7237-B6EB-4FB7-8B68-7C27438D47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84E00FDE-0838-4B5B-A782-6B6C92DB0A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BC1B2F3-8E83-4A70-B103-979C67EECE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8AB3599-B0E3-4E63-988D-82B4B5A61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839CB7-4F67-4014-9102-45A8CAC78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9359" y="1864619"/>
            <a:ext cx="3872754" cy="3128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Contoh</a:t>
            </a:r>
            <a:r>
              <a:rPr lang="en-US" dirty="0"/>
              <a:t> list </a:t>
            </a:r>
            <a:r>
              <a:rPr lang="en-US" dirty="0" err="1"/>
              <a:t>hadiah</a:t>
            </a:r>
            <a:r>
              <a:rPr lang="en-US" dirty="0"/>
              <a:t> </a:t>
            </a:r>
            <a:r>
              <a:rPr lang="en-US" dirty="0" err="1"/>
              <a:t>bagi</a:t>
            </a:r>
            <a:r>
              <a:rPr lang="en-US" dirty="0"/>
              <a:t> </a:t>
            </a:r>
            <a:r>
              <a:rPr lang="en-US" dirty="0" err="1"/>
              <a:t>peserta</a:t>
            </a:r>
            <a:endParaRPr lang="en-US" dirty="0"/>
          </a:p>
        </p:txBody>
      </p:sp>
      <p:pic>
        <p:nvPicPr>
          <p:cNvPr id="5" name="Content Placeholder 4" descr="Whiteboard&#10;&#10;Description automatically generated with low confidence">
            <a:extLst>
              <a:ext uri="{FF2B5EF4-FFF2-40B4-BE49-F238E27FC236}">
                <a16:creationId xmlns:a16="http://schemas.microsoft.com/office/drawing/2014/main" id="{4E284999-3E34-4B48-928E-87BF9D275D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8221" y="685800"/>
            <a:ext cx="5486400" cy="5486400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37574DA2-E254-4D05-A611-7C09A6499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CCFEC35B-EAE8-44CC-BB7D-C23DA38771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8E146268-2E70-4F07-9F2B-59085B6F4F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F7B73337-CC95-4F8B-B1E1-A3FB3F27D69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E9325983-4975-4C3F-8C1C-B1AE5C03F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26804022"/>
      </p:ext>
    </p:extLst>
  </p:cSld>
  <p:clrMapOvr>
    <a:masterClrMapping/>
  </p:clrMapOvr>
</p:sld>
</file>

<file path=ppt/theme/theme1.xml><?xml version="1.0" encoding="utf-8"?>
<a:theme xmlns:a="http://schemas.openxmlformats.org/drawingml/2006/main" name="StreetscapeVTI">
  <a:themeElements>
    <a:clrScheme name="Streetscape2">
      <a:dk1>
        <a:sysClr val="windowText" lastClr="000000"/>
      </a:dk1>
      <a:lt1>
        <a:srgbClr val="FFFFFF"/>
      </a:lt1>
      <a:dk2>
        <a:srgbClr val="191919"/>
      </a:dk2>
      <a:lt2>
        <a:srgbClr val="F3F2EE"/>
      </a:lt2>
      <a:accent1>
        <a:srgbClr val="448885"/>
      </a:accent1>
      <a:accent2>
        <a:srgbClr val="627C58"/>
      </a:accent2>
      <a:accent3>
        <a:srgbClr val="848358"/>
      </a:accent3>
      <a:accent4>
        <a:srgbClr val="547096"/>
      </a:accent4>
      <a:accent5>
        <a:srgbClr val="646464"/>
      </a:accent5>
      <a:accent6>
        <a:srgbClr val="A8A8A8"/>
      </a:accent6>
      <a:hlink>
        <a:srgbClr val="0563C1"/>
      </a:hlink>
      <a:folHlink>
        <a:srgbClr val="954F72"/>
      </a:folHlink>
    </a:clrScheme>
    <a:fontScheme name="Street">
      <a:majorFont>
        <a:latin typeface="Franklin Gothic Heavy"/>
        <a:ea typeface=""/>
        <a:cs typeface=""/>
      </a:majorFont>
      <a:minorFont>
        <a:latin typeface="Consola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treetscapeVTI" id="{B20F88EA-96D0-4E96-9207-A1488DAC5867}" vid="{3F7E5CFE-E584-4E58-A75E-141AC45B14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1309</TotalTime>
  <Words>106</Words>
  <Application>Microsoft Office PowerPoint</Application>
  <PresentationFormat>Widescreen</PresentationFormat>
  <Paragraphs>18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Consolas</vt:lpstr>
      <vt:lpstr>Franklin Gothic Heavy</vt:lpstr>
      <vt:lpstr>StreetscapeVTI</vt:lpstr>
      <vt:lpstr>2 Truth &amp; 1 Lie</vt:lpstr>
      <vt:lpstr>Purpose</vt:lpstr>
      <vt:lpstr>2 Truth and 1 Lie</vt:lpstr>
      <vt:lpstr>Contoh list hadiah bagi peserta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 Truth &amp; 1 Lie</dc:title>
  <dc:creator>izzudin abdurahman</dc:creator>
  <cp:lastModifiedBy>izzudin abdurahman</cp:lastModifiedBy>
  <cp:revision>4</cp:revision>
  <dcterms:created xsi:type="dcterms:W3CDTF">2021-08-10T07:07:57Z</dcterms:created>
  <dcterms:modified xsi:type="dcterms:W3CDTF">2021-08-13T04:31:15Z</dcterms:modified>
</cp:coreProperties>
</file>