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D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B8E7-5A94-4CCA-A672-154F86EA2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C7799-34AB-43BF-8138-DD8BE104C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49AC1-6905-4EFE-A0EF-ED56AAED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90535-7BD4-47E1-81D8-F017D7D00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63D18-DFC1-422C-B2F6-3E57C7231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1218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5219-512D-4ECC-8DFB-C1AFABAF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3D119-F106-4B03-9E0E-9A7A55FC1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6CE55-4F57-4666-A52A-3BB20661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85AD4-235B-4730-AF4C-AFB4F9D9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734CB-CAC0-42F6-86FA-468D97EDC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382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32C3-16BE-4BE1-AA71-BA08E9D0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494F5-396D-48F8-89EC-CE2A5F5B4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F69A6-ADC6-410A-AC73-23C30C15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3F76A-EFCD-4F77-BED6-AE848BC7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CB838-871D-4F97-A44F-627DE59E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8068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5A34-772B-4C7E-BE77-3C66B7D6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E2BE7-E4C4-46B6-B38F-6BC052DB6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38F82-EA6C-41D9-A41D-4AC80A8D1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FCB7D-9795-4EEA-9FE1-0DFEB21C1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567E5-4A61-45A1-AEF2-C28BCF3AF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75E4B-B5A3-4672-ABE9-FCB98898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0481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0937E-57BD-42E2-A478-0FAF21375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C0F61-3285-4D2E-9052-522CEB318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798AB-E923-48E8-8156-D2F9F3768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4CB80-78A7-454B-B691-4BB71BFF1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178804-CEEB-4563-911B-01A822812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003BAD-6FE7-45C8-99B5-F4A80BC79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480A3-BCBC-451F-89A6-E5F1771C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FA8D4-A122-467A-80B9-E789D23A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0124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58AE1-F719-4D2A-BB7C-3EEDE0F7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2D8EF-A33E-4F2B-8A84-DDBB7DC8A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CD5E0-8A63-4031-9559-6E9F12F6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430C1-2E82-49D3-9C27-0A04AC86B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5933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BBB17-A897-4399-9D74-F5F02829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382C9E-382F-4D3A-87C9-4BEE4BBC5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10547-926D-4B1F-A4C5-A73E76D7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90687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AB9C-2F0A-4EA6-9942-487A928F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6D729-1695-4F59-8B4C-251199F5D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30B37-6E0C-45E2-828D-77DD21515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837BC-3F90-4402-89B1-34A9BA93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C071D-1A20-4CA1-9F24-E1EFFDCAE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5FD4D-346C-476A-A9B9-7F6474138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686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DC07-A284-4008-8A72-83474246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AE724-3462-4844-AFB1-CCC9706BA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97EFC-5F09-47D5-92CF-4BF9E0234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1D77E-2E4B-4732-B7CC-974FCF6EE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B21E4-6BB8-422F-A6A3-435DEE58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AFE5F-B1E3-4CE8-B7D2-C0E31775D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146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72AA-7955-434E-A75F-16ED862AE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7509F-E994-46F6-95AB-55F23B105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1D1B2-9E60-449C-94E4-FDF48E4C0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5AC61-B99D-4BE4-B48A-83AC9FDF0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60B6F-50BA-49BC-8EE6-B1FC3446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257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2D3200-7011-410E-A431-35FEAF85E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59EB3-82FE-47E0-AA98-F91F08AFA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6A32D-E45D-4728-8A86-0B8E4D5F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73A6F-9473-4D03-AF60-098C8CC9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2527B-AA21-41C0-9B70-158335B4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648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B128F4-E110-41DA-BCA0-14516904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4C8C2-C57A-4682-A5DF-7FAC72A86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2B5F-3807-4AE6-A95C-0FDF50F3FA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761AF-EBC4-4CAC-99D5-DD5914390593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AB065-0E39-40AE-8C1C-8AD5EC35B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1F08F-0C60-40CB-8BD6-EA46A33F8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801C6-A0AB-4C2E-9460-FC42DB376F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540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FD02DD5-1A11-4D7F-BFCF-B75BBF25D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55756" y="0"/>
            <a:ext cx="9144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24DCB-F2D0-4A4D-896D-B167D83F4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1538923"/>
            <a:ext cx="9144000" cy="2387600"/>
          </a:xfrm>
        </p:spPr>
        <p:txBody>
          <a:bodyPr>
            <a:normAutofit/>
          </a:bodyPr>
          <a:lstStyle/>
          <a:p>
            <a:r>
              <a:rPr lang="en-US" sz="8000" b="1" dirty="0">
                <a:latin typeface="Agency FB" panose="020B0503020202020204" pitchFamily="34" charset="0"/>
                <a:ea typeface="STHupo" panose="020B0503020204020204" pitchFamily="2" charset="-122"/>
              </a:rPr>
              <a:t>Ultimate Challenge</a:t>
            </a:r>
            <a:endParaRPr lang="en-ID" sz="8000" b="1" dirty="0">
              <a:latin typeface="Agency FB" panose="020B0503020202020204" pitchFamily="34" charset="0"/>
              <a:ea typeface="STHupo" panose="020B0503020204020204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455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785F4-97AE-4201-8B00-0394D083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4944152" cy="1622321"/>
          </a:xfrm>
        </p:spPr>
        <p:txBody>
          <a:bodyPr>
            <a:normAutofit/>
          </a:bodyPr>
          <a:lstStyle/>
          <a:p>
            <a:r>
              <a:rPr lang="en-US" dirty="0"/>
              <a:t>Rules of Game</a:t>
            </a:r>
            <a:endParaRPr lang="en-ID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7FA05F8-ACA9-4471-B32C-7883B0918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4944151" cy="3785419"/>
          </a:xfrm>
        </p:spPr>
        <p:txBody>
          <a:bodyPr>
            <a:normAutofit/>
          </a:bodyPr>
          <a:lstStyle/>
          <a:p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peserta</a:t>
            </a:r>
            <a:r>
              <a:rPr lang="en-US" sz="2400" dirty="0"/>
              <a:t> </a:t>
            </a:r>
            <a:r>
              <a:rPr lang="en-US" sz="2400" dirty="0" err="1"/>
              <a:t>masuk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link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diberikan</a:t>
            </a:r>
            <a:r>
              <a:rPr lang="en-US" sz="2400" dirty="0"/>
              <a:t> di </a:t>
            </a:r>
            <a:r>
              <a:rPr lang="en-US" sz="2400" dirty="0" err="1"/>
              <a:t>kolom</a:t>
            </a:r>
            <a:r>
              <a:rPr lang="en-US" sz="2400" dirty="0"/>
              <a:t> chat</a:t>
            </a:r>
          </a:p>
          <a:p>
            <a:r>
              <a:rPr lang="en-US" sz="2400" dirty="0" err="1"/>
              <a:t>Gunakan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dan </a:t>
            </a:r>
            <a:r>
              <a:rPr lang="en-US" sz="2400" dirty="0" err="1"/>
              <a:t>kode</a:t>
            </a:r>
            <a:r>
              <a:rPr lang="en-US" sz="2400" dirty="0"/>
              <a:t> </a:t>
            </a:r>
            <a:r>
              <a:rPr lang="en-US" sz="2400" dirty="0" err="1"/>
              <a:t>kelompok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username</a:t>
            </a:r>
          </a:p>
          <a:p>
            <a:r>
              <a:rPr lang="en-US" sz="2400" dirty="0" err="1"/>
              <a:t>Bagi</a:t>
            </a:r>
            <a:r>
              <a:rPr lang="en-US" sz="2400" dirty="0"/>
              <a:t> </a:t>
            </a:r>
            <a:r>
              <a:rPr lang="en-US" sz="2400" dirty="0" err="1"/>
              <a:t>peserta</a:t>
            </a:r>
            <a:r>
              <a:rPr lang="en-US" sz="2400" dirty="0"/>
              <a:t> yang </a:t>
            </a:r>
            <a:r>
              <a:rPr lang="en-US" sz="2400" dirty="0" err="1"/>
              <a:t>menduduki</a:t>
            </a:r>
            <a:r>
              <a:rPr lang="en-US" sz="2400" dirty="0"/>
              <a:t> </a:t>
            </a:r>
            <a:r>
              <a:rPr lang="en-US" sz="2400" dirty="0" err="1"/>
              <a:t>peringkat</a:t>
            </a:r>
            <a:r>
              <a:rPr lang="en-US" sz="2400" dirty="0"/>
              <a:t> 1-10 di </a:t>
            </a:r>
            <a:r>
              <a:rPr lang="en-US" sz="2400" dirty="0" err="1"/>
              <a:t>akhir</a:t>
            </a:r>
            <a:r>
              <a:rPr lang="en-US" sz="2400" dirty="0"/>
              <a:t> game,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menambahkan</a:t>
            </a:r>
            <a:r>
              <a:rPr lang="en-US" sz="2400" dirty="0"/>
              <a:t> </a:t>
            </a:r>
            <a:r>
              <a:rPr lang="en-US" sz="2400" dirty="0" err="1"/>
              <a:t>poin</a:t>
            </a:r>
            <a:r>
              <a:rPr lang="en-US" sz="2400" dirty="0"/>
              <a:t> </a:t>
            </a:r>
            <a:r>
              <a:rPr lang="en-US" sz="2400" dirty="0" err="1"/>
              <a:t>bagi</a:t>
            </a:r>
            <a:r>
              <a:rPr lang="en-US" sz="2400" dirty="0"/>
              <a:t> </a:t>
            </a:r>
            <a:r>
              <a:rPr lang="en-US" sz="2400" dirty="0" err="1"/>
              <a:t>timnya</a:t>
            </a:r>
            <a:r>
              <a:rPr lang="en-US" sz="2400" dirty="0"/>
              <a:t>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F7435D-E3DB-47B1-BA61-B00ACC83A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F263A0B5-F8C4-4116-809F-78A768EA7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582" y="557784"/>
            <a:ext cx="5130204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erson standing next to a computer&#10;&#10;Description automatically generated with medium confidence">
            <a:extLst>
              <a:ext uri="{FF2B5EF4-FFF2-40B4-BE49-F238E27FC236}">
                <a16:creationId xmlns:a16="http://schemas.microsoft.com/office/drawing/2014/main" id="{71A9DA61-BD84-42F9-96C5-8A98CE243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709" y="1749052"/>
            <a:ext cx="4475531" cy="335664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32904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40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Agency FB</vt:lpstr>
      <vt:lpstr>Arial</vt:lpstr>
      <vt:lpstr>Calibri</vt:lpstr>
      <vt:lpstr>Calibri Light</vt:lpstr>
      <vt:lpstr>Office Theme</vt:lpstr>
      <vt:lpstr>Ultimate Challenge</vt:lpstr>
      <vt:lpstr>Rules of Game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Ultimate Challenge</dc:title>
  <dc:creator>izzudin abdurahman</dc:creator>
  <cp:lastModifiedBy>izzudin abdurahman</cp:lastModifiedBy>
  <cp:revision>2</cp:revision>
  <dcterms:created xsi:type="dcterms:W3CDTF">2021-09-15T07:12:47Z</dcterms:created>
  <dcterms:modified xsi:type="dcterms:W3CDTF">2021-09-17T04:27:39Z</dcterms:modified>
</cp:coreProperties>
</file>