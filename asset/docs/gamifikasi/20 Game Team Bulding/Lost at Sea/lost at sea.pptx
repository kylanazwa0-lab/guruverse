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8116D-48F2-461C-9F65-802A600118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9202E8-AC27-48AC-85C2-843C139A5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B8F7D-526A-4663-9ECA-4C93375E0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A1A53-E4F1-42F5-99D4-B2B78A259169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EA0EB-57C4-4053-AB55-EDEF08E18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E6773-50DE-4618-8E92-3E8232F15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6E91-7740-45EA-A53B-F129430E181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56794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3C1FD-9719-4963-9F7A-CE9059827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F2E38-6363-4099-97EF-0ADF575D6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85256-E4FE-444F-BBC4-B737CDA85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A1A53-E4F1-42F5-99D4-B2B78A259169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29C6A-2A63-4402-BA36-E04197C6A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5A194-982E-4269-9FC2-8DC47AB2F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6E91-7740-45EA-A53B-F129430E181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2342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2F53-EC2B-4B0D-A5D6-CBD9E204A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A225C8-64C3-4D09-BE0D-14E052BA1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E5C1-7B0B-45B8-968E-426F77394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A1A53-E4F1-42F5-99D4-B2B78A259169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71685-FDFF-4664-B26B-A7ED204A4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8F917-D168-4A1F-8AED-18C8C4D58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6E91-7740-45EA-A53B-F129430E181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6330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80A7A-1359-412F-B46D-F9D366468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3A8C7-18BC-4DEA-B11D-89F5527ED8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BBC13-26DB-4016-9F50-28CBD2ED0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6C948-3183-46C3-807E-3083D69E0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A1A53-E4F1-42F5-99D4-B2B78A259169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EF555-EE14-4EE2-AB12-4866398B8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5D2E4-B9D4-4D2C-8E94-C3AD4B48B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6E91-7740-45EA-A53B-F129430E181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09006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97E3F-3479-42E0-8DB0-0B47F00EC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1C849-C350-4547-9752-1C303AB54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C3D8D4-F133-4E56-B4A3-6F13E1A08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161C50-8DAA-460E-B2D2-238D58E28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423AD5-09D0-4759-82ED-C29B909C0A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D05825-0E47-4E81-ACAD-627BC9E28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A1A53-E4F1-42F5-99D4-B2B78A259169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7DF30C-9A9B-446D-82E2-568995487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1363FF-3FB3-4287-ADFF-FD776C8F8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6E91-7740-45EA-A53B-F129430E181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03577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88964-5192-4787-9743-0A01A579A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D57568-CDE4-4BF8-837A-5AD3FF5BD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A1A53-E4F1-42F5-99D4-B2B78A259169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973BEB-A4C4-4E8F-9DBB-C1D087545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B5A6C-57EE-4DC9-A9BB-E93C38C54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6E91-7740-45EA-A53B-F129430E181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40989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BD948B-D7AE-4B3A-90C1-F78007A87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A1A53-E4F1-42F5-99D4-B2B78A259169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EFC21C-E11F-458A-A257-CCB54881F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A80FF-0AF1-42C6-A8F9-03B2D6012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6E91-7740-45EA-A53B-F129430E181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28705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6B5F-1AAF-4773-970F-5D7B471AC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05A3B-3CBE-46C6-B5F9-ECCC55566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F21330-06C8-4FF8-BB66-EB23B03C2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97A61-1408-4AE0-9E16-CED2E5D6C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A1A53-E4F1-42F5-99D4-B2B78A259169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68374-2250-406F-9C22-494A6630F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BC92C-A61A-4480-BE0F-F3D93B46B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6E91-7740-45EA-A53B-F129430E181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86743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A1470-40BC-404F-841A-251F4F32A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1E2B5A-5890-46C7-A04F-CED0D0777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A77EBB-BF2C-4F92-9CB0-44CC572CC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9B652-1C67-495E-B2D2-E1C250F78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A1A53-E4F1-42F5-99D4-B2B78A259169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A0616-A077-441F-80E6-4CD19D56B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28F37-7148-4ACC-9586-4F71D9F66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6E91-7740-45EA-A53B-F129430E181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1175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35044-9BDC-4DB1-A44E-3E774CC35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74759-683A-41A1-AF7D-C77D492B6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0DB34-C931-4760-B660-E04D07B5E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A1A53-E4F1-42F5-99D4-B2B78A259169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F8854-C705-4606-A046-4B4127F9B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D88E1-3C80-4EE8-B77A-168A7CCA6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6E91-7740-45EA-A53B-F129430E181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134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1DE746-AC13-40A8-83FD-243F995E78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BFBD88-BF26-491E-B884-F314BBF06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419D3-8C01-4A88-B97D-058979461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A1A53-E4F1-42F5-99D4-B2B78A259169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34078-8746-4106-AA52-6B0580B56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C3CA3-DCF7-413E-B51A-554050BB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B6E91-7740-45EA-A53B-F129430E181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1004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8358E7-F8BB-4A82-BDD6-09DD1CB6F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1D798-402A-4BE8-9AF8-F9D407C92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76E49-FF24-4C98-8DAF-3FCE7C60D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A1A53-E4F1-42F5-99D4-B2B78A259169}" type="datetimeFigureOut">
              <a:rPr lang="en-ID" smtClean="0"/>
              <a:t>17/09/2021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993A1-95AE-44CF-9EA3-483EABA25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B560C-E4A8-46F0-9BDC-DC1460895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6E91-7740-45EA-A53B-F129430E181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04891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613B4A9-1C7C-4729-A016-AB42D3979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icture containing text, display, wave, sign&#10;&#10;Description automatically generated">
            <a:extLst>
              <a:ext uri="{FF2B5EF4-FFF2-40B4-BE49-F238E27FC236}">
                <a16:creationId xmlns:a16="http://schemas.microsoft.com/office/drawing/2014/main" id="{3014C1FA-8D29-4367-9BF0-7AFF1AE5CF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91" r="1" b="1"/>
          <a:stretch/>
        </p:blipFill>
        <p:spPr>
          <a:xfrm>
            <a:off x="329316" y="10"/>
            <a:ext cx="11862684" cy="6857990"/>
          </a:xfrm>
          <a:custGeom>
            <a:avLst/>
            <a:gdLst/>
            <a:ahLst/>
            <a:cxnLst/>
            <a:rect l="l" t="t" r="r" b="b"/>
            <a:pathLst>
              <a:path w="11862684" h="6858000">
                <a:moveTo>
                  <a:pt x="1047342" y="0"/>
                </a:moveTo>
                <a:lnTo>
                  <a:pt x="4590463" y="0"/>
                </a:lnTo>
                <a:lnTo>
                  <a:pt x="5499874" y="0"/>
                </a:lnTo>
                <a:lnTo>
                  <a:pt x="5723425" y="0"/>
                </a:lnTo>
                <a:lnTo>
                  <a:pt x="7580390" y="0"/>
                </a:lnTo>
                <a:lnTo>
                  <a:pt x="7747884" y="0"/>
                </a:lnTo>
                <a:lnTo>
                  <a:pt x="7824084" y="0"/>
                </a:lnTo>
                <a:lnTo>
                  <a:pt x="11862684" y="0"/>
                </a:lnTo>
                <a:lnTo>
                  <a:pt x="11862684" y="6858000"/>
                </a:lnTo>
                <a:lnTo>
                  <a:pt x="7824084" y="6858000"/>
                </a:lnTo>
                <a:lnTo>
                  <a:pt x="7747884" y="6858000"/>
                </a:lnTo>
                <a:lnTo>
                  <a:pt x="7580390" y="6858000"/>
                </a:lnTo>
                <a:lnTo>
                  <a:pt x="5723425" y="6858000"/>
                </a:lnTo>
                <a:lnTo>
                  <a:pt x="5499874" y="6858000"/>
                </a:lnTo>
                <a:lnTo>
                  <a:pt x="4590463" y="6858000"/>
                </a:lnTo>
                <a:lnTo>
                  <a:pt x="1654188" y="6858000"/>
                </a:lnTo>
                <a:cubicBezTo>
                  <a:pt x="1530404" y="6786859"/>
                  <a:pt x="1412658" y="6701489"/>
                  <a:pt x="1279816" y="6658805"/>
                </a:cubicBezTo>
                <a:cubicBezTo>
                  <a:pt x="1189242" y="6630349"/>
                  <a:pt x="1101686" y="6580550"/>
                  <a:pt x="1116783" y="6431153"/>
                </a:cubicBezTo>
                <a:cubicBezTo>
                  <a:pt x="1119802" y="6388469"/>
                  <a:pt x="1095648" y="6356456"/>
                  <a:pt x="1059419" y="6367127"/>
                </a:cubicBezTo>
                <a:cubicBezTo>
                  <a:pt x="989979" y="6388469"/>
                  <a:pt x="956768" y="6327999"/>
                  <a:pt x="917520" y="6281757"/>
                </a:cubicBezTo>
                <a:cubicBezTo>
                  <a:pt x="848079" y="6199945"/>
                  <a:pt x="781658" y="6114575"/>
                  <a:pt x="669950" y="6100347"/>
                </a:cubicBezTo>
                <a:cubicBezTo>
                  <a:pt x="691084" y="6036320"/>
                  <a:pt x="727312" y="6043434"/>
                  <a:pt x="760524" y="6057663"/>
                </a:cubicBezTo>
                <a:cubicBezTo>
                  <a:pt x="848079" y="6093234"/>
                  <a:pt x="935634" y="6132361"/>
                  <a:pt x="1023188" y="6167932"/>
                </a:cubicBezTo>
                <a:cubicBezTo>
                  <a:pt x="1080552" y="6189274"/>
                  <a:pt x="1137916" y="6221287"/>
                  <a:pt x="1213395" y="6196388"/>
                </a:cubicBezTo>
                <a:cubicBezTo>
                  <a:pt x="1146974" y="6068335"/>
                  <a:pt x="1035266" y="6043434"/>
                  <a:pt x="944692" y="6004307"/>
                </a:cubicBezTo>
                <a:cubicBezTo>
                  <a:pt x="832982" y="5954508"/>
                  <a:pt x="766562" y="5862025"/>
                  <a:pt x="685045" y="5755314"/>
                </a:cubicBezTo>
                <a:cubicBezTo>
                  <a:pt x="766562" y="5726858"/>
                  <a:pt x="817887" y="5805112"/>
                  <a:pt x="884310" y="5801555"/>
                </a:cubicBezTo>
                <a:cubicBezTo>
                  <a:pt x="887328" y="5790884"/>
                  <a:pt x="893366" y="5769542"/>
                  <a:pt x="893366" y="5769542"/>
                </a:cubicBezTo>
                <a:cubicBezTo>
                  <a:pt x="784676" y="5712629"/>
                  <a:pt x="736372" y="5605917"/>
                  <a:pt x="718256" y="5474306"/>
                </a:cubicBezTo>
                <a:cubicBezTo>
                  <a:pt x="712218" y="5406721"/>
                  <a:pt x="672970" y="5385379"/>
                  <a:pt x="633720" y="5353367"/>
                </a:cubicBezTo>
                <a:cubicBezTo>
                  <a:pt x="500878" y="5243097"/>
                  <a:pt x="358980" y="5143500"/>
                  <a:pt x="247270" y="4994104"/>
                </a:cubicBezTo>
                <a:cubicBezTo>
                  <a:pt x="377094" y="5011889"/>
                  <a:pt x="479744" y="5111487"/>
                  <a:pt x="615606" y="5154171"/>
                </a:cubicBezTo>
                <a:cubicBezTo>
                  <a:pt x="506917" y="4990547"/>
                  <a:pt x="365016" y="4905177"/>
                  <a:pt x="235194" y="4805580"/>
                </a:cubicBezTo>
                <a:cubicBezTo>
                  <a:pt x="174810" y="4759339"/>
                  <a:pt x="120468" y="4702425"/>
                  <a:pt x="51026" y="4677526"/>
                </a:cubicBezTo>
                <a:cubicBezTo>
                  <a:pt x="26873" y="4670412"/>
                  <a:pt x="-15396" y="4652628"/>
                  <a:pt x="5740" y="4602828"/>
                </a:cubicBezTo>
                <a:cubicBezTo>
                  <a:pt x="23854" y="4560144"/>
                  <a:pt x="57065" y="4574373"/>
                  <a:pt x="87257" y="4585042"/>
                </a:cubicBezTo>
                <a:cubicBezTo>
                  <a:pt x="159715" y="4613499"/>
                  <a:pt x="238213" y="4613499"/>
                  <a:pt x="337844" y="4613499"/>
                </a:cubicBezTo>
                <a:cubicBezTo>
                  <a:pt x="253310" y="4478331"/>
                  <a:pt x="99332" y="4521016"/>
                  <a:pt x="26873" y="4378734"/>
                </a:cubicBezTo>
                <a:cubicBezTo>
                  <a:pt x="117448" y="4353835"/>
                  <a:pt x="186888" y="4403633"/>
                  <a:pt x="259346" y="4414305"/>
                </a:cubicBezTo>
                <a:cubicBezTo>
                  <a:pt x="325769" y="4424975"/>
                  <a:pt x="340863" y="4400076"/>
                  <a:pt x="325769" y="4321821"/>
                </a:cubicBezTo>
                <a:cubicBezTo>
                  <a:pt x="301616" y="4200882"/>
                  <a:pt x="337844" y="4140411"/>
                  <a:pt x="434458" y="4172424"/>
                </a:cubicBezTo>
                <a:cubicBezTo>
                  <a:pt x="525031" y="4204438"/>
                  <a:pt x="534089" y="4158196"/>
                  <a:pt x="509936" y="4090612"/>
                </a:cubicBezTo>
                <a:cubicBezTo>
                  <a:pt x="473706" y="3991015"/>
                  <a:pt x="512954" y="3912759"/>
                  <a:pt x="540128" y="3827390"/>
                </a:cubicBezTo>
                <a:cubicBezTo>
                  <a:pt x="582395" y="3699337"/>
                  <a:pt x="564281" y="3635309"/>
                  <a:pt x="476725" y="3539269"/>
                </a:cubicBezTo>
                <a:cubicBezTo>
                  <a:pt x="425400" y="3485914"/>
                  <a:pt x="374074" y="3439672"/>
                  <a:pt x="301616" y="3393429"/>
                </a:cubicBezTo>
                <a:cubicBezTo>
                  <a:pt x="467668" y="3368530"/>
                  <a:pt x="295577" y="3283162"/>
                  <a:pt x="352940" y="3229805"/>
                </a:cubicBezTo>
                <a:cubicBezTo>
                  <a:pt x="470686" y="3208463"/>
                  <a:pt x="564281" y="3379202"/>
                  <a:pt x="724294" y="3329402"/>
                </a:cubicBezTo>
                <a:cubicBezTo>
                  <a:pt x="531070" y="3183563"/>
                  <a:pt x="313691" y="3137322"/>
                  <a:pt x="171792" y="2941684"/>
                </a:cubicBezTo>
                <a:cubicBezTo>
                  <a:pt x="205002" y="2899000"/>
                  <a:pt x="238213" y="2941684"/>
                  <a:pt x="265385" y="2923898"/>
                </a:cubicBezTo>
                <a:cubicBezTo>
                  <a:pt x="265385" y="2913227"/>
                  <a:pt x="582395" y="2980812"/>
                  <a:pt x="600510" y="2703362"/>
                </a:cubicBezTo>
                <a:cubicBezTo>
                  <a:pt x="606548" y="2703362"/>
                  <a:pt x="612587" y="2703362"/>
                  <a:pt x="618624" y="2692689"/>
                </a:cubicBezTo>
                <a:cubicBezTo>
                  <a:pt x="651834" y="2653563"/>
                  <a:pt x="621644" y="2561080"/>
                  <a:pt x="675988" y="2553965"/>
                </a:cubicBezTo>
                <a:cubicBezTo>
                  <a:pt x="736372" y="2546851"/>
                  <a:pt x="793735" y="2514837"/>
                  <a:pt x="857136" y="2532623"/>
                </a:cubicBezTo>
                <a:cubicBezTo>
                  <a:pt x="905443" y="2546851"/>
                  <a:pt x="956768" y="2564636"/>
                  <a:pt x="1008094" y="2564636"/>
                </a:cubicBezTo>
                <a:cubicBezTo>
                  <a:pt x="1062438" y="2564636"/>
                  <a:pt x="1137916" y="2685576"/>
                  <a:pt x="1171128" y="2525509"/>
                </a:cubicBezTo>
                <a:cubicBezTo>
                  <a:pt x="1171128" y="2518395"/>
                  <a:pt x="1264720" y="2536181"/>
                  <a:pt x="1316045" y="2543294"/>
                </a:cubicBezTo>
                <a:cubicBezTo>
                  <a:pt x="1358314" y="2550408"/>
                  <a:pt x="1409640" y="2582422"/>
                  <a:pt x="1439830" y="2518395"/>
                </a:cubicBezTo>
                <a:cubicBezTo>
                  <a:pt x="1454926" y="2479267"/>
                  <a:pt x="1382466" y="2408126"/>
                  <a:pt x="1319065" y="2401012"/>
                </a:cubicBezTo>
                <a:cubicBezTo>
                  <a:pt x="1261702" y="2393898"/>
                  <a:pt x="1204338" y="2386784"/>
                  <a:pt x="1149994" y="2401012"/>
                </a:cubicBezTo>
                <a:cubicBezTo>
                  <a:pt x="1083572" y="2418796"/>
                  <a:pt x="1047342" y="2390340"/>
                  <a:pt x="1029227" y="2326314"/>
                </a:cubicBezTo>
                <a:cubicBezTo>
                  <a:pt x="1008094" y="2258731"/>
                  <a:pt x="968844" y="2223159"/>
                  <a:pt x="914500" y="2191146"/>
                </a:cubicBezTo>
                <a:cubicBezTo>
                  <a:pt x="781658" y="2112891"/>
                  <a:pt x="654854" y="2020407"/>
                  <a:pt x="509936" y="1974165"/>
                </a:cubicBezTo>
                <a:cubicBezTo>
                  <a:pt x="482764" y="1967051"/>
                  <a:pt x="449553" y="1952823"/>
                  <a:pt x="437476" y="1892353"/>
                </a:cubicBezTo>
                <a:cubicBezTo>
                  <a:pt x="829964" y="1984836"/>
                  <a:pt x="1186222" y="2223159"/>
                  <a:pt x="1590788" y="2208931"/>
                </a:cubicBezTo>
                <a:cubicBezTo>
                  <a:pt x="1482098" y="2134233"/>
                  <a:pt x="1352276" y="2130676"/>
                  <a:pt x="1234528" y="2077320"/>
                </a:cubicBezTo>
                <a:cubicBezTo>
                  <a:pt x="1319065" y="2038192"/>
                  <a:pt x="1397562" y="2080877"/>
                  <a:pt x="1476060" y="2102219"/>
                </a:cubicBezTo>
                <a:cubicBezTo>
                  <a:pt x="1542482" y="2120004"/>
                  <a:pt x="1602864" y="2123562"/>
                  <a:pt x="1608902" y="2013292"/>
                </a:cubicBezTo>
                <a:cubicBezTo>
                  <a:pt x="1608902" y="2002622"/>
                  <a:pt x="1608902" y="1995507"/>
                  <a:pt x="1608902" y="1984836"/>
                </a:cubicBezTo>
                <a:cubicBezTo>
                  <a:pt x="1584749" y="1938595"/>
                  <a:pt x="1551538" y="1917252"/>
                  <a:pt x="1509271" y="1903025"/>
                </a:cubicBezTo>
                <a:cubicBezTo>
                  <a:pt x="1485118" y="1895910"/>
                  <a:pt x="1451907" y="1881683"/>
                  <a:pt x="1451907" y="1849668"/>
                </a:cubicBezTo>
                <a:cubicBezTo>
                  <a:pt x="1454926" y="1728729"/>
                  <a:pt x="1373409" y="1693158"/>
                  <a:pt x="1294912" y="1657587"/>
                </a:cubicBezTo>
                <a:cubicBezTo>
                  <a:pt x="1337180" y="1597117"/>
                  <a:pt x="1373409" y="1639802"/>
                  <a:pt x="1406620" y="1636245"/>
                </a:cubicBezTo>
                <a:cubicBezTo>
                  <a:pt x="1427754" y="1632688"/>
                  <a:pt x="1448887" y="1629132"/>
                  <a:pt x="1448887" y="1597117"/>
                </a:cubicBezTo>
                <a:cubicBezTo>
                  <a:pt x="1448887" y="1572219"/>
                  <a:pt x="1439830" y="1540204"/>
                  <a:pt x="1418696" y="1540204"/>
                </a:cubicBezTo>
                <a:cubicBezTo>
                  <a:pt x="1285854" y="1536647"/>
                  <a:pt x="1210375" y="1365909"/>
                  <a:pt x="1071494" y="1365909"/>
                </a:cubicBezTo>
                <a:cubicBezTo>
                  <a:pt x="986960" y="1365909"/>
                  <a:pt x="1113764" y="1269868"/>
                  <a:pt x="1044324" y="1230741"/>
                </a:cubicBezTo>
                <a:cubicBezTo>
                  <a:pt x="1029227" y="1220069"/>
                  <a:pt x="1086591" y="1205842"/>
                  <a:pt x="1110744" y="1209399"/>
                </a:cubicBezTo>
                <a:cubicBezTo>
                  <a:pt x="1134897" y="1212955"/>
                  <a:pt x="1156032" y="1237855"/>
                  <a:pt x="1186222" y="1220069"/>
                </a:cubicBezTo>
                <a:cubicBezTo>
                  <a:pt x="1201318" y="1156043"/>
                  <a:pt x="1162069" y="1131144"/>
                  <a:pt x="1125840" y="1113358"/>
                </a:cubicBezTo>
                <a:cubicBezTo>
                  <a:pt x="1047342" y="1070674"/>
                  <a:pt x="968844" y="1020875"/>
                  <a:pt x="881290" y="1006647"/>
                </a:cubicBezTo>
                <a:cubicBezTo>
                  <a:pt x="851099" y="1003089"/>
                  <a:pt x="832982" y="985305"/>
                  <a:pt x="836002" y="949734"/>
                </a:cubicBezTo>
                <a:cubicBezTo>
                  <a:pt x="842040" y="903491"/>
                  <a:pt x="872232" y="917720"/>
                  <a:pt x="896385" y="921277"/>
                </a:cubicBezTo>
                <a:cubicBezTo>
                  <a:pt x="911482" y="924835"/>
                  <a:pt x="926577" y="935506"/>
                  <a:pt x="941672" y="910606"/>
                </a:cubicBezTo>
                <a:cubicBezTo>
                  <a:pt x="588434" y="658055"/>
                  <a:pt x="401247" y="672284"/>
                  <a:pt x="5740" y="465975"/>
                </a:cubicBezTo>
                <a:cubicBezTo>
                  <a:pt x="93294" y="426847"/>
                  <a:pt x="156696" y="455303"/>
                  <a:pt x="217079" y="462417"/>
                </a:cubicBezTo>
                <a:cubicBezTo>
                  <a:pt x="368036" y="480203"/>
                  <a:pt x="274442" y="512216"/>
                  <a:pt x="425400" y="533558"/>
                </a:cubicBezTo>
                <a:cubicBezTo>
                  <a:pt x="497860" y="544229"/>
                  <a:pt x="564281" y="579800"/>
                  <a:pt x="645798" y="522887"/>
                </a:cubicBezTo>
                <a:cubicBezTo>
                  <a:pt x="700142" y="483759"/>
                  <a:pt x="787696" y="526444"/>
                  <a:pt x="854118" y="558458"/>
                </a:cubicBezTo>
                <a:cubicBezTo>
                  <a:pt x="908462" y="586915"/>
                  <a:pt x="962806" y="594028"/>
                  <a:pt x="1035266" y="558458"/>
                </a:cubicBezTo>
                <a:cubicBezTo>
                  <a:pt x="968844" y="537116"/>
                  <a:pt x="917520" y="519330"/>
                  <a:pt x="866193" y="505101"/>
                </a:cubicBezTo>
                <a:cubicBezTo>
                  <a:pt x="823926" y="494431"/>
                  <a:pt x="799772" y="469532"/>
                  <a:pt x="802792" y="416176"/>
                </a:cubicBezTo>
                <a:cubicBezTo>
                  <a:pt x="802792" y="387720"/>
                  <a:pt x="793735" y="348592"/>
                  <a:pt x="823926" y="334364"/>
                </a:cubicBezTo>
                <a:cubicBezTo>
                  <a:pt x="848079" y="320135"/>
                  <a:pt x="881290" y="334364"/>
                  <a:pt x="893366" y="359262"/>
                </a:cubicBezTo>
                <a:cubicBezTo>
                  <a:pt x="908462" y="405504"/>
                  <a:pt x="923557" y="448189"/>
                  <a:pt x="974883" y="451747"/>
                </a:cubicBezTo>
                <a:cubicBezTo>
                  <a:pt x="1044324" y="458860"/>
                  <a:pt x="1005074" y="430405"/>
                  <a:pt x="992998" y="394834"/>
                </a:cubicBezTo>
                <a:cubicBezTo>
                  <a:pt x="980921" y="355706"/>
                  <a:pt x="1017152" y="345034"/>
                  <a:pt x="1041304" y="352148"/>
                </a:cubicBezTo>
                <a:cubicBezTo>
                  <a:pt x="1131878" y="384162"/>
                  <a:pt x="1225472" y="327250"/>
                  <a:pt x="1319065" y="373491"/>
                </a:cubicBezTo>
                <a:cubicBezTo>
                  <a:pt x="1294912" y="259665"/>
                  <a:pt x="1243586" y="209867"/>
                  <a:pt x="1134897" y="192082"/>
                </a:cubicBezTo>
                <a:cubicBezTo>
                  <a:pt x="1095648" y="188525"/>
                  <a:pt x="1053380" y="195638"/>
                  <a:pt x="1017152" y="163625"/>
                </a:cubicBezTo>
                <a:cubicBezTo>
                  <a:pt x="996016" y="145839"/>
                  <a:pt x="974883" y="124497"/>
                  <a:pt x="989979" y="88927"/>
                </a:cubicBezTo>
                <a:cubicBezTo>
                  <a:pt x="999036" y="64027"/>
                  <a:pt x="1023188" y="64027"/>
                  <a:pt x="1044324" y="71141"/>
                </a:cubicBezTo>
                <a:cubicBezTo>
                  <a:pt x="1131878" y="110269"/>
                  <a:pt x="1225472" y="120941"/>
                  <a:pt x="1316045" y="135168"/>
                </a:cubicBezTo>
                <a:cubicBezTo>
                  <a:pt x="1331142" y="138725"/>
                  <a:pt x="1346237" y="145839"/>
                  <a:pt x="1361334" y="110269"/>
                </a:cubicBezTo>
                <a:cubicBezTo>
                  <a:pt x="1255664" y="78255"/>
                  <a:pt x="1153012" y="35571"/>
                  <a:pt x="104734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30784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icture containing outdoor, nature, dark, wave&#10;&#10;Description automatically generated">
            <a:extLst>
              <a:ext uri="{FF2B5EF4-FFF2-40B4-BE49-F238E27FC236}">
                <a16:creationId xmlns:a16="http://schemas.microsoft.com/office/drawing/2014/main" id="{7EF187FD-3E51-435A-AE91-CB820AA135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90" b="4559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B56F18-DCB1-4D29-85CF-475F75793B7E}"/>
              </a:ext>
            </a:extLst>
          </p:cNvPr>
          <p:cNvSpPr txBox="1"/>
          <p:nvPr/>
        </p:nvSpPr>
        <p:spPr>
          <a:xfrm>
            <a:off x="7531610" y="3651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latin typeface="+mj-lt"/>
                <a:ea typeface="+mj-ea"/>
                <a:cs typeface="+mj-cs"/>
              </a:rPr>
              <a:t>Kronologi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78C20C-33C5-4030-A5E1-51323E98F53F}"/>
              </a:ext>
            </a:extLst>
          </p:cNvPr>
          <p:cNvSpPr txBox="1"/>
          <p:nvPr/>
        </p:nvSpPr>
        <p:spPr>
          <a:xfrm>
            <a:off x="7071360" y="1844921"/>
            <a:ext cx="4985511" cy="3742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</a:rPr>
              <a:t>Kapal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Mesin</a:t>
            </a:r>
            <a:r>
              <a:rPr lang="en-US" b="0" i="0" dirty="0">
                <a:effectLst/>
              </a:rPr>
              <a:t> (KM) </a:t>
            </a:r>
            <a:r>
              <a:rPr lang="en-US" b="0" i="0" dirty="0" err="1">
                <a:effectLst/>
              </a:rPr>
              <a:t>Senopati</a:t>
            </a:r>
            <a:r>
              <a:rPr lang="en-US" b="0" i="0" dirty="0">
                <a:effectLst/>
              </a:rPr>
              <a:t> Nusantara </a:t>
            </a:r>
            <a:r>
              <a:rPr lang="en-US" b="0" i="0" dirty="0" err="1">
                <a:effectLst/>
              </a:rPr>
              <a:t>baru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berangkat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dari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dermaga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Teluk</a:t>
            </a:r>
            <a:r>
              <a:rPr lang="en-US" b="0" i="0" dirty="0">
                <a:effectLst/>
              </a:rPr>
              <a:t> Kumai, Kalimantan Tengah, pada </a:t>
            </a:r>
            <a:r>
              <a:rPr lang="en-US" b="0" i="0" dirty="0" err="1">
                <a:effectLst/>
              </a:rPr>
              <a:t>pukul</a:t>
            </a:r>
            <a:r>
              <a:rPr lang="en-US" b="0" i="0" dirty="0">
                <a:effectLst/>
              </a:rPr>
              <a:t> 8 </a:t>
            </a:r>
            <a:r>
              <a:rPr lang="en-US" b="0" i="0" dirty="0" err="1">
                <a:effectLst/>
              </a:rPr>
              <a:t>malam</a:t>
            </a:r>
            <a:r>
              <a:rPr lang="en-US" b="0" i="0" dirty="0">
                <a:effectLst/>
              </a:rPr>
              <a:t>. Anda </a:t>
            </a:r>
            <a:r>
              <a:rPr lang="en-US" b="0" i="0" dirty="0" err="1">
                <a:effectLst/>
              </a:rPr>
              <a:t>adalah</a:t>
            </a:r>
            <a:r>
              <a:rPr lang="en-US" b="0" i="0" dirty="0">
                <a:effectLst/>
              </a:rPr>
              <a:t> salah </a:t>
            </a:r>
            <a:r>
              <a:rPr lang="en-US" b="0" i="0" dirty="0" err="1">
                <a:effectLst/>
              </a:rPr>
              <a:t>satu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penumpang</a:t>
            </a:r>
            <a:r>
              <a:rPr lang="en-US" b="0" i="0" dirty="0">
                <a:effectLst/>
              </a:rPr>
              <a:t> di </a:t>
            </a:r>
            <a:r>
              <a:rPr lang="en-US" b="0" i="0" dirty="0" err="1">
                <a:effectLst/>
              </a:rPr>
              <a:t>Kapal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feri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tersebut</a:t>
            </a:r>
            <a:r>
              <a:rPr lang="en-US" b="0" i="0" dirty="0">
                <a:effectLst/>
              </a:rPr>
              <a:t> yang </a:t>
            </a:r>
            <a:r>
              <a:rPr lang="en-US" b="0" i="0" dirty="0" err="1">
                <a:effectLst/>
              </a:rPr>
              <a:t>berlayar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menuju</a:t>
            </a:r>
            <a:r>
              <a:rPr lang="en-US" b="0" i="0" dirty="0">
                <a:effectLst/>
              </a:rPr>
              <a:t> Pelabuhan </a:t>
            </a:r>
            <a:r>
              <a:rPr lang="en-US" b="0" i="0" dirty="0" err="1">
                <a:effectLst/>
              </a:rPr>
              <a:t>Tanjung</a:t>
            </a:r>
            <a:r>
              <a:rPr lang="en-US" b="0" i="0" dirty="0">
                <a:effectLst/>
              </a:rPr>
              <a:t> Mas dan </a:t>
            </a:r>
            <a:r>
              <a:rPr lang="en-US" b="0" i="0" dirty="0" err="1">
                <a:effectLst/>
              </a:rPr>
              <a:t>dijadwalkan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tiba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pukul</a:t>
            </a:r>
            <a:r>
              <a:rPr lang="en-US" b="0" i="0" dirty="0">
                <a:effectLst/>
              </a:rPr>
              <a:t> 9 </a:t>
            </a:r>
            <a:r>
              <a:rPr lang="en-US" b="0" i="0" dirty="0" err="1">
                <a:effectLst/>
              </a:rPr>
              <a:t>malam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esokan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harinya</a:t>
            </a:r>
            <a:r>
              <a:rPr lang="en-US" b="0" i="0" dirty="0">
                <a:effectLst/>
              </a:rPr>
              <a:t>, 29 </a:t>
            </a:r>
            <a:r>
              <a:rPr lang="en-US" b="0" i="0" dirty="0" err="1">
                <a:effectLst/>
              </a:rPr>
              <a:t>Desember</a:t>
            </a:r>
            <a:r>
              <a:rPr lang="en-US" b="0" i="0" dirty="0">
                <a:effectLst/>
              </a:rPr>
              <a:t> 2006. </a:t>
            </a:r>
            <a:r>
              <a:rPr lang="en-US" b="0" i="0" dirty="0" err="1">
                <a:effectLst/>
              </a:rPr>
              <a:t>Tapi</a:t>
            </a:r>
            <a:r>
              <a:rPr lang="en-US" b="0" i="0" dirty="0">
                <a:effectLst/>
              </a:rPr>
              <a:t>, </a:t>
            </a:r>
            <a:r>
              <a:rPr lang="en-US" b="0" i="0" dirty="0" err="1">
                <a:effectLst/>
              </a:rPr>
              <a:t>sampai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jadwal</a:t>
            </a:r>
            <a:r>
              <a:rPr lang="en-US" b="0" i="0" dirty="0">
                <a:effectLst/>
              </a:rPr>
              <a:t> yang </a:t>
            </a:r>
            <a:r>
              <a:rPr lang="en-US" b="0" i="0" dirty="0" err="1">
                <a:effectLst/>
              </a:rPr>
              <a:t>sudah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ditentukan</a:t>
            </a:r>
            <a:r>
              <a:rPr lang="en-US" b="0" i="0" dirty="0">
                <a:effectLst/>
              </a:rPr>
              <a:t>, KM </a:t>
            </a:r>
            <a:r>
              <a:rPr lang="en-US" b="0" i="0" dirty="0" err="1">
                <a:effectLst/>
              </a:rPr>
              <a:t>Senopati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tak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kunjung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terlihat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merapat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ke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dermaga</a:t>
            </a:r>
            <a:r>
              <a:rPr lang="en-US" b="0" i="0" dirty="0">
                <a:effectLst/>
              </a:rPr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Malam </a:t>
            </a:r>
            <a:r>
              <a:rPr lang="en-US" b="0" i="0" dirty="0" err="1">
                <a:effectLst/>
              </a:rPr>
              <a:t>itu</a:t>
            </a:r>
            <a:r>
              <a:rPr lang="en-US" b="0" i="0" dirty="0">
                <a:effectLst/>
              </a:rPr>
              <a:t>, </a:t>
            </a:r>
            <a:r>
              <a:rPr lang="en-US" b="0" i="0" dirty="0" err="1">
                <a:effectLst/>
              </a:rPr>
              <a:t>kapal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Senopati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menghadapi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badai</a:t>
            </a:r>
            <a:r>
              <a:rPr lang="en-US" b="0" i="0" dirty="0">
                <a:effectLst/>
              </a:rPr>
              <a:t> yang </a:t>
            </a:r>
            <a:r>
              <a:rPr lang="en-US" b="0" i="0" dirty="0" err="1">
                <a:effectLst/>
              </a:rPr>
              <a:t>menggila</a:t>
            </a:r>
            <a:r>
              <a:rPr lang="en-US" b="0" i="0" dirty="0">
                <a:effectLst/>
              </a:rPr>
              <a:t> di </a:t>
            </a:r>
            <a:r>
              <a:rPr lang="en-US" b="0" i="0" dirty="0" err="1">
                <a:effectLst/>
              </a:rPr>
              <a:t>Laut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Jawa</a:t>
            </a:r>
            <a:r>
              <a:rPr lang="en-US" b="0" i="0" dirty="0">
                <a:effectLst/>
              </a:rPr>
              <a:t>. Setelah </a:t>
            </a:r>
            <a:r>
              <a:rPr lang="en-US" b="0" i="0" dirty="0" err="1">
                <a:effectLst/>
              </a:rPr>
              <a:t>berlayar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selama</a:t>
            </a:r>
            <a:r>
              <a:rPr lang="en-US" b="0" i="0" dirty="0">
                <a:effectLst/>
              </a:rPr>
              <a:t> 10 jam, </a:t>
            </a:r>
            <a:r>
              <a:rPr lang="en-US" b="0" i="0" dirty="0" err="1">
                <a:effectLst/>
              </a:rPr>
              <a:t>Kapal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Senopati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tenggelam</a:t>
            </a:r>
            <a:r>
              <a:rPr lang="en-US" b="0" i="0" dirty="0">
                <a:effectLst/>
              </a:rPr>
              <a:t>. </a:t>
            </a:r>
            <a:r>
              <a:rPr lang="en-US" b="0" i="0" dirty="0" err="1">
                <a:effectLst/>
              </a:rPr>
              <a:t>Kapal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sempat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melakukan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komunikasi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terakhir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dengan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petugas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dermaga</a:t>
            </a:r>
            <a:r>
              <a:rPr lang="en-US" b="0" i="0" dirty="0">
                <a:effectLst/>
              </a:rPr>
              <a:t> pada </a:t>
            </a:r>
            <a:r>
              <a:rPr lang="en-US" b="0" i="0" dirty="0" err="1">
                <a:effectLst/>
              </a:rPr>
              <a:t>pukul</a:t>
            </a:r>
            <a:r>
              <a:rPr lang="en-US" b="0" i="0" dirty="0">
                <a:effectLst/>
              </a:rPr>
              <a:t> 11 </a:t>
            </a:r>
            <a:r>
              <a:rPr lang="en-US" b="0" i="0" dirty="0" err="1">
                <a:effectLst/>
              </a:rPr>
              <a:t>malam</a:t>
            </a:r>
            <a:r>
              <a:rPr lang="en-US" b="0" i="0" dirty="0">
                <a:effectLst/>
              </a:rPr>
              <a:t>.</a:t>
            </a:r>
            <a:endParaRPr lang="en-US" dirty="0"/>
          </a:p>
        </p:txBody>
      </p:sp>
      <p:pic>
        <p:nvPicPr>
          <p:cNvPr id="2" name="Extinction Level EventYouTube Song-Music">
            <a:hlinkClick r:id="" action="ppaction://media"/>
            <a:extLst>
              <a:ext uri="{FF2B5EF4-FFF2-40B4-BE49-F238E27FC236}">
                <a16:creationId xmlns:a16="http://schemas.microsoft.com/office/drawing/2014/main" id="{92D1F8CB-2B84-48C3-94A6-E97999796D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19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20000" numSld="999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icture containing outdoor, nature, dark, wave&#10;&#10;Description automatically generated">
            <a:extLst>
              <a:ext uri="{FF2B5EF4-FFF2-40B4-BE49-F238E27FC236}">
                <a16:creationId xmlns:a16="http://schemas.microsoft.com/office/drawing/2014/main" id="{7EF187FD-3E51-435A-AE91-CB820AA135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90" b="4559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B56F18-DCB1-4D29-85CF-475F75793B7E}"/>
              </a:ext>
            </a:extLst>
          </p:cNvPr>
          <p:cNvSpPr txBox="1"/>
          <p:nvPr/>
        </p:nvSpPr>
        <p:spPr>
          <a:xfrm>
            <a:off x="7531610" y="3651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latin typeface="+mj-lt"/>
                <a:ea typeface="+mj-ea"/>
                <a:cs typeface="+mj-cs"/>
              </a:rPr>
              <a:t>Kronologi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78C20C-33C5-4030-A5E1-51323E98F53F}"/>
              </a:ext>
            </a:extLst>
          </p:cNvPr>
          <p:cNvSpPr txBox="1"/>
          <p:nvPr/>
        </p:nvSpPr>
        <p:spPr>
          <a:xfrm>
            <a:off x="7071360" y="1844921"/>
            <a:ext cx="4985511" cy="3742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Saat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kapal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tenggelam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, Anda dan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beberapa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orang lain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berhasil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menyelamatkan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diri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dengan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sekoci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.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Sebagai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yang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pernah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menjalani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profesi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sebagai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nelayan</a:t>
            </a:r>
            <a:r>
              <a:rPr lang="en-ID" dirty="0">
                <a:solidFill>
                  <a:srgbClr val="212529"/>
                </a:solidFill>
                <a:latin typeface="PT Sans" panose="020B0503020203020204" pitchFamily="34" charset="0"/>
              </a:rPr>
              <a:t>, 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Anda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menggunakan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pengetahuan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untuk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bertahan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hidup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di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laut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dan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mencari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cara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agar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bisa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ke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darat</a:t>
            </a:r>
            <a:r>
              <a:rPr lang="en-ID" dirty="0">
                <a:solidFill>
                  <a:srgbClr val="212529"/>
                </a:solidFill>
                <a:latin typeface="PT Sans" panose="020B0503020203020204" pitchFamily="34" charset="0"/>
              </a:rPr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kapal</a:t>
            </a:r>
            <a:r>
              <a:rPr lang="en-US" dirty="0"/>
              <a:t> </a:t>
            </a:r>
            <a:r>
              <a:rPr lang="en-US" dirty="0" err="1"/>
              <a:t>tenggelam</a:t>
            </a:r>
            <a:r>
              <a:rPr lang="en-US" dirty="0"/>
              <a:t>, Anda dan </a:t>
            </a:r>
            <a:r>
              <a:rPr lang="en-US" dirty="0" err="1"/>
              <a:t>penumpang</a:t>
            </a:r>
            <a:r>
              <a:rPr lang="en-US" dirty="0"/>
              <a:t> </a:t>
            </a:r>
            <a:r>
              <a:rPr lang="en-US" dirty="0" err="1"/>
              <a:t>selamat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kemungkinan</a:t>
            </a:r>
            <a:r>
              <a:rPr lang="en-US" dirty="0"/>
              <a:t> </a:t>
            </a:r>
            <a:r>
              <a:rPr lang="en-US" dirty="0" err="1"/>
              <a:t>menyelamatkan</a:t>
            </a:r>
            <a:r>
              <a:rPr lang="en-US" dirty="0"/>
              <a:t> 15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benda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dan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rusak</a:t>
            </a:r>
            <a:r>
              <a:rPr lang="en-US" dirty="0"/>
              <a:t>. Benda-</a:t>
            </a:r>
            <a:r>
              <a:rPr lang="en-US" dirty="0" err="1"/>
              <a:t>benda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menyelamatkan</a:t>
            </a:r>
            <a:r>
              <a:rPr lang="en-US" dirty="0"/>
              <a:t> Anda dan </a:t>
            </a:r>
            <a:r>
              <a:rPr lang="en-US" dirty="0" err="1"/>
              <a:t>penumpang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darurat</a:t>
            </a:r>
            <a:r>
              <a:rPr lang="en-US" dirty="0"/>
              <a:t> yang </a:t>
            </a:r>
            <a:r>
              <a:rPr lang="en-US" dirty="0" err="1"/>
              <a:t>terjadi</a:t>
            </a:r>
            <a:r>
              <a:rPr lang="en-US" dirty="0"/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263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icture containing outdoor, nature, dark, wave&#10;&#10;Description automatically generated">
            <a:extLst>
              <a:ext uri="{FF2B5EF4-FFF2-40B4-BE49-F238E27FC236}">
                <a16:creationId xmlns:a16="http://schemas.microsoft.com/office/drawing/2014/main" id="{7EF187FD-3E51-435A-AE91-CB820AA135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90" b="4559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B56F18-DCB1-4D29-85CF-475F75793B7E}"/>
              </a:ext>
            </a:extLst>
          </p:cNvPr>
          <p:cNvSpPr txBox="1"/>
          <p:nvPr/>
        </p:nvSpPr>
        <p:spPr>
          <a:xfrm>
            <a:off x="7531610" y="3651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latin typeface="+mj-lt"/>
                <a:ea typeface="+mj-ea"/>
                <a:cs typeface="+mj-cs"/>
              </a:rPr>
              <a:t>Kronologi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78C20C-33C5-4030-A5E1-51323E98F53F}"/>
              </a:ext>
            </a:extLst>
          </p:cNvPr>
          <p:cNvSpPr txBox="1"/>
          <p:nvPr/>
        </p:nvSpPr>
        <p:spPr>
          <a:xfrm>
            <a:off x="7071360" y="1844921"/>
            <a:ext cx="4985511" cy="3742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Sayangnya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,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waktu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Anda dan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penumpang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lainnya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sangat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terbatas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untuk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menyelematkan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benda-benda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tersebut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.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Sehingga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, Anda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harus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memprioritaskan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benda-benda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apa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saja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yang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harus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terlebih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dahulu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diselematkan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.</a:t>
            </a: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Bayangkan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Anda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dalam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kondisi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seperti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demikian</a:t>
            </a:r>
            <a:endParaRPr lang="en-ID" b="0" i="0" dirty="0">
              <a:solidFill>
                <a:srgbClr val="212529"/>
              </a:solidFill>
              <a:effectLst/>
              <a:latin typeface="PT Sans" panose="020B0503020203020204" pitchFamily="34" charset="0"/>
            </a:endParaRPr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Dan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bayangkan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penumpang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lainnya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adalah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rekan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anggota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0" i="0" dirty="0" err="1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tim</a:t>
            </a:r>
            <a:r>
              <a:rPr lang="en-ID" b="0" i="0" dirty="0">
                <a:solidFill>
                  <a:srgbClr val="212529"/>
                </a:solidFill>
                <a:effectLst/>
                <a:latin typeface="PT Sans" panose="020B0503020203020204" pitchFamily="34" charset="0"/>
              </a:rPr>
              <a:t> Anda.</a:t>
            </a:r>
          </a:p>
        </p:txBody>
      </p:sp>
    </p:spTree>
    <p:extLst>
      <p:ext uri="{BB962C8B-B14F-4D97-AF65-F5344CB8AC3E}">
        <p14:creationId xmlns:p14="http://schemas.microsoft.com/office/powerpoint/2010/main" val="3797694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595D0-7EA0-4DEB-84B5-A697637D2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51313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Bahnschrift SemiCondensed" panose="020B0502040204020203" pitchFamily="34" charset="0"/>
              </a:rPr>
              <a:t>Daftar Benda</a:t>
            </a:r>
            <a:endParaRPr lang="en-ID" dirty="0">
              <a:latin typeface="Bahnschrift SemiCondensed" panose="020B0502040204020203" pitchFamily="34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CD90300-5DBC-4234-9374-D426F644C1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376760"/>
              </p:ext>
            </p:extLst>
          </p:nvPr>
        </p:nvGraphicFramePr>
        <p:xfrm>
          <a:off x="838200" y="655320"/>
          <a:ext cx="10515600" cy="620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466">
                  <a:extLst>
                    <a:ext uri="{9D8B030D-6E8A-4147-A177-3AD203B41FA5}">
                      <a16:colId xmlns:a16="http://schemas.microsoft.com/office/drawing/2014/main" val="1769782136"/>
                    </a:ext>
                  </a:extLst>
                </a:gridCol>
                <a:gridCol w="3262774">
                  <a:extLst>
                    <a:ext uri="{9D8B030D-6E8A-4147-A177-3AD203B41FA5}">
                      <a16:colId xmlns:a16="http://schemas.microsoft.com/office/drawing/2014/main" val="143093704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7567794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4396710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182730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Benda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Urutan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Pribadi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Urutan</a:t>
                      </a:r>
                      <a:r>
                        <a:rPr lang="en-US" dirty="0"/>
                        <a:t> Tim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Urutan</a:t>
                      </a:r>
                      <a:r>
                        <a:rPr lang="en-US" dirty="0"/>
                        <a:t> Ahli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665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Kelambu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kawat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nyamuk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228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Sekaleng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bensin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179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Wadah</a:t>
                      </a:r>
                      <a:r>
                        <a:rPr lang="en-US" dirty="0"/>
                        <a:t> air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885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Cermin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cukur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242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Sekstan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alat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pengukur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sudut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astronomis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585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 aid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6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Peta </a:t>
                      </a:r>
                      <a:r>
                        <a:rPr lang="en-US" dirty="0" err="1"/>
                        <a:t>laut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182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Kursi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bantal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mengambang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052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Tali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756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beberapa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batang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coklat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616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Plastik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855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Tongkat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pancing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146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Pengusir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hiu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907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Sebotol</a:t>
                      </a:r>
                      <a:r>
                        <a:rPr lang="en-US" dirty="0"/>
                        <a:t> vodka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314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VHF radio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419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7252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80089C-5EDD-464C-90E5-23E510DEA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308" y="141605"/>
            <a:ext cx="4840010" cy="1807305"/>
          </a:xfrm>
        </p:spPr>
        <p:txBody>
          <a:bodyPr>
            <a:normAutofit/>
          </a:bodyPr>
          <a:lstStyle/>
          <a:p>
            <a:r>
              <a:rPr lang="en-US" dirty="0"/>
              <a:t>Rules of Game</a:t>
            </a:r>
            <a:endParaRPr lang="en-ID" dirty="0"/>
          </a:p>
        </p:txBody>
      </p:sp>
      <p:pic>
        <p:nvPicPr>
          <p:cNvPr id="5" name="Picture 4" descr="A boat in the ocean&#10;&#10;Description automatically generated with low confidence">
            <a:extLst>
              <a:ext uri="{FF2B5EF4-FFF2-40B4-BE49-F238E27FC236}">
                <a16:creationId xmlns:a16="http://schemas.microsoft.com/office/drawing/2014/main" id="{0A511A4C-B6C7-45E5-996D-A414A5C706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07" r="4523" b="-2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4D40C-FD49-4887-8F53-4ED9A50D2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569" y="1683057"/>
            <a:ext cx="6092952" cy="3843666"/>
          </a:xfrm>
        </p:spPr>
        <p:txBody>
          <a:bodyPr>
            <a:noAutofit/>
          </a:bodyPr>
          <a:lstStyle/>
          <a:p>
            <a:r>
              <a:rPr lang="en-US" sz="2400" dirty="0" err="1"/>
              <a:t>Tugas</a:t>
            </a:r>
            <a:r>
              <a:rPr lang="en-US" sz="2400" dirty="0"/>
              <a:t> </a:t>
            </a:r>
            <a:r>
              <a:rPr lang="en-US" sz="2400" dirty="0" err="1"/>
              <a:t>pertama</a:t>
            </a:r>
            <a:r>
              <a:rPr lang="en-US" sz="2400" dirty="0"/>
              <a:t>, masing-masing </a:t>
            </a:r>
            <a:r>
              <a:rPr lang="en-US" sz="2400" dirty="0" err="1"/>
              <a:t>peserta</a:t>
            </a:r>
            <a:r>
              <a:rPr lang="en-US" sz="2400" dirty="0"/>
              <a:t> </a:t>
            </a:r>
            <a:r>
              <a:rPr lang="en-US" sz="2400" dirty="0" err="1"/>
              <a:t>diminta</a:t>
            </a:r>
            <a:r>
              <a:rPr lang="en-US" sz="2400" dirty="0"/>
              <a:t> </a:t>
            </a:r>
            <a:r>
              <a:rPr lang="en-US" sz="2400" dirty="0" err="1"/>
              <a:t>mengurutkan</a:t>
            </a:r>
            <a:r>
              <a:rPr lang="en-US" sz="2400" dirty="0"/>
              <a:t> </a:t>
            </a:r>
            <a:r>
              <a:rPr lang="en-US" sz="2400" dirty="0" err="1"/>
              <a:t>prioritas</a:t>
            </a:r>
            <a:r>
              <a:rPr lang="en-US" sz="2400" dirty="0"/>
              <a:t> </a:t>
            </a:r>
            <a:r>
              <a:rPr lang="en-US" sz="2400" dirty="0" err="1"/>
              <a:t>benda</a:t>
            </a:r>
            <a:r>
              <a:rPr lang="en-US" sz="2400" dirty="0"/>
              <a:t> </a:t>
            </a:r>
            <a:r>
              <a:rPr lang="en-US" sz="2400" dirty="0" err="1"/>
              <a:t>pilihannya</a:t>
            </a:r>
            <a:r>
              <a:rPr lang="en-US" sz="2400" dirty="0"/>
              <a:t> di </a:t>
            </a:r>
            <a:r>
              <a:rPr lang="en-US" sz="2400" dirty="0" err="1"/>
              <a:t>kolom</a:t>
            </a:r>
            <a:r>
              <a:rPr lang="en-US" sz="2400" dirty="0"/>
              <a:t> </a:t>
            </a:r>
            <a:r>
              <a:rPr lang="en-US" sz="2400" dirty="0" err="1"/>
              <a:t>urutan</a:t>
            </a:r>
            <a:r>
              <a:rPr lang="en-US" sz="2400" dirty="0"/>
              <a:t> </a:t>
            </a:r>
            <a:r>
              <a:rPr lang="en-US" sz="2400" dirty="0" err="1"/>
              <a:t>pribadi</a:t>
            </a:r>
            <a:r>
              <a:rPr lang="en-US" sz="2400" dirty="0"/>
              <a:t> (</a:t>
            </a:r>
            <a:r>
              <a:rPr lang="en-US" sz="2400" dirty="0" err="1"/>
              <a:t>waktu</a:t>
            </a:r>
            <a:r>
              <a:rPr lang="en-US" sz="2400" dirty="0"/>
              <a:t> 10 </a:t>
            </a:r>
            <a:r>
              <a:rPr lang="en-US" sz="2400" dirty="0" err="1"/>
              <a:t>menit</a:t>
            </a:r>
            <a:r>
              <a:rPr lang="en-US" sz="2400" dirty="0"/>
              <a:t>)</a:t>
            </a:r>
          </a:p>
          <a:p>
            <a:r>
              <a:rPr lang="en-US" sz="2400" dirty="0" err="1"/>
              <a:t>Tugas</a:t>
            </a:r>
            <a:r>
              <a:rPr lang="en-US" sz="2400" dirty="0"/>
              <a:t> </a:t>
            </a:r>
            <a:r>
              <a:rPr lang="en-US" sz="2400" dirty="0" err="1"/>
              <a:t>kedua</a:t>
            </a:r>
            <a:r>
              <a:rPr lang="en-US" sz="2400" dirty="0"/>
              <a:t>, </a:t>
            </a:r>
            <a:r>
              <a:rPr lang="en-US" sz="2400" dirty="0" err="1"/>
              <a:t>peserta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berkelompok</a:t>
            </a:r>
            <a:r>
              <a:rPr lang="en-US" sz="2400" dirty="0"/>
              <a:t> </a:t>
            </a:r>
            <a:r>
              <a:rPr lang="en-US" sz="2400" dirty="0" err="1"/>
              <a:t>diminta</a:t>
            </a:r>
            <a:r>
              <a:rPr lang="en-US" sz="2400" dirty="0"/>
              <a:t> </a:t>
            </a:r>
            <a:r>
              <a:rPr lang="en-US" sz="2400" dirty="0" err="1"/>
              <a:t>mengurutkan</a:t>
            </a:r>
            <a:r>
              <a:rPr lang="en-US" sz="2400" dirty="0"/>
              <a:t> </a:t>
            </a:r>
            <a:r>
              <a:rPr lang="en-US" sz="2400" dirty="0" err="1"/>
              <a:t>prioritas</a:t>
            </a:r>
            <a:r>
              <a:rPr lang="en-US" sz="2400" dirty="0"/>
              <a:t> </a:t>
            </a:r>
            <a:r>
              <a:rPr lang="en-US" sz="2400" dirty="0" err="1"/>
              <a:t>benda</a:t>
            </a:r>
            <a:r>
              <a:rPr lang="en-US" sz="2400" dirty="0"/>
              <a:t> </a:t>
            </a:r>
            <a:r>
              <a:rPr lang="en-US" sz="2400" dirty="0" err="1"/>
              <a:t>pilihan</a:t>
            </a:r>
            <a:r>
              <a:rPr lang="en-US" sz="2400" dirty="0"/>
              <a:t> </a:t>
            </a:r>
            <a:r>
              <a:rPr lang="en-US" sz="2400" dirty="0" err="1"/>
              <a:t>kelompoknya</a:t>
            </a:r>
            <a:r>
              <a:rPr lang="en-US" sz="2400" dirty="0"/>
              <a:t> dan </a:t>
            </a:r>
            <a:r>
              <a:rPr lang="en-US" sz="2400" dirty="0" err="1"/>
              <a:t>mengisinya</a:t>
            </a:r>
            <a:r>
              <a:rPr lang="en-US" sz="2400" dirty="0"/>
              <a:t> di </a:t>
            </a:r>
            <a:r>
              <a:rPr lang="en-US" sz="2400" dirty="0" err="1"/>
              <a:t>kolom</a:t>
            </a:r>
            <a:r>
              <a:rPr lang="en-US" sz="2400" dirty="0"/>
              <a:t> </a:t>
            </a:r>
            <a:r>
              <a:rPr lang="en-US" sz="2400" dirty="0" err="1"/>
              <a:t>urutan</a:t>
            </a:r>
            <a:r>
              <a:rPr lang="en-US" sz="2400" dirty="0"/>
              <a:t> </a:t>
            </a:r>
            <a:r>
              <a:rPr lang="en-US" sz="2400" dirty="0" err="1"/>
              <a:t>kelompok</a:t>
            </a:r>
            <a:r>
              <a:rPr lang="en-US" sz="2400" dirty="0"/>
              <a:t> (</a:t>
            </a:r>
            <a:r>
              <a:rPr lang="en-US" sz="2400" dirty="0" err="1"/>
              <a:t>waktu</a:t>
            </a:r>
            <a:r>
              <a:rPr lang="en-US" sz="2400" dirty="0"/>
              <a:t> 30 </a:t>
            </a:r>
            <a:r>
              <a:rPr lang="en-US" sz="2400" dirty="0" err="1"/>
              <a:t>menit</a:t>
            </a:r>
            <a:r>
              <a:rPr lang="en-US" sz="2400" dirty="0"/>
              <a:t>)</a:t>
            </a:r>
          </a:p>
          <a:p>
            <a:r>
              <a:rPr lang="en-US" sz="2400" dirty="0" err="1"/>
              <a:t>Dilarang</a:t>
            </a:r>
            <a:r>
              <a:rPr lang="en-US" sz="2400" dirty="0"/>
              <a:t> </a:t>
            </a:r>
            <a:r>
              <a:rPr lang="en-US" sz="2400" dirty="0" err="1"/>
              <a:t>memakai</a:t>
            </a:r>
            <a:r>
              <a:rPr lang="en-US" sz="2400" dirty="0"/>
              <a:t> </a:t>
            </a:r>
            <a:r>
              <a:rPr lang="en-US" sz="2400" dirty="0" err="1"/>
              <a:t>prosedur</a:t>
            </a:r>
            <a:r>
              <a:rPr lang="en-US" sz="2400" dirty="0"/>
              <a:t> yang </a:t>
            </a:r>
            <a:r>
              <a:rPr lang="en-US" sz="2400" dirty="0" err="1"/>
              <a:t>bertujuan</a:t>
            </a:r>
            <a:r>
              <a:rPr lang="en-US" sz="2400" dirty="0"/>
              <a:t> </a:t>
            </a:r>
            <a:r>
              <a:rPr lang="en-US" sz="2400" dirty="0" err="1"/>
              <a:t>mengurangi</a:t>
            </a:r>
            <a:r>
              <a:rPr lang="en-US" sz="2400" dirty="0"/>
              <a:t> </a:t>
            </a:r>
            <a:r>
              <a:rPr lang="en-US" sz="2400" dirty="0" err="1"/>
              <a:t>konflik</a:t>
            </a:r>
            <a:r>
              <a:rPr lang="en-US" sz="2400" dirty="0"/>
              <a:t> </a:t>
            </a:r>
            <a:r>
              <a:rPr lang="en-US" sz="2400" dirty="0" err="1"/>
              <a:t>seperti</a:t>
            </a:r>
            <a:r>
              <a:rPr lang="en-US" sz="2400" dirty="0"/>
              <a:t> voting, rata-rata, </a:t>
            </a:r>
            <a:r>
              <a:rPr lang="en-US" sz="2400" dirty="0" err="1"/>
              <a:t>tawar</a:t>
            </a:r>
            <a:r>
              <a:rPr lang="en-US" sz="2400" dirty="0"/>
              <a:t> </a:t>
            </a:r>
            <a:r>
              <a:rPr lang="en-US" sz="2400" dirty="0" err="1"/>
              <a:t>menawar</a:t>
            </a:r>
            <a:r>
              <a:rPr lang="en-US" sz="2400" dirty="0"/>
              <a:t>, </a:t>
            </a:r>
            <a:r>
              <a:rPr lang="en-US" sz="2400" dirty="0" err="1"/>
              <a:t>undian</a:t>
            </a:r>
            <a:r>
              <a:rPr lang="en-US" sz="2400" dirty="0"/>
              <a:t>, </a:t>
            </a:r>
            <a:r>
              <a:rPr lang="en-US" sz="2400" dirty="0" err="1"/>
              <a:t>dll</a:t>
            </a:r>
            <a:r>
              <a:rPr lang="en-US" sz="2400" dirty="0"/>
              <a:t>.</a:t>
            </a:r>
            <a:endParaRPr lang="en-ID" sz="2400" dirty="0"/>
          </a:p>
          <a:p>
            <a:r>
              <a:rPr lang="en-ID" sz="2400" dirty="0" err="1"/>
              <a:t>Ingat</a:t>
            </a:r>
            <a:r>
              <a:rPr lang="en-ID" sz="2400" dirty="0"/>
              <a:t>! Di game </a:t>
            </a:r>
            <a:r>
              <a:rPr lang="en-ID" sz="2400" dirty="0" err="1"/>
              <a:t>ini</a:t>
            </a:r>
            <a:r>
              <a:rPr lang="en-ID" sz="2400" dirty="0"/>
              <a:t>, </a:t>
            </a:r>
            <a:r>
              <a:rPr lang="en-ID" sz="2400" dirty="0" err="1"/>
              <a:t>hidup</a:t>
            </a:r>
            <a:r>
              <a:rPr lang="en-ID" sz="2400" dirty="0"/>
              <a:t> </a:t>
            </a:r>
            <a:r>
              <a:rPr lang="en-ID" sz="2400" dirty="0" err="1"/>
              <a:t>matinya</a:t>
            </a:r>
            <a:r>
              <a:rPr lang="en-ID" sz="2400" dirty="0"/>
              <a:t> Anda </a:t>
            </a:r>
            <a:r>
              <a:rPr lang="en-ID" sz="2400" dirty="0" err="1"/>
              <a:t>tergantung</a:t>
            </a:r>
            <a:r>
              <a:rPr lang="en-ID" sz="2400" dirty="0"/>
              <a:t> </a:t>
            </a:r>
            <a:r>
              <a:rPr lang="en-ID" sz="2400" dirty="0" err="1"/>
              <a:t>keputusan</a:t>
            </a:r>
            <a:r>
              <a:rPr lang="en-ID" sz="2400" dirty="0"/>
              <a:t> yang Anda </a:t>
            </a:r>
            <a:r>
              <a:rPr lang="en-ID" sz="2400" dirty="0" err="1"/>
              <a:t>ambil</a:t>
            </a:r>
            <a:r>
              <a:rPr lang="en-ID" sz="2400" dirty="0"/>
              <a:t>!</a:t>
            </a:r>
            <a:endParaRPr lang="en-US" sz="2400" dirty="0"/>
          </a:p>
          <a:p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2839563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595D0-7EA0-4DEB-84B5-A697637D2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51313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Bahnschrift SemiCondensed" panose="020B0502040204020203" pitchFamily="34" charset="0"/>
              </a:rPr>
              <a:t>Daftar Benda</a:t>
            </a:r>
            <a:endParaRPr lang="en-ID" dirty="0">
              <a:latin typeface="Bahnschrift SemiCondensed" panose="020B0502040204020203" pitchFamily="34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CD90300-5DBC-4234-9374-D426F644C1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2913446"/>
              </p:ext>
            </p:extLst>
          </p:nvPr>
        </p:nvGraphicFramePr>
        <p:xfrm>
          <a:off x="838200" y="655320"/>
          <a:ext cx="10515600" cy="620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466">
                  <a:extLst>
                    <a:ext uri="{9D8B030D-6E8A-4147-A177-3AD203B41FA5}">
                      <a16:colId xmlns:a16="http://schemas.microsoft.com/office/drawing/2014/main" val="1769782136"/>
                    </a:ext>
                  </a:extLst>
                </a:gridCol>
                <a:gridCol w="3262774">
                  <a:extLst>
                    <a:ext uri="{9D8B030D-6E8A-4147-A177-3AD203B41FA5}">
                      <a16:colId xmlns:a16="http://schemas.microsoft.com/office/drawing/2014/main" val="143093704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7567794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4396710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182730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Benda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Urutan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Pribadi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Urutan</a:t>
                      </a:r>
                      <a:r>
                        <a:rPr lang="en-US" dirty="0"/>
                        <a:t> Tim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Urutan</a:t>
                      </a:r>
                      <a:r>
                        <a:rPr lang="en-US" dirty="0"/>
                        <a:t> Ahli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665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Kelambu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kawat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nyamuk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228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Sekaleng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bensin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179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Wadah</a:t>
                      </a:r>
                      <a:r>
                        <a:rPr lang="en-US" dirty="0"/>
                        <a:t> air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885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Cermin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cukur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242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Sekstan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alat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pengukur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sudut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astronomis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585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 aid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6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Peta </a:t>
                      </a:r>
                      <a:r>
                        <a:rPr lang="en-US" dirty="0" err="1"/>
                        <a:t>laut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182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Kursi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bantal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mengambang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052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Tali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756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beberapa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batang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coklat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616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Plastik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855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Tongkat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pancing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146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Pengusir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hiu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907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Sebotol</a:t>
                      </a:r>
                      <a:r>
                        <a:rPr lang="en-US" dirty="0"/>
                        <a:t> vodka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314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VHF radio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41997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91B5E3D-EE07-4A17-A8B7-B1ACF03890E1}"/>
              </a:ext>
            </a:extLst>
          </p:cNvPr>
          <p:cNvSpPr/>
          <p:nvPr/>
        </p:nvSpPr>
        <p:spPr>
          <a:xfrm>
            <a:off x="9285402" y="1046375"/>
            <a:ext cx="2068398" cy="5811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56793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wooden walkway with palm trees on either side of it&#10;&#10;Description automatically generated with low confidence">
            <a:extLst>
              <a:ext uri="{FF2B5EF4-FFF2-40B4-BE49-F238E27FC236}">
                <a16:creationId xmlns:a16="http://schemas.microsoft.com/office/drawing/2014/main" id="{FC1F3610-C8D0-438E-91C9-0EAF879B63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57" r="9090" b="33687"/>
          <a:stretch/>
        </p:blipFill>
        <p:spPr>
          <a:xfrm>
            <a:off x="5262880" y="10"/>
            <a:ext cx="692912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392638-5F18-4D79-B78E-BF00F79E7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15" y="990220"/>
            <a:ext cx="4180586" cy="1124712"/>
          </a:xfrm>
        </p:spPr>
        <p:txBody>
          <a:bodyPr anchor="b">
            <a:noAutofit/>
          </a:bodyPr>
          <a:lstStyle/>
          <a:p>
            <a:r>
              <a:rPr lang="en-US" dirty="0"/>
              <a:t>What we learn</a:t>
            </a:r>
            <a:endParaRPr lang="en-ID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C6051B0-D880-4765-9C05-FBEDCEA85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815" y="2698496"/>
            <a:ext cx="3438906" cy="3207258"/>
          </a:xfrm>
        </p:spPr>
        <p:txBody>
          <a:bodyPr anchor="t">
            <a:normAutofit/>
          </a:bodyPr>
          <a:lstStyle/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09068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449</Words>
  <Application>Microsoft Office PowerPoint</Application>
  <PresentationFormat>Widescreen</PresentationFormat>
  <Paragraphs>104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Bahnschrift SemiCondensed</vt:lpstr>
      <vt:lpstr>Calibri</vt:lpstr>
      <vt:lpstr>Calibri Light</vt:lpstr>
      <vt:lpstr>PT Sans</vt:lpstr>
      <vt:lpstr>Office Theme</vt:lpstr>
      <vt:lpstr>PowerPoint Presentation</vt:lpstr>
      <vt:lpstr>PowerPoint Presentation</vt:lpstr>
      <vt:lpstr>PowerPoint Presentation</vt:lpstr>
      <vt:lpstr>PowerPoint Presentation</vt:lpstr>
      <vt:lpstr>Daftar Benda</vt:lpstr>
      <vt:lpstr>Rules of Game</vt:lpstr>
      <vt:lpstr>Daftar Benda</vt:lpstr>
      <vt:lpstr>What we learn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izzudin abdurahman</dc:creator>
  <cp:lastModifiedBy>izzudin abdurahman</cp:lastModifiedBy>
  <cp:revision>3</cp:revision>
  <dcterms:created xsi:type="dcterms:W3CDTF">2021-09-14T10:21:05Z</dcterms:created>
  <dcterms:modified xsi:type="dcterms:W3CDTF">2021-09-17T04:27:46Z</dcterms:modified>
</cp:coreProperties>
</file>