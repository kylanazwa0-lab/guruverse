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6F675F-8097-4CA3-AC83-0AEB833A6486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1CC076B-2D61-4C37-BF6E-AF2E493174BE}">
      <dgm:prSet custT="1"/>
      <dgm:spPr/>
      <dgm:t>
        <a:bodyPr/>
        <a:lstStyle/>
        <a:p>
          <a:r>
            <a:rPr lang="en-US" sz="1800" dirty="0" err="1"/>
            <a:t>Permainan</a:t>
          </a:r>
          <a:r>
            <a:rPr lang="en-US" sz="1800" dirty="0"/>
            <a:t> </a:t>
          </a:r>
          <a:r>
            <a:rPr lang="en-US" sz="1800" dirty="0" err="1"/>
            <a:t>dimainkan</a:t>
          </a:r>
          <a:r>
            <a:rPr lang="en-US" sz="1800" dirty="0"/>
            <a:t> di </a:t>
          </a:r>
          <a:r>
            <a:rPr lang="en-US" sz="1800" dirty="0" err="1"/>
            <a:t>kelompok</a:t>
          </a:r>
          <a:r>
            <a:rPr lang="en-US" sz="1800" dirty="0"/>
            <a:t> masing-masing</a:t>
          </a:r>
        </a:p>
      </dgm:t>
    </dgm:pt>
    <dgm:pt modelId="{F6579F50-DB9B-4C15-902C-41B1A3C9E354}" type="parTrans" cxnId="{F95A59B0-4669-475B-8653-80D5CE9459FA}">
      <dgm:prSet/>
      <dgm:spPr/>
      <dgm:t>
        <a:bodyPr/>
        <a:lstStyle/>
        <a:p>
          <a:endParaRPr lang="en-US"/>
        </a:p>
      </dgm:t>
    </dgm:pt>
    <dgm:pt modelId="{F1E012D1-7575-40BE-A251-150164980C4F}" type="sibTrans" cxnId="{F95A59B0-4669-475B-8653-80D5CE9459FA}">
      <dgm:prSet/>
      <dgm:spPr/>
      <dgm:t>
        <a:bodyPr/>
        <a:lstStyle/>
        <a:p>
          <a:endParaRPr lang="en-US"/>
        </a:p>
      </dgm:t>
    </dgm:pt>
    <dgm:pt modelId="{F3DA7083-7202-4567-A2F3-A97250B51F90}">
      <dgm:prSet custT="1"/>
      <dgm:spPr/>
      <dgm:t>
        <a:bodyPr/>
        <a:lstStyle/>
        <a:p>
          <a:r>
            <a:rPr lang="en-US" sz="1800" dirty="0" err="1"/>
            <a:t>Setiap</a:t>
          </a:r>
          <a:r>
            <a:rPr lang="en-US" sz="1800" dirty="0"/>
            <a:t> </a:t>
          </a:r>
          <a:r>
            <a:rPr lang="en-US" sz="1800" dirty="0" err="1"/>
            <a:t>peserta</a:t>
          </a:r>
          <a:r>
            <a:rPr lang="en-US" sz="1800" dirty="0"/>
            <a:t> </a:t>
          </a:r>
          <a:r>
            <a:rPr lang="en-US" sz="1800" dirty="0" err="1"/>
            <a:t>diberikan</a:t>
          </a:r>
          <a:r>
            <a:rPr lang="en-US" sz="1800" dirty="0"/>
            <a:t> </a:t>
          </a:r>
          <a:r>
            <a:rPr lang="en-US" sz="1800" dirty="0" err="1"/>
            <a:t>satu</a:t>
          </a:r>
          <a:r>
            <a:rPr lang="en-US" sz="1800" dirty="0"/>
            <a:t> </a:t>
          </a:r>
          <a:r>
            <a:rPr lang="en-US" sz="1800" dirty="0" err="1"/>
            <a:t>jenis</a:t>
          </a:r>
          <a:r>
            <a:rPr lang="en-US" sz="1800" dirty="0"/>
            <a:t> </a:t>
          </a:r>
          <a:r>
            <a:rPr lang="en-US" sz="1800" dirty="0" err="1"/>
            <a:t>profesi</a:t>
          </a:r>
          <a:r>
            <a:rPr lang="en-US" sz="1800" dirty="0"/>
            <a:t> oleh </a:t>
          </a:r>
          <a:r>
            <a:rPr lang="en-US" sz="1800" dirty="0" err="1"/>
            <a:t>fasilitator</a:t>
          </a:r>
          <a:r>
            <a:rPr lang="en-US" sz="1800" dirty="0"/>
            <a:t> </a:t>
          </a:r>
          <a:r>
            <a:rPr lang="en-US" sz="1800" dirty="0" err="1"/>
            <a:t>kelompoknya</a:t>
          </a:r>
          <a:endParaRPr lang="en-US" sz="1800" dirty="0"/>
        </a:p>
      </dgm:t>
    </dgm:pt>
    <dgm:pt modelId="{F2A827A6-8BE8-4310-86F4-D98D76C73425}" type="parTrans" cxnId="{5E340A11-0746-43D9-8FC2-8AF37E6E2666}">
      <dgm:prSet/>
      <dgm:spPr/>
      <dgm:t>
        <a:bodyPr/>
        <a:lstStyle/>
        <a:p>
          <a:endParaRPr lang="en-US"/>
        </a:p>
      </dgm:t>
    </dgm:pt>
    <dgm:pt modelId="{39CB46CB-7FD3-42F7-9487-096CB108898D}" type="sibTrans" cxnId="{5E340A11-0746-43D9-8FC2-8AF37E6E2666}">
      <dgm:prSet/>
      <dgm:spPr/>
      <dgm:t>
        <a:bodyPr/>
        <a:lstStyle/>
        <a:p>
          <a:endParaRPr lang="en-US"/>
        </a:p>
      </dgm:t>
    </dgm:pt>
    <dgm:pt modelId="{8D4CF710-74A8-42F6-A46D-1FC6CD76FCA8}">
      <dgm:prSet custT="1"/>
      <dgm:spPr/>
      <dgm:t>
        <a:bodyPr/>
        <a:lstStyle/>
        <a:p>
          <a:r>
            <a:rPr lang="en-US" sz="1600" dirty="0" err="1"/>
            <a:t>Setiap</a:t>
          </a:r>
          <a:r>
            <a:rPr lang="en-US" sz="1600" dirty="0"/>
            <a:t> </a:t>
          </a:r>
          <a:r>
            <a:rPr lang="en-US" sz="1600" dirty="0" err="1"/>
            <a:t>peserta</a:t>
          </a:r>
          <a:r>
            <a:rPr lang="en-US" sz="1600" dirty="0"/>
            <a:t> </a:t>
          </a:r>
          <a:r>
            <a:rPr lang="en-US" sz="1600" dirty="0" err="1"/>
            <a:t>harus</a:t>
          </a:r>
          <a:r>
            <a:rPr lang="en-US" sz="1600" dirty="0"/>
            <a:t> </a:t>
          </a:r>
          <a:r>
            <a:rPr lang="en-US" sz="1600" dirty="0" err="1"/>
            <a:t>memperagakan</a:t>
          </a:r>
          <a:r>
            <a:rPr lang="en-US" sz="1600" dirty="0"/>
            <a:t>/</a:t>
          </a:r>
          <a:r>
            <a:rPr lang="en-US" sz="1600" dirty="0" err="1"/>
            <a:t>memberikan</a:t>
          </a:r>
          <a:r>
            <a:rPr lang="en-US" sz="1600" dirty="0"/>
            <a:t> clue kata </a:t>
          </a:r>
          <a:r>
            <a:rPr lang="en-US" sz="1600" dirty="0" err="1"/>
            <a:t>profesinya</a:t>
          </a:r>
          <a:r>
            <a:rPr lang="en-US" sz="1600" dirty="0"/>
            <a:t> masing-masing (</a:t>
          </a:r>
          <a:r>
            <a:rPr lang="en-US" sz="1600" dirty="0" err="1"/>
            <a:t>tanpa</a:t>
          </a:r>
          <a:r>
            <a:rPr lang="en-US" sz="1600" dirty="0"/>
            <a:t> </a:t>
          </a:r>
          <a:r>
            <a:rPr lang="en-US" sz="1600" dirty="0" err="1"/>
            <a:t>suara</a:t>
          </a:r>
          <a:r>
            <a:rPr lang="en-US" sz="1600" dirty="0"/>
            <a:t>), </a:t>
          </a:r>
          <a:r>
            <a:rPr lang="en-US" sz="1600" dirty="0" err="1"/>
            <a:t>lalu</a:t>
          </a:r>
          <a:r>
            <a:rPr lang="en-US" sz="1600" dirty="0"/>
            <a:t> </a:t>
          </a:r>
          <a:r>
            <a:rPr lang="en-US" sz="1600" dirty="0" err="1"/>
            <a:t>rekan</a:t>
          </a:r>
          <a:r>
            <a:rPr lang="en-US" sz="1600" dirty="0"/>
            <a:t> </a:t>
          </a:r>
          <a:r>
            <a:rPr lang="en-US" sz="1600" dirty="0" err="1"/>
            <a:t>setimnya</a:t>
          </a:r>
          <a:r>
            <a:rPr lang="en-US" sz="1600" dirty="0"/>
            <a:t> </a:t>
          </a:r>
          <a:r>
            <a:rPr lang="en-US" sz="1600" dirty="0" err="1"/>
            <a:t>harus</a:t>
          </a:r>
          <a:r>
            <a:rPr lang="en-US" sz="1600" dirty="0"/>
            <a:t> </a:t>
          </a:r>
          <a:r>
            <a:rPr lang="en-US" sz="1600" dirty="0" err="1"/>
            <a:t>menebak</a:t>
          </a:r>
          <a:r>
            <a:rPr lang="en-US" sz="1600" dirty="0"/>
            <a:t> </a:t>
          </a:r>
          <a:r>
            <a:rPr lang="en-US" sz="1600" dirty="0" err="1"/>
            <a:t>apa</a:t>
          </a:r>
          <a:r>
            <a:rPr lang="en-US" sz="1600" dirty="0"/>
            <a:t> </a:t>
          </a:r>
          <a:r>
            <a:rPr lang="en-US" sz="1600" dirty="0" err="1"/>
            <a:t>jenis</a:t>
          </a:r>
          <a:r>
            <a:rPr lang="en-US" sz="1600" dirty="0"/>
            <a:t> </a:t>
          </a:r>
          <a:r>
            <a:rPr lang="en-US" sz="1600" dirty="0" err="1"/>
            <a:t>profesinya</a:t>
          </a:r>
          <a:endParaRPr lang="en-US" sz="1600" dirty="0"/>
        </a:p>
      </dgm:t>
    </dgm:pt>
    <dgm:pt modelId="{E52C4F78-6817-4D4A-ACA8-7E5B98816EC2}" type="parTrans" cxnId="{549D7B01-A1AE-43DD-A3B6-6866FFB7F417}">
      <dgm:prSet/>
      <dgm:spPr/>
      <dgm:t>
        <a:bodyPr/>
        <a:lstStyle/>
        <a:p>
          <a:endParaRPr lang="en-US"/>
        </a:p>
      </dgm:t>
    </dgm:pt>
    <dgm:pt modelId="{E8A37DB6-5590-40D9-B4D6-C5A4C2987011}" type="sibTrans" cxnId="{549D7B01-A1AE-43DD-A3B6-6866FFB7F417}">
      <dgm:prSet/>
      <dgm:spPr/>
      <dgm:t>
        <a:bodyPr/>
        <a:lstStyle/>
        <a:p>
          <a:endParaRPr lang="en-US"/>
        </a:p>
      </dgm:t>
    </dgm:pt>
    <dgm:pt modelId="{FDCF6482-E452-463A-8C37-7B851D46732B}">
      <dgm:prSet custT="1"/>
      <dgm:spPr/>
      <dgm:t>
        <a:bodyPr/>
        <a:lstStyle/>
        <a:p>
          <a:r>
            <a:rPr lang="en-US" sz="1800" dirty="0" err="1"/>
            <a:t>Diberikan</a:t>
          </a:r>
          <a:r>
            <a:rPr lang="en-US" sz="1800" dirty="0"/>
            <a:t> </a:t>
          </a:r>
          <a:r>
            <a:rPr lang="en-US" sz="1800" dirty="0" err="1"/>
            <a:t>waktu</a:t>
          </a:r>
          <a:r>
            <a:rPr lang="en-US" sz="1800" dirty="0"/>
            <a:t> 10 </a:t>
          </a:r>
          <a:r>
            <a:rPr lang="en-US" sz="1800" dirty="0" err="1"/>
            <a:t>menit</a:t>
          </a:r>
          <a:r>
            <a:rPr lang="en-US" sz="1800" dirty="0"/>
            <a:t> </a:t>
          </a:r>
          <a:r>
            <a:rPr lang="en-US" sz="1800" dirty="0" err="1"/>
            <a:t>untuk</a:t>
          </a:r>
          <a:r>
            <a:rPr lang="en-US" sz="1800" dirty="0"/>
            <a:t> </a:t>
          </a:r>
          <a:r>
            <a:rPr lang="en-US" sz="1800" dirty="0" err="1"/>
            <a:t>semua</a:t>
          </a:r>
          <a:r>
            <a:rPr lang="en-US" sz="1800" dirty="0"/>
            <a:t> </a:t>
          </a:r>
          <a:r>
            <a:rPr lang="en-US" sz="1800" dirty="0" err="1"/>
            <a:t>anggota</a:t>
          </a:r>
          <a:r>
            <a:rPr lang="en-US" sz="1800" dirty="0"/>
            <a:t> </a:t>
          </a:r>
          <a:r>
            <a:rPr lang="en-US" sz="1800" dirty="0" err="1"/>
            <a:t>tim</a:t>
          </a:r>
          <a:r>
            <a:rPr lang="en-US" sz="1800" dirty="0"/>
            <a:t> </a:t>
          </a:r>
          <a:r>
            <a:rPr lang="en-US" sz="1800" dirty="0" err="1"/>
            <a:t>memperagakan</a:t>
          </a:r>
          <a:r>
            <a:rPr lang="en-US" sz="1800" dirty="0"/>
            <a:t> dan </a:t>
          </a:r>
          <a:r>
            <a:rPr lang="en-US" sz="1800" dirty="0" err="1"/>
            <a:t>menebak</a:t>
          </a:r>
          <a:endParaRPr lang="en-US" sz="1800" dirty="0"/>
        </a:p>
      </dgm:t>
    </dgm:pt>
    <dgm:pt modelId="{FD990B29-1D30-4EC6-B4DD-7640C2105EFD}" type="parTrans" cxnId="{1CA2027F-7674-41C4-8607-22E7AF93419A}">
      <dgm:prSet/>
      <dgm:spPr/>
      <dgm:t>
        <a:bodyPr/>
        <a:lstStyle/>
        <a:p>
          <a:endParaRPr lang="en-US"/>
        </a:p>
      </dgm:t>
    </dgm:pt>
    <dgm:pt modelId="{21EE8E9B-02AA-4480-88DE-4242AC08517E}" type="sibTrans" cxnId="{1CA2027F-7674-41C4-8607-22E7AF93419A}">
      <dgm:prSet/>
      <dgm:spPr/>
      <dgm:t>
        <a:bodyPr/>
        <a:lstStyle/>
        <a:p>
          <a:endParaRPr lang="en-US"/>
        </a:p>
      </dgm:t>
    </dgm:pt>
    <dgm:pt modelId="{2CE5F511-FA60-40D4-8702-9904003D8B3E}">
      <dgm:prSet custT="1"/>
      <dgm:spPr/>
      <dgm:t>
        <a:bodyPr/>
        <a:lstStyle/>
        <a:p>
          <a:r>
            <a:rPr lang="en-US" sz="1800" dirty="0"/>
            <a:t>Tim yang </a:t>
          </a:r>
          <a:r>
            <a:rPr lang="en-US" sz="1800" dirty="0" err="1"/>
            <a:t>menang</a:t>
          </a:r>
          <a:r>
            <a:rPr lang="en-US" sz="1800" dirty="0"/>
            <a:t> </a:t>
          </a:r>
          <a:r>
            <a:rPr lang="en-US" sz="1800" dirty="0" err="1"/>
            <a:t>adalah</a:t>
          </a:r>
          <a:r>
            <a:rPr lang="en-US" sz="1800" dirty="0"/>
            <a:t> yang paling </a:t>
          </a:r>
          <a:r>
            <a:rPr lang="en-US" sz="1800" dirty="0" err="1"/>
            <a:t>banyak</a:t>
          </a:r>
          <a:r>
            <a:rPr lang="en-US" sz="1800" dirty="0"/>
            <a:t> </a:t>
          </a:r>
          <a:r>
            <a:rPr lang="en-US" sz="1800" dirty="0" err="1"/>
            <a:t>menebak</a:t>
          </a:r>
          <a:r>
            <a:rPr lang="en-US" sz="1800" dirty="0"/>
            <a:t> </a:t>
          </a:r>
          <a:r>
            <a:rPr lang="en-US" sz="1800" dirty="0" err="1"/>
            <a:t>dengan</a:t>
          </a:r>
          <a:r>
            <a:rPr lang="en-US" sz="1800" dirty="0"/>
            <a:t> </a:t>
          </a:r>
          <a:r>
            <a:rPr lang="en-US" sz="1800" dirty="0" err="1"/>
            <a:t>benar</a:t>
          </a:r>
          <a:r>
            <a:rPr lang="en-US" sz="1800" dirty="0"/>
            <a:t> </a:t>
          </a:r>
          <a:r>
            <a:rPr lang="en-US" sz="1800" dirty="0" err="1"/>
            <a:t>sebelum</a:t>
          </a:r>
          <a:r>
            <a:rPr lang="en-US" sz="1800" dirty="0"/>
            <a:t> </a:t>
          </a:r>
          <a:r>
            <a:rPr lang="en-US" sz="1800" dirty="0" err="1"/>
            <a:t>waktu</a:t>
          </a:r>
          <a:r>
            <a:rPr lang="en-US" sz="1800" dirty="0"/>
            <a:t> yang </a:t>
          </a:r>
          <a:r>
            <a:rPr lang="en-US" sz="1800" dirty="0" err="1"/>
            <a:t>diberikan</a:t>
          </a:r>
          <a:r>
            <a:rPr lang="en-US" sz="1800" dirty="0"/>
            <a:t> </a:t>
          </a:r>
          <a:r>
            <a:rPr lang="en-US" sz="1800" dirty="0" err="1"/>
            <a:t>habis</a:t>
          </a:r>
          <a:endParaRPr lang="en-US" sz="1800" dirty="0"/>
        </a:p>
      </dgm:t>
    </dgm:pt>
    <dgm:pt modelId="{8B8B7D71-F052-4A8F-92F6-923534CF1041}" type="parTrans" cxnId="{BD816F78-3B3D-4293-8F39-8312EC7398D1}">
      <dgm:prSet/>
      <dgm:spPr/>
      <dgm:t>
        <a:bodyPr/>
        <a:lstStyle/>
        <a:p>
          <a:endParaRPr lang="en-US"/>
        </a:p>
      </dgm:t>
    </dgm:pt>
    <dgm:pt modelId="{12F42C9F-DA17-4E1B-82C0-FBBBFEDF0C57}" type="sibTrans" cxnId="{BD816F78-3B3D-4293-8F39-8312EC7398D1}">
      <dgm:prSet/>
      <dgm:spPr/>
      <dgm:t>
        <a:bodyPr/>
        <a:lstStyle/>
        <a:p>
          <a:endParaRPr lang="en-US"/>
        </a:p>
      </dgm:t>
    </dgm:pt>
    <dgm:pt modelId="{7A4A1778-B161-4C0C-899B-B8208B857E2D}" type="pres">
      <dgm:prSet presAssocID="{D46F675F-8097-4CA3-AC83-0AEB833A6486}" presName="linear" presStyleCnt="0">
        <dgm:presLayoutVars>
          <dgm:animLvl val="lvl"/>
          <dgm:resizeHandles val="exact"/>
        </dgm:presLayoutVars>
      </dgm:prSet>
      <dgm:spPr/>
    </dgm:pt>
    <dgm:pt modelId="{0273CE6B-C5B2-45B8-A5D0-76F8CF01B206}" type="pres">
      <dgm:prSet presAssocID="{F1CC076B-2D61-4C37-BF6E-AF2E493174B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DC703A-0A30-420B-9A66-8048F4A12FB2}" type="pres">
      <dgm:prSet presAssocID="{F1E012D1-7575-40BE-A251-150164980C4F}" presName="spacer" presStyleCnt="0"/>
      <dgm:spPr/>
    </dgm:pt>
    <dgm:pt modelId="{AFC248FE-9580-4FAF-9FEA-1E62809E4DD5}" type="pres">
      <dgm:prSet presAssocID="{F3DA7083-7202-4567-A2F3-A97250B51F9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A8C1D45-D614-421A-A788-6E1192DEF887}" type="pres">
      <dgm:prSet presAssocID="{39CB46CB-7FD3-42F7-9487-096CB108898D}" presName="spacer" presStyleCnt="0"/>
      <dgm:spPr/>
    </dgm:pt>
    <dgm:pt modelId="{1B2B953F-26A7-4E7A-A86A-6BC6AEDC08B7}" type="pres">
      <dgm:prSet presAssocID="{8D4CF710-74A8-42F6-A46D-1FC6CD76FC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C8E04A0-7655-44D5-9F04-D639DFAAE060}" type="pres">
      <dgm:prSet presAssocID="{E8A37DB6-5590-40D9-B4D6-C5A4C2987011}" presName="spacer" presStyleCnt="0"/>
      <dgm:spPr/>
    </dgm:pt>
    <dgm:pt modelId="{3E945847-1AB1-445A-A859-E065B190D937}" type="pres">
      <dgm:prSet presAssocID="{FDCF6482-E452-463A-8C37-7B851D46732B}" presName="parentText" presStyleLbl="node1" presStyleIdx="3" presStyleCnt="5" custScaleY="78678">
        <dgm:presLayoutVars>
          <dgm:chMax val="0"/>
          <dgm:bulletEnabled val="1"/>
        </dgm:presLayoutVars>
      </dgm:prSet>
      <dgm:spPr/>
    </dgm:pt>
    <dgm:pt modelId="{C0A5D873-737D-4DD6-920F-BAC8536065E3}" type="pres">
      <dgm:prSet presAssocID="{21EE8E9B-02AA-4480-88DE-4242AC08517E}" presName="spacer" presStyleCnt="0"/>
      <dgm:spPr/>
    </dgm:pt>
    <dgm:pt modelId="{581E2DD1-3D73-464A-87FD-570D81EE260F}" type="pres">
      <dgm:prSet presAssocID="{2CE5F511-FA60-40D4-8702-9904003D8B3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49D7B01-A1AE-43DD-A3B6-6866FFB7F417}" srcId="{D46F675F-8097-4CA3-AC83-0AEB833A6486}" destId="{8D4CF710-74A8-42F6-A46D-1FC6CD76FCA8}" srcOrd="2" destOrd="0" parTransId="{E52C4F78-6817-4D4A-ACA8-7E5B98816EC2}" sibTransId="{E8A37DB6-5590-40D9-B4D6-C5A4C2987011}"/>
    <dgm:cxn modelId="{5E340A11-0746-43D9-8FC2-8AF37E6E2666}" srcId="{D46F675F-8097-4CA3-AC83-0AEB833A6486}" destId="{F3DA7083-7202-4567-A2F3-A97250B51F90}" srcOrd="1" destOrd="0" parTransId="{F2A827A6-8BE8-4310-86F4-D98D76C73425}" sibTransId="{39CB46CB-7FD3-42F7-9487-096CB108898D}"/>
    <dgm:cxn modelId="{1A07E763-617D-4176-B1DB-4B70C295C4A9}" type="presOf" srcId="{2CE5F511-FA60-40D4-8702-9904003D8B3E}" destId="{581E2DD1-3D73-464A-87FD-570D81EE260F}" srcOrd="0" destOrd="0" presId="urn:microsoft.com/office/officeart/2005/8/layout/vList2"/>
    <dgm:cxn modelId="{E018D768-5468-4199-818F-C9A2F1505273}" type="presOf" srcId="{F3DA7083-7202-4567-A2F3-A97250B51F90}" destId="{AFC248FE-9580-4FAF-9FEA-1E62809E4DD5}" srcOrd="0" destOrd="0" presId="urn:microsoft.com/office/officeart/2005/8/layout/vList2"/>
    <dgm:cxn modelId="{65CE0E58-36F4-44A5-9B47-A6772E41EBA4}" type="presOf" srcId="{D46F675F-8097-4CA3-AC83-0AEB833A6486}" destId="{7A4A1778-B161-4C0C-899B-B8208B857E2D}" srcOrd="0" destOrd="0" presId="urn:microsoft.com/office/officeart/2005/8/layout/vList2"/>
    <dgm:cxn modelId="{BD816F78-3B3D-4293-8F39-8312EC7398D1}" srcId="{D46F675F-8097-4CA3-AC83-0AEB833A6486}" destId="{2CE5F511-FA60-40D4-8702-9904003D8B3E}" srcOrd="4" destOrd="0" parTransId="{8B8B7D71-F052-4A8F-92F6-923534CF1041}" sibTransId="{12F42C9F-DA17-4E1B-82C0-FBBBFEDF0C57}"/>
    <dgm:cxn modelId="{1CA2027F-7674-41C4-8607-22E7AF93419A}" srcId="{D46F675F-8097-4CA3-AC83-0AEB833A6486}" destId="{FDCF6482-E452-463A-8C37-7B851D46732B}" srcOrd="3" destOrd="0" parTransId="{FD990B29-1D30-4EC6-B4DD-7640C2105EFD}" sibTransId="{21EE8E9B-02AA-4480-88DE-4242AC08517E}"/>
    <dgm:cxn modelId="{F95A59B0-4669-475B-8653-80D5CE9459FA}" srcId="{D46F675F-8097-4CA3-AC83-0AEB833A6486}" destId="{F1CC076B-2D61-4C37-BF6E-AF2E493174BE}" srcOrd="0" destOrd="0" parTransId="{F6579F50-DB9B-4C15-902C-41B1A3C9E354}" sibTransId="{F1E012D1-7575-40BE-A251-150164980C4F}"/>
    <dgm:cxn modelId="{9CEC47DD-A2AF-427C-B306-47A6A7E68F5F}" type="presOf" srcId="{8D4CF710-74A8-42F6-A46D-1FC6CD76FCA8}" destId="{1B2B953F-26A7-4E7A-A86A-6BC6AEDC08B7}" srcOrd="0" destOrd="0" presId="urn:microsoft.com/office/officeart/2005/8/layout/vList2"/>
    <dgm:cxn modelId="{C7CCF4F5-A2F4-4F1B-AEA0-F8D518747B35}" type="presOf" srcId="{F1CC076B-2D61-4C37-BF6E-AF2E493174BE}" destId="{0273CE6B-C5B2-45B8-A5D0-76F8CF01B206}" srcOrd="0" destOrd="0" presId="urn:microsoft.com/office/officeart/2005/8/layout/vList2"/>
    <dgm:cxn modelId="{EF2AFAF8-C401-482E-A7DB-869487E32E99}" type="presOf" srcId="{FDCF6482-E452-463A-8C37-7B851D46732B}" destId="{3E945847-1AB1-445A-A859-E065B190D937}" srcOrd="0" destOrd="0" presId="urn:microsoft.com/office/officeart/2005/8/layout/vList2"/>
    <dgm:cxn modelId="{C24A130C-861D-48CF-A3D5-069059935248}" type="presParOf" srcId="{7A4A1778-B161-4C0C-899B-B8208B857E2D}" destId="{0273CE6B-C5B2-45B8-A5D0-76F8CF01B206}" srcOrd="0" destOrd="0" presId="urn:microsoft.com/office/officeart/2005/8/layout/vList2"/>
    <dgm:cxn modelId="{AADBBC78-1202-4FE0-8D54-A3393BC6FEC5}" type="presParOf" srcId="{7A4A1778-B161-4C0C-899B-B8208B857E2D}" destId="{60DC703A-0A30-420B-9A66-8048F4A12FB2}" srcOrd="1" destOrd="0" presId="urn:microsoft.com/office/officeart/2005/8/layout/vList2"/>
    <dgm:cxn modelId="{CF6A1775-C8D5-40B8-9754-AE31C977D101}" type="presParOf" srcId="{7A4A1778-B161-4C0C-899B-B8208B857E2D}" destId="{AFC248FE-9580-4FAF-9FEA-1E62809E4DD5}" srcOrd="2" destOrd="0" presId="urn:microsoft.com/office/officeart/2005/8/layout/vList2"/>
    <dgm:cxn modelId="{9AD57709-0E5B-4649-97D8-5F458D63DC23}" type="presParOf" srcId="{7A4A1778-B161-4C0C-899B-B8208B857E2D}" destId="{5A8C1D45-D614-421A-A788-6E1192DEF887}" srcOrd="3" destOrd="0" presId="urn:microsoft.com/office/officeart/2005/8/layout/vList2"/>
    <dgm:cxn modelId="{6C222F2C-63B1-4FD7-82B4-1B2150499154}" type="presParOf" srcId="{7A4A1778-B161-4C0C-899B-B8208B857E2D}" destId="{1B2B953F-26A7-4E7A-A86A-6BC6AEDC08B7}" srcOrd="4" destOrd="0" presId="urn:microsoft.com/office/officeart/2005/8/layout/vList2"/>
    <dgm:cxn modelId="{D93FCCFA-49B6-43C1-96E7-DDEE639BC688}" type="presParOf" srcId="{7A4A1778-B161-4C0C-899B-B8208B857E2D}" destId="{1C8E04A0-7655-44D5-9F04-D639DFAAE060}" srcOrd="5" destOrd="0" presId="urn:microsoft.com/office/officeart/2005/8/layout/vList2"/>
    <dgm:cxn modelId="{F8E6F35F-F8A4-4C56-A46B-65102B956C17}" type="presParOf" srcId="{7A4A1778-B161-4C0C-899B-B8208B857E2D}" destId="{3E945847-1AB1-445A-A859-E065B190D937}" srcOrd="6" destOrd="0" presId="urn:microsoft.com/office/officeart/2005/8/layout/vList2"/>
    <dgm:cxn modelId="{571F6115-9272-47FE-9C0C-67F2EEE637C2}" type="presParOf" srcId="{7A4A1778-B161-4C0C-899B-B8208B857E2D}" destId="{C0A5D873-737D-4DD6-920F-BAC8536065E3}" srcOrd="7" destOrd="0" presId="urn:microsoft.com/office/officeart/2005/8/layout/vList2"/>
    <dgm:cxn modelId="{191854B6-73F8-4B8D-80FD-9C0AE2D2C043}" type="presParOf" srcId="{7A4A1778-B161-4C0C-899B-B8208B857E2D}" destId="{581E2DD1-3D73-464A-87FD-570D81EE260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3CE6B-C5B2-45B8-A5D0-76F8CF01B206}">
      <dsp:nvSpPr>
        <dsp:cNvPr id="0" name=""/>
        <dsp:cNvSpPr/>
      </dsp:nvSpPr>
      <dsp:spPr>
        <a:xfrm>
          <a:off x="0" y="2840"/>
          <a:ext cx="4903928" cy="11342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Permainan</a:t>
          </a:r>
          <a:r>
            <a:rPr lang="en-US" sz="1800" kern="1200" dirty="0"/>
            <a:t> </a:t>
          </a:r>
          <a:r>
            <a:rPr lang="en-US" sz="1800" kern="1200" dirty="0" err="1"/>
            <a:t>dimainkan</a:t>
          </a:r>
          <a:r>
            <a:rPr lang="en-US" sz="1800" kern="1200" dirty="0"/>
            <a:t> di </a:t>
          </a:r>
          <a:r>
            <a:rPr lang="en-US" sz="1800" kern="1200" dirty="0" err="1"/>
            <a:t>kelompok</a:t>
          </a:r>
          <a:r>
            <a:rPr lang="en-US" sz="1800" kern="1200" dirty="0"/>
            <a:t> masing-masing</a:t>
          </a:r>
        </a:p>
      </dsp:txBody>
      <dsp:txXfrm>
        <a:off x="55371" y="58211"/>
        <a:ext cx="4793186" cy="1023534"/>
      </dsp:txXfrm>
    </dsp:sp>
    <dsp:sp modelId="{AFC248FE-9580-4FAF-9FEA-1E62809E4DD5}">
      <dsp:nvSpPr>
        <dsp:cNvPr id="0" name=""/>
        <dsp:cNvSpPr/>
      </dsp:nvSpPr>
      <dsp:spPr>
        <a:xfrm>
          <a:off x="0" y="1146725"/>
          <a:ext cx="4903928" cy="11342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Setiap</a:t>
          </a:r>
          <a:r>
            <a:rPr lang="en-US" sz="1800" kern="1200" dirty="0"/>
            <a:t> </a:t>
          </a:r>
          <a:r>
            <a:rPr lang="en-US" sz="1800" kern="1200" dirty="0" err="1"/>
            <a:t>peserta</a:t>
          </a:r>
          <a:r>
            <a:rPr lang="en-US" sz="1800" kern="1200" dirty="0"/>
            <a:t> </a:t>
          </a:r>
          <a:r>
            <a:rPr lang="en-US" sz="1800" kern="1200" dirty="0" err="1"/>
            <a:t>diberikan</a:t>
          </a:r>
          <a:r>
            <a:rPr lang="en-US" sz="1800" kern="1200" dirty="0"/>
            <a:t> </a:t>
          </a:r>
          <a:r>
            <a:rPr lang="en-US" sz="1800" kern="1200" dirty="0" err="1"/>
            <a:t>satu</a:t>
          </a:r>
          <a:r>
            <a:rPr lang="en-US" sz="1800" kern="1200" dirty="0"/>
            <a:t> </a:t>
          </a:r>
          <a:r>
            <a:rPr lang="en-US" sz="1800" kern="1200" dirty="0" err="1"/>
            <a:t>jenis</a:t>
          </a:r>
          <a:r>
            <a:rPr lang="en-US" sz="1800" kern="1200" dirty="0"/>
            <a:t> </a:t>
          </a:r>
          <a:r>
            <a:rPr lang="en-US" sz="1800" kern="1200" dirty="0" err="1"/>
            <a:t>profesi</a:t>
          </a:r>
          <a:r>
            <a:rPr lang="en-US" sz="1800" kern="1200" dirty="0"/>
            <a:t> oleh </a:t>
          </a:r>
          <a:r>
            <a:rPr lang="en-US" sz="1800" kern="1200" dirty="0" err="1"/>
            <a:t>fasilitator</a:t>
          </a:r>
          <a:r>
            <a:rPr lang="en-US" sz="1800" kern="1200" dirty="0"/>
            <a:t> </a:t>
          </a:r>
          <a:r>
            <a:rPr lang="en-US" sz="1800" kern="1200" dirty="0" err="1"/>
            <a:t>kelompoknya</a:t>
          </a:r>
          <a:endParaRPr lang="en-US" sz="1800" kern="1200" dirty="0"/>
        </a:p>
      </dsp:txBody>
      <dsp:txXfrm>
        <a:off x="55371" y="1202096"/>
        <a:ext cx="4793186" cy="1023534"/>
      </dsp:txXfrm>
    </dsp:sp>
    <dsp:sp modelId="{1B2B953F-26A7-4E7A-A86A-6BC6AEDC08B7}">
      <dsp:nvSpPr>
        <dsp:cNvPr id="0" name=""/>
        <dsp:cNvSpPr/>
      </dsp:nvSpPr>
      <dsp:spPr>
        <a:xfrm>
          <a:off x="0" y="2290610"/>
          <a:ext cx="4903928" cy="11342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peserta</a:t>
          </a:r>
          <a:r>
            <a:rPr lang="en-US" sz="1600" kern="1200" dirty="0"/>
            <a:t> </a:t>
          </a:r>
          <a:r>
            <a:rPr lang="en-US" sz="1600" kern="1200" dirty="0" err="1"/>
            <a:t>harus</a:t>
          </a:r>
          <a:r>
            <a:rPr lang="en-US" sz="1600" kern="1200" dirty="0"/>
            <a:t> </a:t>
          </a:r>
          <a:r>
            <a:rPr lang="en-US" sz="1600" kern="1200" dirty="0" err="1"/>
            <a:t>memperagakan</a:t>
          </a:r>
          <a:r>
            <a:rPr lang="en-US" sz="1600" kern="1200" dirty="0"/>
            <a:t>/</a:t>
          </a:r>
          <a:r>
            <a:rPr lang="en-US" sz="1600" kern="1200" dirty="0" err="1"/>
            <a:t>memberikan</a:t>
          </a:r>
          <a:r>
            <a:rPr lang="en-US" sz="1600" kern="1200" dirty="0"/>
            <a:t> clue kata </a:t>
          </a:r>
          <a:r>
            <a:rPr lang="en-US" sz="1600" kern="1200" dirty="0" err="1"/>
            <a:t>profesinya</a:t>
          </a:r>
          <a:r>
            <a:rPr lang="en-US" sz="1600" kern="1200" dirty="0"/>
            <a:t> masing-masing (</a:t>
          </a:r>
          <a:r>
            <a:rPr lang="en-US" sz="1600" kern="1200" dirty="0" err="1"/>
            <a:t>tanpa</a:t>
          </a:r>
          <a:r>
            <a:rPr lang="en-US" sz="1600" kern="1200" dirty="0"/>
            <a:t> </a:t>
          </a:r>
          <a:r>
            <a:rPr lang="en-US" sz="1600" kern="1200" dirty="0" err="1"/>
            <a:t>suara</a:t>
          </a:r>
          <a:r>
            <a:rPr lang="en-US" sz="1600" kern="1200" dirty="0"/>
            <a:t>), </a:t>
          </a:r>
          <a:r>
            <a:rPr lang="en-US" sz="1600" kern="1200" dirty="0" err="1"/>
            <a:t>lalu</a:t>
          </a:r>
          <a:r>
            <a:rPr lang="en-US" sz="1600" kern="1200" dirty="0"/>
            <a:t> </a:t>
          </a:r>
          <a:r>
            <a:rPr lang="en-US" sz="1600" kern="1200" dirty="0" err="1"/>
            <a:t>rekan</a:t>
          </a:r>
          <a:r>
            <a:rPr lang="en-US" sz="1600" kern="1200" dirty="0"/>
            <a:t> </a:t>
          </a:r>
          <a:r>
            <a:rPr lang="en-US" sz="1600" kern="1200" dirty="0" err="1"/>
            <a:t>setimnya</a:t>
          </a:r>
          <a:r>
            <a:rPr lang="en-US" sz="1600" kern="1200" dirty="0"/>
            <a:t> </a:t>
          </a:r>
          <a:r>
            <a:rPr lang="en-US" sz="1600" kern="1200" dirty="0" err="1"/>
            <a:t>harus</a:t>
          </a:r>
          <a:r>
            <a:rPr lang="en-US" sz="1600" kern="1200" dirty="0"/>
            <a:t> </a:t>
          </a:r>
          <a:r>
            <a:rPr lang="en-US" sz="1600" kern="1200" dirty="0" err="1"/>
            <a:t>menebak</a:t>
          </a:r>
          <a:r>
            <a:rPr lang="en-US" sz="1600" kern="1200" dirty="0"/>
            <a:t> </a:t>
          </a:r>
          <a:r>
            <a:rPr lang="en-US" sz="1600" kern="1200" dirty="0" err="1"/>
            <a:t>apa</a:t>
          </a:r>
          <a:r>
            <a:rPr lang="en-US" sz="1600" kern="1200" dirty="0"/>
            <a:t> </a:t>
          </a:r>
          <a:r>
            <a:rPr lang="en-US" sz="1600" kern="1200" dirty="0" err="1"/>
            <a:t>jenis</a:t>
          </a:r>
          <a:r>
            <a:rPr lang="en-US" sz="1600" kern="1200" dirty="0"/>
            <a:t> </a:t>
          </a:r>
          <a:r>
            <a:rPr lang="en-US" sz="1600" kern="1200" dirty="0" err="1"/>
            <a:t>profesinya</a:t>
          </a:r>
          <a:endParaRPr lang="en-US" sz="1600" kern="1200" dirty="0"/>
        </a:p>
      </dsp:txBody>
      <dsp:txXfrm>
        <a:off x="55371" y="2345981"/>
        <a:ext cx="4793186" cy="1023534"/>
      </dsp:txXfrm>
    </dsp:sp>
    <dsp:sp modelId="{3E945847-1AB1-445A-A859-E065B190D937}">
      <dsp:nvSpPr>
        <dsp:cNvPr id="0" name=""/>
        <dsp:cNvSpPr/>
      </dsp:nvSpPr>
      <dsp:spPr>
        <a:xfrm>
          <a:off x="0" y="3434496"/>
          <a:ext cx="4903928" cy="8924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Diberikan</a:t>
          </a:r>
          <a:r>
            <a:rPr lang="en-US" sz="1800" kern="1200" dirty="0"/>
            <a:t> </a:t>
          </a:r>
          <a:r>
            <a:rPr lang="en-US" sz="1800" kern="1200" dirty="0" err="1"/>
            <a:t>waktu</a:t>
          </a:r>
          <a:r>
            <a:rPr lang="en-US" sz="1800" kern="1200" dirty="0"/>
            <a:t> 10 </a:t>
          </a:r>
          <a:r>
            <a:rPr lang="en-US" sz="1800" kern="1200" dirty="0" err="1"/>
            <a:t>menit</a:t>
          </a:r>
          <a:r>
            <a:rPr lang="en-US" sz="1800" kern="1200" dirty="0"/>
            <a:t> </a:t>
          </a:r>
          <a:r>
            <a:rPr lang="en-US" sz="1800" kern="1200" dirty="0" err="1"/>
            <a:t>untuk</a:t>
          </a:r>
          <a:r>
            <a:rPr lang="en-US" sz="1800" kern="1200" dirty="0"/>
            <a:t> </a:t>
          </a:r>
          <a:r>
            <a:rPr lang="en-US" sz="1800" kern="1200" dirty="0" err="1"/>
            <a:t>semua</a:t>
          </a:r>
          <a:r>
            <a:rPr lang="en-US" sz="1800" kern="1200" dirty="0"/>
            <a:t> </a:t>
          </a:r>
          <a:r>
            <a:rPr lang="en-US" sz="1800" kern="1200" dirty="0" err="1"/>
            <a:t>anggota</a:t>
          </a:r>
          <a:r>
            <a:rPr lang="en-US" sz="1800" kern="1200" dirty="0"/>
            <a:t> </a:t>
          </a:r>
          <a:r>
            <a:rPr lang="en-US" sz="1800" kern="1200" dirty="0" err="1"/>
            <a:t>tim</a:t>
          </a:r>
          <a:r>
            <a:rPr lang="en-US" sz="1800" kern="1200" dirty="0"/>
            <a:t> </a:t>
          </a:r>
          <a:r>
            <a:rPr lang="en-US" sz="1800" kern="1200" dirty="0" err="1"/>
            <a:t>memperagakan</a:t>
          </a:r>
          <a:r>
            <a:rPr lang="en-US" sz="1800" kern="1200" dirty="0"/>
            <a:t> dan </a:t>
          </a:r>
          <a:r>
            <a:rPr lang="en-US" sz="1800" kern="1200" dirty="0" err="1"/>
            <a:t>menebak</a:t>
          </a:r>
          <a:endParaRPr lang="en-US" sz="1800" kern="1200" dirty="0"/>
        </a:p>
      </dsp:txBody>
      <dsp:txXfrm>
        <a:off x="43565" y="3478061"/>
        <a:ext cx="4816798" cy="805296"/>
      </dsp:txXfrm>
    </dsp:sp>
    <dsp:sp modelId="{581E2DD1-3D73-464A-87FD-570D81EE260F}">
      <dsp:nvSpPr>
        <dsp:cNvPr id="0" name=""/>
        <dsp:cNvSpPr/>
      </dsp:nvSpPr>
      <dsp:spPr>
        <a:xfrm>
          <a:off x="0" y="4336530"/>
          <a:ext cx="4903928" cy="113427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 yang </a:t>
          </a:r>
          <a:r>
            <a:rPr lang="en-US" sz="1800" kern="1200" dirty="0" err="1"/>
            <a:t>menang</a:t>
          </a:r>
          <a:r>
            <a:rPr lang="en-US" sz="1800" kern="1200" dirty="0"/>
            <a:t> </a:t>
          </a:r>
          <a:r>
            <a:rPr lang="en-US" sz="1800" kern="1200" dirty="0" err="1"/>
            <a:t>adalah</a:t>
          </a:r>
          <a:r>
            <a:rPr lang="en-US" sz="1800" kern="1200" dirty="0"/>
            <a:t> yang paling </a:t>
          </a:r>
          <a:r>
            <a:rPr lang="en-US" sz="1800" kern="1200" dirty="0" err="1"/>
            <a:t>banyak</a:t>
          </a:r>
          <a:r>
            <a:rPr lang="en-US" sz="1800" kern="1200" dirty="0"/>
            <a:t> </a:t>
          </a:r>
          <a:r>
            <a:rPr lang="en-US" sz="1800" kern="1200" dirty="0" err="1"/>
            <a:t>menebak</a:t>
          </a:r>
          <a:r>
            <a:rPr lang="en-US" sz="1800" kern="1200" dirty="0"/>
            <a:t> </a:t>
          </a:r>
          <a:r>
            <a:rPr lang="en-US" sz="1800" kern="1200" dirty="0" err="1"/>
            <a:t>dengan</a:t>
          </a:r>
          <a:r>
            <a:rPr lang="en-US" sz="1800" kern="1200" dirty="0"/>
            <a:t> </a:t>
          </a:r>
          <a:r>
            <a:rPr lang="en-US" sz="1800" kern="1200" dirty="0" err="1"/>
            <a:t>benar</a:t>
          </a:r>
          <a:r>
            <a:rPr lang="en-US" sz="1800" kern="1200" dirty="0"/>
            <a:t> </a:t>
          </a:r>
          <a:r>
            <a:rPr lang="en-US" sz="1800" kern="1200" dirty="0" err="1"/>
            <a:t>sebelum</a:t>
          </a:r>
          <a:r>
            <a:rPr lang="en-US" sz="1800" kern="1200" dirty="0"/>
            <a:t> </a:t>
          </a:r>
          <a:r>
            <a:rPr lang="en-US" sz="1800" kern="1200" dirty="0" err="1"/>
            <a:t>waktu</a:t>
          </a:r>
          <a:r>
            <a:rPr lang="en-US" sz="1800" kern="1200" dirty="0"/>
            <a:t> yang </a:t>
          </a:r>
          <a:r>
            <a:rPr lang="en-US" sz="1800" kern="1200" dirty="0" err="1"/>
            <a:t>diberikan</a:t>
          </a:r>
          <a:r>
            <a:rPr lang="en-US" sz="1800" kern="1200" dirty="0"/>
            <a:t> </a:t>
          </a:r>
          <a:r>
            <a:rPr lang="en-US" sz="1800" kern="1200" dirty="0" err="1"/>
            <a:t>habis</a:t>
          </a:r>
          <a:endParaRPr lang="en-US" sz="1800" kern="1200" dirty="0"/>
        </a:p>
      </dsp:txBody>
      <dsp:txXfrm>
        <a:off x="55371" y="4391901"/>
        <a:ext cx="4793186" cy="1023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6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6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1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8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8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6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7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3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3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5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7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966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EC49324-175D-4E20-91E5-00C1A73EE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07136E1-9BE5-4836-91B1-339FADD0A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206">
            <a:off x="6298109" y="251926"/>
            <a:ext cx="5464603" cy="6273260"/>
          </a:xfrm>
          <a:custGeom>
            <a:avLst/>
            <a:gdLst>
              <a:gd name="connsiteX0" fmla="*/ 515049 w 5561668"/>
              <a:gd name="connsiteY0" fmla="*/ 0 h 6385757"/>
              <a:gd name="connsiteX1" fmla="*/ 3597254 w 5561668"/>
              <a:gd name="connsiteY1" fmla="*/ 214890 h 6385757"/>
              <a:gd name="connsiteX2" fmla="*/ 5058870 w 5561668"/>
              <a:gd name="connsiteY2" fmla="*/ 214890 h 6385757"/>
              <a:gd name="connsiteX3" fmla="*/ 5058870 w 5561668"/>
              <a:gd name="connsiteY3" fmla="*/ 316793 h 6385757"/>
              <a:gd name="connsiteX4" fmla="*/ 5561668 w 5561668"/>
              <a:gd name="connsiteY4" fmla="*/ 351848 h 6385757"/>
              <a:gd name="connsiteX5" fmla="*/ 5140987 w 5561668"/>
              <a:gd name="connsiteY5" fmla="*/ 6385757 h 6385757"/>
              <a:gd name="connsiteX6" fmla="*/ 3386661 w 5561668"/>
              <a:gd name="connsiteY6" fmla="*/ 6263446 h 6385757"/>
              <a:gd name="connsiteX7" fmla="*/ 0 w 5561668"/>
              <a:gd name="connsiteY7" fmla="*/ 6263446 h 6385757"/>
              <a:gd name="connsiteX8" fmla="*/ 0 w 5561668"/>
              <a:gd name="connsiteY8" fmla="*/ 214890 h 6385757"/>
              <a:gd name="connsiteX9" fmla="*/ 500067 w 5561668"/>
              <a:gd name="connsiteY9" fmla="*/ 214890 h 6385757"/>
              <a:gd name="connsiteX0" fmla="*/ 515049 w 5561668"/>
              <a:gd name="connsiteY0" fmla="*/ 0 h 6385757"/>
              <a:gd name="connsiteX1" fmla="*/ 3597254 w 5561668"/>
              <a:gd name="connsiteY1" fmla="*/ 214890 h 6385757"/>
              <a:gd name="connsiteX2" fmla="*/ 5058870 w 5561668"/>
              <a:gd name="connsiteY2" fmla="*/ 214890 h 6385757"/>
              <a:gd name="connsiteX3" fmla="*/ 5058870 w 5561668"/>
              <a:gd name="connsiteY3" fmla="*/ 316793 h 6385757"/>
              <a:gd name="connsiteX4" fmla="*/ 5561668 w 5561668"/>
              <a:gd name="connsiteY4" fmla="*/ 351848 h 6385757"/>
              <a:gd name="connsiteX5" fmla="*/ 5140987 w 5561668"/>
              <a:gd name="connsiteY5" fmla="*/ 6385757 h 6385757"/>
              <a:gd name="connsiteX6" fmla="*/ 3386661 w 5561668"/>
              <a:gd name="connsiteY6" fmla="*/ 6263446 h 6385757"/>
              <a:gd name="connsiteX7" fmla="*/ 0 w 5561668"/>
              <a:gd name="connsiteY7" fmla="*/ 6263446 h 6385757"/>
              <a:gd name="connsiteX8" fmla="*/ 29467 w 5561668"/>
              <a:gd name="connsiteY8" fmla="*/ 219667 h 6385757"/>
              <a:gd name="connsiteX9" fmla="*/ 500067 w 5561668"/>
              <a:gd name="connsiteY9" fmla="*/ 214890 h 6385757"/>
              <a:gd name="connsiteX10" fmla="*/ 515049 w 5561668"/>
              <a:gd name="connsiteY10" fmla="*/ 0 h 6385757"/>
              <a:gd name="connsiteX0" fmla="*/ 515049 w 5561668"/>
              <a:gd name="connsiteY0" fmla="*/ 0 h 6385757"/>
              <a:gd name="connsiteX1" fmla="*/ 3597254 w 5561668"/>
              <a:gd name="connsiteY1" fmla="*/ 214890 h 6385757"/>
              <a:gd name="connsiteX2" fmla="*/ 5058870 w 5561668"/>
              <a:gd name="connsiteY2" fmla="*/ 214890 h 6385757"/>
              <a:gd name="connsiteX3" fmla="*/ 5058870 w 5561668"/>
              <a:gd name="connsiteY3" fmla="*/ 316793 h 6385757"/>
              <a:gd name="connsiteX4" fmla="*/ 5561668 w 5561668"/>
              <a:gd name="connsiteY4" fmla="*/ 351848 h 6385757"/>
              <a:gd name="connsiteX5" fmla="*/ 5140987 w 5561668"/>
              <a:gd name="connsiteY5" fmla="*/ 6385757 h 6385757"/>
              <a:gd name="connsiteX6" fmla="*/ 3386661 w 5561668"/>
              <a:gd name="connsiteY6" fmla="*/ 6263446 h 6385757"/>
              <a:gd name="connsiteX7" fmla="*/ 0 w 5561668"/>
              <a:gd name="connsiteY7" fmla="*/ 6263446 h 6385757"/>
              <a:gd name="connsiteX8" fmla="*/ 29467 w 5561668"/>
              <a:gd name="connsiteY8" fmla="*/ 219667 h 6385757"/>
              <a:gd name="connsiteX9" fmla="*/ 495290 w 5561668"/>
              <a:gd name="connsiteY9" fmla="*/ 244357 h 6385757"/>
              <a:gd name="connsiteX10" fmla="*/ 515049 w 5561668"/>
              <a:gd name="connsiteY10" fmla="*/ 0 h 6385757"/>
              <a:gd name="connsiteX0" fmla="*/ 526749 w 5561668"/>
              <a:gd name="connsiteY0" fmla="*/ 0 h 6386186"/>
              <a:gd name="connsiteX1" fmla="*/ 3597254 w 5561668"/>
              <a:gd name="connsiteY1" fmla="*/ 215319 h 6386186"/>
              <a:gd name="connsiteX2" fmla="*/ 5058870 w 5561668"/>
              <a:gd name="connsiteY2" fmla="*/ 215319 h 6386186"/>
              <a:gd name="connsiteX3" fmla="*/ 5058870 w 5561668"/>
              <a:gd name="connsiteY3" fmla="*/ 317222 h 6386186"/>
              <a:gd name="connsiteX4" fmla="*/ 5561668 w 5561668"/>
              <a:gd name="connsiteY4" fmla="*/ 352277 h 6386186"/>
              <a:gd name="connsiteX5" fmla="*/ 5140987 w 5561668"/>
              <a:gd name="connsiteY5" fmla="*/ 6386186 h 6386186"/>
              <a:gd name="connsiteX6" fmla="*/ 3386661 w 5561668"/>
              <a:gd name="connsiteY6" fmla="*/ 6263875 h 6386186"/>
              <a:gd name="connsiteX7" fmla="*/ 0 w 5561668"/>
              <a:gd name="connsiteY7" fmla="*/ 6263875 h 6386186"/>
              <a:gd name="connsiteX8" fmla="*/ 29467 w 5561668"/>
              <a:gd name="connsiteY8" fmla="*/ 220096 h 6386186"/>
              <a:gd name="connsiteX9" fmla="*/ 495290 w 5561668"/>
              <a:gd name="connsiteY9" fmla="*/ 244786 h 6386186"/>
              <a:gd name="connsiteX10" fmla="*/ 526749 w 5561668"/>
              <a:gd name="connsiteY10" fmla="*/ 0 h 6386186"/>
              <a:gd name="connsiteX0" fmla="*/ 526749 w 5544762"/>
              <a:gd name="connsiteY0" fmla="*/ 0 h 6386186"/>
              <a:gd name="connsiteX1" fmla="*/ 3597254 w 5544762"/>
              <a:gd name="connsiteY1" fmla="*/ 215319 h 6386186"/>
              <a:gd name="connsiteX2" fmla="*/ 5058870 w 5544762"/>
              <a:gd name="connsiteY2" fmla="*/ 215319 h 6386186"/>
              <a:gd name="connsiteX3" fmla="*/ 5058870 w 5544762"/>
              <a:gd name="connsiteY3" fmla="*/ 317222 h 6386186"/>
              <a:gd name="connsiteX4" fmla="*/ 5544762 w 5544762"/>
              <a:gd name="connsiteY4" fmla="*/ 370474 h 6386186"/>
              <a:gd name="connsiteX5" fmla="*/ 5140987 w 5544762"/>
              <a:gd name="connsiteY5" fmla="*/ 6386186 h 6386186"/>
              <a:gd name="connsiteX6" fmla="*/ 3386661 w 5544762"/>
              <a:gd name="connsiteY6" fmla="*/ 6263875 h 6386186"/>
              <a:gd name="connsiteX7" fmla="*/ 0 w 5544762"/>
              <a:gd name="connsiteY7" fmla="*/ 6263875 h 6386186"/>
              <a:gd name="connsiteX8" fmla="*/ 29467 w 5544762"/>
              <a:gd name="connsiteY8" fmla="*/ 220096 h 6386186"/>
              <a:gd name="connsiteX9" fmla="*/ 495290 w 5544762"/>
              <a:gd name="connsiteY9" fmla="*/ 244786 h 6386186"/>
              <a:gd name="connsiteX10" fmla="*/ 526749 w 5544762"/>
              <a:gd name="connsiteY10" fmla="*/ 0 h 6386186"/>
              <a:gd name="connsiteX0" fmla="*/ 526749 w 5544762"/>
              <a:gd name="connsiteY0" fmla="*/ 0 h 6386186"/>
              <a:gd name="connsiteX1" fmla="*/ 3597254 w 5544762"/>
              <a:gd name="connsiteY1" fmla="*/ 215319 h 6386186"/>
              <a:gd name="connsiteX2" fmla="*/ 5058870 w 5544762"/>
              <a:gd name="connsiteY2" fmla="*/ 215319 h 6386186"/>
              <a:gd name="connsiteX3" fmla="*/ 5058870 w 5544762"/>
              <a:gd name="connsiteY3" fmla="*/ 317222 h 6386186"/>
              <a:gd name="connsiteX4" fmla="*/ 5544762 w 5544762"/>
              <a:gd name="connsiteY4" fmla="*/ 370474 h 6386186"/>
              <a:gd name="connsiteX5" fmla="*/ 5140987 w 5544762"/>
              <a:gd name="connsiteY5" fmla="*/ 6386186 h 6386186"/>
              <a:gd name="connsiteX6" fmla="*/ 3386661 w 5544762"/>
              <a:gd name="connsiteY6" fmla="*/ 6263875 h 6386186"/>
              <a:gd name="connsiteX7" fmla="*/ 0 w 5544762"/>
              <a:gd name="connsiteY7" fmla="*/ 6263875 h 6386186"/>
              <a:gd name="connsiteX8" fmla="*/ 29467 w 5544762"/>
              <a:gd name="connsiteY8" fmla="*/ 220096 h 6386186"/>
              <a:gd name="connsiteX9" fmla="*/ 494645 w 5544762"/>
              <a:gd name="connsiteY9" fmla="*/ 227235 h 6386186"/>
              <a:gd name="connsiteX10" fmla="*/ 526749 w 5544762"/>
              <a:gd name="connsiteY10" fmla="*/ 0 h 6386186"/>
              <a:gd name="connsiteX0" fmla="*/ 526749 w 5544762"/>
              <a:gd name="connsiteY0" fmla="*/ 0 h 6386186"/>
              <a:gd name="connsiteX1" fmla="*/ 3597254 w 5544762"/>
              <a:gd name="connsiteY1" fmla="*/ 215319 h 6386186"/>
              <a:gd name="connsiteX2" fmla="*/ 5058870 w 5544762"/>
              <a:gd name="connsiteY2" fmla="*/ 215319 h 6386186"/>
              <a:gd name="connsiteX3" fmla="*/ 5058870 w 5544762"/>
              <a:gd name="connsiteY3" fmla="*/ 317222 h 6386186"/>
              <a:gd name="connsiteX4" fmla="*/ 5544762 w 5544762"/>
              <a:gd name="connsiteY4" fmla="*/ 370474 h 6386186"/>
              <a:gd name="connsiteX5" fmla="*/ 5140987 w 5544762"/>
              <a:gd name="connsiteY5" fmla="*/ 6386186 h 6386186"/>
              <a:gd name="connsiteX6" fmla="*/ 3386661 w 5544762"/>
              <a:gd name="connsiteY6" fmla="*/ 6263875 h 6386186"/>
              <a:gd name="connsiteX7" fmla="*/ 0 w 5544762"/>
              <a:gd name="connsiteY7" fmla="*/ 6263875 h 6386186"/>
              <a:gd name="connsiteX8" fmla="*/ 29467 w 5544762"/>
              <a:gd name="connsiteY8" fmla="*/ 220096 h 6386186"/>
              <a:gd name="connsiteX9" fmla="*/ 510132 w 5544762"/>
              <a:gd name="connsiteY9" fmla="*/ 213887 h 6386186"/>
              <a:gd name="connsiteX10" fmla="*/ 526749 w 5544762"/>
              <a:gd name="connsiteY10" fmla="*/ 0 h 6386186"/>
              <a:gd name="connsiteX0" fmla="*/ 526749 w 5544762"/>
              <a:gd name="connsiteY0" fmla="*/ 0 h 6386186"/>
              <a:gd name="connsiteX1" fmla="*/ 3597254 w 5544762"/>
              <a:gd name="connsiteY1" fmla="*/ 215319 h 6386186"/>
              <a:gd name="connsiteX2" fmla="*/ 5058870 w 5544762"/>
              <a:gd name="connsiteY2" fmla="*/ 215319 h 6386186"/>
              <a:gd name="connsiteX3" fmla="*/ 5058870 w 5544762"/>
              <a:gd name="connsiteY3" fmla="*/ 317222 h 6386186"/>
              <a:gd name="connsiteX4" fmla="*/ 5544762 w 5544762"/>
              <a:gd name="connsiteY4" fmla="*/ 370474 h 6386186"/>
              <a:gd name="connsiteX5" fmla="*/ 5140987 w 5544762"/>
              <a:gd name="connsiteY5" fmla="*/ 6386186 h 6386186"/>
              <a:gd name="connsiteX6" fmla="*/ 3386661 w 5544762"/>
              <a:gd name="connsiteY6" fmla="*/ 6263875 h 6386186"/>
              <a:gd name="connsiteX7" fmla="*/ 0 w 5544762"/>
              <a:gd name="connsiteY7" fmla="*/ 6263875 h 6386186"/>
              <a:gd name="connsiteX8" fmla="*/ 28998 w 5544762"/>
              <a:gd name="connsiteY8" fmla="*/ 207331 h 6386186"/>
              <a:gd name="connsiteX9" fmla="*/ 510132 w 5544762"/>
              <a:gd name="connsiteY9" fmla="*/ 213887 h 6386186"/>
              <a:gd name="connsiteX10" fmla="*/ 526749 w 5544762"/>
              <a:gd name="connsiteY10" fmla="*/ 0 h 6386186"/>
              <a:gd name="connsiteX0" fmla="*/ 526749 w 5544762"/>
              <a:gd name="connsiteY0" fmla="*/ 0 h 6386186"/>
              <a:gd name="connsiteX1" fmla="*/ 3597254 w 5544762"/>
              <a:gd name="connsiteY1" fmla="*/ 215319 h 6386186"/>
              <a:gd name="connsiteX2" fmla="*/ 5058870 w 5544762"/>
              <a:gd name="connsiteY2" fmla="*/ 215319 h 6386186"/>
              <a:gd name="connsiteX3" fmla="*/ 5058870 w 5544762"/>
              <a:gd name="connsiteY3" fmla="*/ 317222 h 6386186"/>
              <a:gd name="connsiteX4" fmla="*/ 5544762 w 5544762"/>
              <a:gd name="connsiteY4" fmla="*/ 370474 h 6386186"/>
              <a:gd name="connsiteX5" fmla="*/ 5140987 w 5544762"/>
              <a:gd name="connsiteY5" fmla="*/ 6386186 h 6386186"/>
              <a:gd name="connsiteX6" fmla="*/ 3386661 w 5544762"/>
              <a:gd name="connsiteY6" fmla="*/ 6263875 h 6386186"/>
              <a:gd name="connsiteX7" fmla="*/ 0 w 5544762"/>
              <a:gd name="connsiteY7" fmla="*/ 6263875 h 6386186"/>
              <a:gd name="connsiteX8" fmla="*/ 19425 w 5544762"/>
              <a:gd name="connsiteY8" fmla="*/ 207682 h 6386186"/>
              <a:gd name="connsiteX9" fmla="*/ 510132 w 5544762"/>
              <a:gd name="connsiteY9" fmla="*/ 213887 h 6386186"/>
              <a:gd name="connsiteX10" fmla="*/ 526749 w 5544762"/>
              <a:gd name="connsiteY10" fmla="*/ 0 h 6386186"/>
              <a:gd name="connsiteX0" fmla="*/ 542354 w 5560367"/>
              <a:gd name="connsiteY0" fmla="*/ 0 h 6386186"/>
              <a:gd name="connsiteX1" fmla="*/ 3612859 w 5560367"/>
              <a:gd name="connsiteY1" fmla="*/ 215319 h 6386186"/>
              <a:gd name="connsiteX2" fmla="*/ 5074475 w 5560367"/>
              <a:gd name="connsiteY2" fmla="*/ 215319 h 6386186"/>
              <a:gd name="connsiteX3" fmla="*/ 5074475 w 5560367"/>
              <a:gd name="connsiteY3" fmla="*/ 317222 h 6386186"/>
              <a:gd name="connsiteX4" fmla="*/ 5560367 w 5560367"/>
              <a:gd name="connsiteY4" fmla="*/ 370474 h 6386186"/>
              <a:gd name="connsiteX5" fmla="*/ 5156592 w 5560367"/>
              <a:gd name="connsiteY5" fmla="*/ 6386186 h 6386186"/>
              <a:gd name="connsiteX6" fmla="*/ 3402266 w 5560367"/>
              <a:gd name="connsiteY6" fmla="*/ 6263875 h 6386186"/>
              <a:gd name="connsiteX7" fmla="*/ 0 w 5560367"/>
              <a:gd name="connsiteY7" fmla="*/ 6274035 h 6386186"/>
              <a:gd name="connsiteX8" fmla="*/ 35030 w 5560367"/>
              <a:gd name="connsiteY8" fmla="*/ 207682 h 6386186"/>
              <a:gd name="connsiteX9" fmla="*/ 525737 w 5560367"/>
              <a:gd name="connsiteY9" fmla="*/ 213887 h 6386186"/>
              <a:gd name="connsiteX10" fmla="*/ 542354 w 5560367"/>
              <a:gd name="connsiteY10" fmla="*/ 0 h 6386186"/>
              <a:gd name="connsiteX0" fmla="*/ 542354 w 5560367"/>
              <a:gd name="connsiteY0" fmla="*/ 0 h 6386186"/>
              <a:gd name="connsiteX1" fmla="*/ 3612859 w 5560367"/>
              <a:gd name="connsiteY1" fmla="*/ 215319 h 6386186"/>
              <a:gd name="connsiteX2" fmla="*/ 5074475 w 5560367"/>
              <a:gd name="connsiteY2" fmla="*/ 215319 h 6386186"/>
              <a:gd name="connsiteX3" fmla="*/ 5074475 w 5560367"/>
              <a:gd name="connsiteY3" fmla="*/ 317222 h 6386186"/>
              <a:gd name="connsiteX4" fmla="*/ 5560367 w 5560367"/>
              <a:gd name="connsiteY4" fmla="*/ 370474 h 6386186"/>
              <a:gd name="connsiteX5" fmla="*/ 5156592 w 5560367"/>
              <a:gd name="connsiteY5" fmla="*/ 6386186 h 6386186"/>
              <a:gd name="connsiteX6" fmla="*/ 3399894 w 5560367"/>
              <a:gd name="connsiteY6" fmla="*/ 6286330 h 6386186"/>
              <a:gd name="connsiteX7" fmla="*/ 0 w 5560367"/>
              <a:gd name="connsiteY7" fmla="*/ 6274035 h 6386186"/>
              <a:gd name="connsiteX8" fmla="*/ 35030 w 5560367"/>
              <a:gd name="connsiteY8" fmla="*/ 207682 h 6386186"/>
              <a:gd name="connsiteX9" fmla="*/ 525737 w 5560367"/>
              <a:gd name="connsiteY9" fmla="*/ 213887 h 6386186"/>
              <a:gd name="connsiteX10" fmla="*/ 542354 w 5560367"/>
              <a:gd name="connsiteY10" fmla="*/ 0 h 6386186"/>
              <a:gd name="connsiteX0" fmla="*/ 544959 w 5562972"/>
              <a:gd name="connsiteY0" fmla="*/ 0 h 6386186"/>
              <a:gd name="connsiteX1" fmla="*/ 3615464 w 5562972"/>
              <a:gd name="connsiteY1" fmla="*/ 215319 h 6386186"/>
              <a:gd name="connsiteX2" fmla="*/ 5077080 w 5562972"/>
              <a:gd name="connsiteY2" fmla="*/ 215319 h 6386186"/>
              <a:gd name="connsiteX3" fmla="*/ 5077080 w 5562972"/>
              <a:gd name="connsiteY3" fmla="*/ 317222 h 6386186"/>
              <a:gd name="connsiteX4" fmla="*/ 5562972 w 5562972"/>
              <a:gd name="connsiteY4" fmla="*/ 370474 h 6386186"/>
              <a:gd name="connsiteX5" fmla="*/ 5159197 w 5562972"/>
              <a:gd name="connsiteY5" fmla="*/ 6386186 h 6386186"/>
              <a:gd name="connsiteX6" fmla="*/ 3402499 w 5562972"/>
              <a:gd name="connsiteY6" fmla="*/ 6286330 h 6386186"/>
              <a:gd name="connsiteX7" fmla="*/ 0 w 5562972"/>
              <a:gd name="connsiteY7" fmla="*/ 6290108 h 6386186"/>
              <a:gd name="connsiteX8" fmla="*/ 37635 w 5562972"/>
              <a:gd name="connsiteY8" fmla="*/ 207682 h 6386186"/>
              <a:gd name="connsiteX9" fmla="*/ 528342 w 5562972"/>
              <a:gd name="connsiteY9" fmla="*/ 213887 h 6386186"/>
              <a:gd name="connsiteX10" fmla="*/ 544959 w 5562972"/>
              <a:gd name="connsiteY10" fmla="*/ 0 h 638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972" h="6386186">
                <a:moveTo>
                  <a:pt x="544959" y="0"/>
                </a:moveTo>
                <a:lnTo>
                  <a:pt x="3615464" y="215319"/>
                </a:lnTo>
                <a:lnTo>
                  <a:pt x="5077080" y="215319"/>
                </a:lnTo>
                <a:lnTo>
                  <a:pt x="5077080" y="317222"/>
                </a:lnTo>
                <a:lnTo>
                  <a:pt x="5562972" y="370474"/>
                </a:lnTo>
                <a:lnTo>
                  <a:pt x="5159197" y="6386186"/>
                </a:lnTo>
                <a:lnTo>
                  <a:pt x="3402499" y="6286330"/>
                </a:lnTo>
                <a:lnTo>
                  <a:pt x="0" y="6290108"/>
                </a:lnTo>
                <a:lnTo>
                  <a:pt x="37635" y="207682"/>
                </a:lnTo>
                <a:lnTo>
                  <a:pt x="528342" y="213887"/>
                </a:lnTo>
                <a:lnTo>
                  <a:pt x="54495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C2E4E6E-CB3A-47BF-ACA6-F9D156916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33430">
            <a:off x="6267202" y="269844"/>
            <a:ext cx="5523774" cy="6254109"/>
          </a:xfrm>
          <a:custGeom>
            <a:avLst/>
            <a:gdLst>
              <a:gd name="connsiteX0" fmla="*/ 872417 w 5623208"/>
              <a:gd name="connsiteY0" fmla="*/ 0 h 6366690"/>
              <a:gd name="connsiteX1" fmla="*/ 3697815 w 5623208"/>
              <a:gd name="connsiteY1" fmla="*/ 355576 h 6366690"/>
              <a:gd name="connsiteX2" fmla="*/ 3785655 w 5623208"/>
              <a:gd name="connsiteY2" fmla="*/ 366401 h 6366690"/>
              <a:gd name="connsiteX3" fmla="*/ 4684791 w 5623208"/>
              <a:gd name="connsiteY3" fmla="*/ 424273 h 6366690"/>
              <a:gd name="connsiteX4" fmla="*/ 5106555 w 5623208"/>
              <a:gd name="connsiteY4" fmla="*/ 446617 h 6366690"/>
              <a:gd name="connsiteX5" fmla="*/ 5138062 w 5623208"/>
              <a:gd name="connsiteY5" fmla="*/ 470471 h 6366690"/>
              <a:gd name="connsiteX6" fmla="*/ 5136057 w 5623208"/>
              <a:gd name="connsiteY6" fmla="*/ 505207 h 6366690"/>
              <a:gd name="connsiteX7" fmla="*/ 5139359 w 5623208"/>
              <a:gd name="connsiteY7" fmla="*/ 507086 h 6366690"/>
              <a:gd name="connsiteX8" fmla="*/ 5157923 w 5623208"/>
              <a:gd name="connsiteY8" fmla="*/ 541629 h 6366690"/>
              <a:gd name="connsiteX9" fmla="*/ 5157276 w 5623208"/>
              <a:gd name="connsiteY9" fmla="*/ 543250 h 6366690"/>
              <a:gd name="connsiteX10" fmla="*/ 5593437 w 5623208"/>
              <a:gd name="connsiteY10" fmla="*/ 600433 h 6366690"/>
              <a:gd name="connsiteX11" fmla="*/ 5623208 w 5623208"/>
              <a:gd name="connsiteY11" fmla="*/ 626421 h 6366690"/>
              <a:gd name="connsiteX12" fmla="*/ 5618792 w 5623208"/>
              <a:gd name="connsiteY12" fmla="*/ 660933 h 6366690"/>
              <a:gd name="connsiteX13" fmla="*/ 5621956 w 5623208"/>
              <a:gd name="connsiteY13" fmla="*/ 663037 h 6366690"/>
              <a:gd name="connsiteX14" fmla="*/ 5590155 w 5623208"/>
              <a:gd name="connsiteY14" fmla="*/ 884737 h 6366690"/>
              <a:gd name="connsiteX15" fmla="*/ 5585890 w 5623208"/>
              <a:gd name="connsiteY15" fmla="*/ 935343 h 6366690"/>
              <a:gd name="connsiteX16" fmla="*/ 5580230 w 5623208"/>
              <a:gd name="connsiteY16" fmla="*/ 966164 h 6366690"/>
              <a:gd name="connsiteX17" fmla="*/ 5579158 w 5623208"/>
              <a:gd name="connsiteY17" fmla="*/ 970674 h 6366690"/>
              <a:gd name="connsiteX18" fmla="*/ 5546957 w 5623208"/>
              <a:gd name="connsiteY18" fmla="*/ 1222322 h 6366690"/>
              <a:gd name="connsiteX19" fmla="*/ 5548520 w 5623208"/>
              <a:gd name="connsiteY19" fmla="*/ 1227732 h 6366690"/>
              <a:gd name="connsiteX20" fmla="*/ 5526359 w 5623208"/>
              <a:gd name="connsiteY20" fmla="*/ 1383280 h 6366690"/>
              <a:gd name="connsiteX21" fmla="*/ 5528633 w 5623208"/>
              <a:gd name="connsiteY21" fmla="*/ 1384426 h 6366690"/>
              <a:gd name="connsiteX22" fmla="*/ 5530523 w 5623208"/>
              <a:gd name="connsiteY22" fmla="*/ 1424237 h 6366690"/>
              <a:gd name="connsiteX23" fmla="*/ 5517617 w 5623208"/>
              <a:gd name="connsiteY23" fmla="*/ 1531388 h 6366690"/>
              <a:gd name="connsiteX24" fmla="*/ 5513063 w 5623208"/>
              <a:gd name="connsiteY24" fmla="*/ 1595000 h 6366690"/>
              <a:gd name="connsiteX25" fmla="*/ 5516308 w 5623208"/>
              <a:gd name="connsiteY25" fmla="*/ 1618384 h 6366690"/>
              <a:gd name="connsiteX26" fmla="*/ 5523443 w 5623208"/>
              <a:gd name="connsiteY26" fmla="*/ 1709522 h 6366690"/>
              <a:gd name="connsiteX27" fmla="*/ 5522189 w 5623208"/>
              <a:gd name="connsiteY27" fmla="*/ 1764506 h 6366690"/>
              <a:gd name="connsiteX28" fmla="*/ 5518638 w 5623208"/>
              <a:gd name="connsiteY28" fmla="*/ 1801139 h 6366690"/>
              <a:gd name="connsiteX29" fmla="*/ 5504429 w 5623208"/>
              <a:gd name="connsiteY29" fmla="*/ 1849233 h 6366690"/>
              <a:gd name="connsiteX30" fmla="*/ 5507809 w 5623208"/>
              <a:gd name="connsiteY30" fmla="*/ 1853795 h 6366690"/>
              <a:gd name="connsiteX31" fmla="*/ 5510038 w 5623208"/>
              <a:gd name="connsiteY31" fmla="*/ 1868006 h 6366690"/>
              <a:gd name="connsiteX32" fmla="*/ 5488584 w 5623208"/>
              <a:gd name="connsiteY32" fmla="*/ 1933202 h 6366690"/>
              <a:gd name="connsiteX33" fmla="*/ 5470690 w 5623208"/>
              <a:gd name="connsiteY33" fmla="*/ 2012779 h 6366690"/>
              <a:gd name="connsiteX34" fmla="*/ 5464354 w 5623208"/>
              <a:gd name="connsiteY34" fmla="*/ 2024356 h 6366690"/>
              <a:gd name="connsiteX35" fmla="*/ 5442604 w 5623208"/>
              <a:gd name="connsiteY35" fmla="*/ 2101880 h 6366690"/>
              <a:gd name="connsiteX36" fmla="*/ 5437204 w 5623208"/>
              <a:gd name="connsiteY36" fmla="*/ 2182873 h 6366690"/>
              <a:gd name="connsiteX37" fmla="*/ 5421618 w 5623208"/>
              <a:gd name="connsiteY37" fmla="*/ 2220054 h 6366690"/>
              <a:gd name="connsiteX38" fmla="*/ 5419286 w 5623208"/>
              <a:gd name="connsiteY38" fmla="*/ 2220029 h 6366690"/>
              <a:gd name="connsiteX39" fmla="*/ 5398133 w 5623208"/>
              <a:gd name="connsiteY39" fmla="*/ 2385341 h 6366690"/>
              <a:gd name="connsiteX40" fmla="*/ 5406093 w 5623208"/>
              <a:gd name="connsiteY40" fmla="*/ 2412393 h 6366690"/>
              <a:gd name="connsiteX41" fmla="*/ 5404840 w 5623208"/>
              <a:gd name="connsiteY41" fmla="*/ 2467379 h 6366690"/>
              <a:gd name="connsiteX42" fmla="*/ 5387079 w 5623208"/>
              <a:gd name="connsiteY42" fmla="*/ 2552105 h 6366690"/>
              <a:gd name="connsiteX43" fmla="*/ 5390460 w 5623208"/>
              <a:gd name="connsiteY43" fmla="*/ 2556667 h 6366690"/>
              <a:gd name="connsiteX44" fmla="*/ 5392688 w 5623208"/>
              <a:gd name="connsiteY44" fmla="*/ 2570878 h 6366690"/>
              <a:gd name="connsiteX45" fmla="*/ 5371234 w 5623208"/>
              <a:gd name="connsiteY45" fmla="*/ 2636075 h 6366690"/>
              <a:gd name="connsiteX46" fmla="*/ 5359196 w 5623208"/>
              <a:gd name="connsiteY46" fmla="*/ 2689610 h 6366690"/>
              <a:gd name="connsiteX47" fmla="*/ 5215593 w 5623208"/>
              <a:gd name="connsiteY47" fmla="*/ 3838038 h 6366690"/>
              <a:gd name="connsiteX48" fmla="*/ 5181878 w 5623208"/>
              <a:gd name="connsiteY48" fmla="*/ 4113853 h 6366690"/>
              <a:gd name="connsiteX49" fmla="*/ 5157000 w 5623208"/>
              <a:gd name="connsiteY49" fmla="*/ 4290549 h 6366690"/>
              <a:gd name="connsiteX50" fmla="*/ 4929971 w 5623208"/>
              <a:gd name="connsiteY50" fmla="*/ 6072079 h 6366690"/>
              <a:gd name="connsiteX51" fmla="*/ 4933151 w 5623208"/>
              <a:gd name="connsiteY51" fmla="*/ 6112553 h 6366690"/>
              <a:gd name="connsiteX52" fmla="*/ 4926630 w 5623208"/>
              <a:gd name="connsiteY52" fmla="*/ 6185986 h 6366690"/>
              <a:gd name="connsiteX53" fmla="*/ 4906534 w 5623208"/>
              <a:gd name="connsiteY53" fmla="*/ 6296229 h 6366690"/>
              <a:gd name="connsiteX54" fmla="*/ 4908381 w 5623208"/>
              <a:gd name="connsiteY54" fmla="*/ 6317640 h 6366690"/>
              <a:gd name="connsiteX55" fmla="*/ 4892435 w 5623208"/>
              <a:gd name="connsiteY55" fmla="*/ 6366690 h 6366690"/>
              <a:gd name="connsiteX56" fmla="*/ 3556971 w 5623208"/>
              <a:gd name="connsiteY56" fmla="*/ 6192741 h 6366690"/>
              <a:gd name="connsiteX57" fmla="*/ 3371058 w 5623208"/>
              <a:gd name="connsiteY57" fmla="*/ 6167768 h 6366690"/>
              <a:gd name="connsiteX58" fmla="*/ 0 w 5623208"/>
              <a:gd name="connsiteY58" fmla="*/ 5980367 h 6366690"/>
              <a:gd name="connsiteX59" fmla="*/ 101274 w 5623208"/>
              <a:gd name="connsiteY59" fmla="*/ 4376215 h 6366690"/>
              <a:gd name="connsiteX60" fmla="*/ 355207 w 5623208"/>
              <a:gd name="connsiteY60" fmla="*/ 175988 h 6366690"/>
              <a:gd name="connsiteX61" fmla="*/ 742771 w 5623208"/>
              <a:gd name="connsiteY61" fmla="*/ 202473 h 6366690"/>
              <a:gd name="connsiteX62" fmla="*/ 845164 w 5623208"/>
              <a:gd name="connsiteY62" fmla="*/ 208472 h 636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623208" h="6366690">
                <a:moveTo>
                  <a:pt x="872417" y="0"/>
                </a:moveTo>
                <a:cubicBezTo>
                  <a:pt x="1167962" y="48421"/>
                  <a:pt x="2735727" y="237364"/>
                  <a:pt x="3697815" y="355576"/>
                </a:cubicBezTo>
                <a:lnTo>
                  <a:pt x="3785655" y="366401"/>
                </a:lnTo>
                <a:lnTo>
                  <a:pt x="4684791" y="424273"/>
                </a:lnTo>
                <a:lnTo>
                  <a:pt x="5106555" y="446617"/>
                </a:lnTo>
                <a:lnTo>
                  <a:pt x="5138062" y="470471"/>
                </a:lnTo>
                <a:cubicBezTo>
                  <a:pt x="5137394" y="482050"/>
                  <a:pt x="5136725" y="493628"/>
                  <a:pt x="5136057" y="505207"/>
                </a:cubicBezTo>
                <a:lnTo>
                  <a:pt x="5139359" y="507086"/>
                </a:lnTo>
                <a:cubicBezTo>
                  <a:pt x="5150206" y="508953"/>
                  <a:pt x="5160602" y="494702"/>
                  <a:pt x="5157923" y="541629"/>
                </a:cubicBezTo>
                <a:lnTo>
                  <a:pt x="5157276" y="543250"/>
                </a:lnTo>
                <a:lnTo>
                  <a:pt x="5593437" y="600433"/>
                </a:lnTo>
                <a:lnTo>
                  <a:pt x="5623208" y="626421"/>
                </a:lnTo>
                <a:cubicBezTo>
                  <a:pt x="5621737" y="637925"/>
                  <a:pt x="5620265" y="649429"/>
                  <a:pt x="5618792" y="660933"/>
                </a:cubicBezTo>
                <a:lnTo>
                  <a:pt x="5621956" y="663037"/>
                </a:lnTo>
                <a:cubicBezTo>
                  <a:pt x="5617183" y="700337"/>
                  <a:pt x="5596165" y="839353"/>
                  <a:pt x="5590155" y="884737"/>
                </a:cubicBezTo>
                <a:cubicBezTo>
                  <a:pt x="5588733" y="901605"/>
                  <a:pt x="5587312" y="918475"/>
                  <a:pt x="5585890" y="935343"/>
                </a:cubicBezTo>
                <a:cubicBezTo>
                  <a:pt x="5585210" y="940697"/>
                  <a:pt x="5583175" y="952102"/>
                  <a:pt x="5580230" y="966164"/>
                </a:cubicBezTo>
                <a:lnTo>
                  <a:pt x="5579158" y="970674"/>
                </a:lnTo>
                <a:lnTo>
                  <a:pt x="5546957" y="1222322"/>
                </a:lnTo>
                <a:lnTo>
                  <a:pt x="5548520" y="1227732"/>
                </a:lnTo>
                <a:cubicBezTo>
                  <a:pt x="5545087" y="1254558"/>
                  <a:pt x="5529673" y="1357165"/>
                  <a:pt x="5526359" y="1383280"/>
                </a:cubicBezTo>
                <a:lnTo>
                  <a:pt x="5528633" y="1384426"/>
                </a:lnTo>
                <a:cubicBezTo>
                  <a:pt x="5529773" y="1391478"/>
                  <a:pt x="5532358" y="1399744"/>
                  <a:pt x="5530523" y="1424237"/>
                </a:cubicBezTo>
                <a:cubicBezTo>
                  <a:pt x="5516226" y="1453180"/>
                  <a:pt x="5536447" y="1495549"/>
                  <a:pt x="5517617" y="1531388"/>
                </a:cubicBezTo>
                <a:cubicBezTo>
                  <a:pt x="5512467" y="1544691"/>
                  <a:pt x="5507400" y="1586619"/>
                  <a:pt x="5513063" y="1595000"/>
                </a:cubicBezTo>
                <a:cubicBezTo>
                  <a:pt x="5513370" y="1603836"/>
                  <a:pt x="5509660" y="1613865"/>
                  <a:pt x="5516308" y="1618384"/>
                </a:cubicBezTo>
                <a:cubicBezTo>
                  <a:pt x="5518038" y="1637471"/>
                  <a:pt x="5522462" y="1685169"/>
                  <a:pt x="5523443" y="1709522"/>
                </a:cubicBezTo>
                <a:lnTo>
                  <a:pt x="5522189" y="1764506"/>
                </a:lnTo>
                <a:cubicBezTo>
                  <a:pt x="5521005" y="1776717"/>
                  <a:pt x="5519821" y="1788928"/>
                  <a:pt x="5518638" y="1801139"/>
                </a:cubicBezTo>
                <a:cubicBezTo>
                  <a:pt x="5515678" y="1815261"/>
                  <a:pt x="5506233" y="1840457"/>
                  <a:pt x="5504429" y="1849233"/>
                </a:cubicBezTo>
                <a:cubicBezTo>
                  <a:pt x="5505712" y="1850428"/>
                  <a:pt x="5506853" y="1851964"/>
                  <a:pt x="5507809" y="1853795"/>
                </a:cubicBezTo>
                <a:lnTo>
                  <a:pt x="5510038" y="1868006"/>
                </a:lnTo>
                <a:lnTo>
                  <a:pt x="5488584" y="1933202"/>
                </a:lnTo>
                <a:lnTo>
                  <a:pt x="5470690" y="2012779"/>
                </a:lnTo>
                <a:lnTo>
                  <a:pt x="5464354" y="2024356"/>
                </a:lnTo>
                <a:cubicBezTo>
                  <a:pt x="5455563" y="2051479"/>
                  <a:pt x="5456747" y="2085645"/>
                  <a:pt x="5442604" y="2101880"/>
                </a:cubicBezTo>
                <a:cubicBezTo>
                  <a:pt x="5440805" y="2128877"/>
                  <a:pt x="5439003" y="2155876"/>
                  <a:pt x="5437204" y="2182873"/>
                </a:cubicBezTo>
                <a:cubicBezTo>
                  <a:pt x="5421024" y="2178161"/>
                  <a:pt x="5425245" y="2210396"/>
                  <a:pt x="5421618" y="2220054"/>
                </a:cubicBezTo>
                <a:lnTo>
                  <a:pt x="5419286" y="2220029"/>
                </a:lnTo>
                <a:lnTo>
                  <a:pt x="5398133" y="2385341"/>
                </a:lnTo>
                <a:lnTo>
                  <a:pt x="5406093" y="2412393"/>
                </a:lnTo>
                <a:cubicBezTo>
                  <a:pt x="5405674" y="2430722"/>
                  <a:pt x="5405258" y="2449050"/>
                  <a:pt x="5404840" y="2467379"/>
                </a:cubicBezTo>
                <a:cubicBezTo>
                  <a:pt x="5401672" y="2490664"/>
                  <a:pt x="5389477" y="2537223"/>
                  <a:pt x="5387079" y="2552105"/>
                </a:cubicBezTo>
                <a:cubicBezTo>
                  <a:pt x="5388363" y="2553300"/>
                  <a:pt x="5389503" y="2554836"/>
                  <a:pt x="5390460" y="2556667"/>
                </a:cubicBezTo>
                <a:lnTo>
                  <a:pt x="5392688" y="2570878"/>
                </a:lnTo>
                <a:lnTo>
                  <a:pt x="5371234" y="2636075"/>
                </a:lnTo>
                <a:lnTo>
                  <a:pt x="5359196" y="2689610"/>
                </a:lnTo>
                <a:cubicBezTo>
                  <a:pt x="5311328" y="3072419"/>
                  <a:pt x="5246074" y="3459592"/>
                  <a:pt x="5215593" y="3838038"/>
                </a:cubicBezTo>
                <a:cubicBezTo>
                  <a:pt x="5206276" y="3923698"/>
                  <a:pt x="5191193" y="4028192"/>
                  <a:pt x="5181878" y="4113853"/>
                </a:cubicBezTo>
                <a:cubicBezTo>
                  <a:pt x="5189776" y="4107916"/>
                  <a:pt x="5166635" y="4270998"/>
                  <a:pt x="5157000" y="4290549"/>
                </a:cubicBezTo>
                <a:lnTo>
                  <a:pt x="4929971" y="6072079"/>
                </a:lnTo>
                <a:lnTo>
                  <a:pt x="4933151" y="6112553"/>
                </a:lnTo>
                <a:cubicBezTo>
                  <a:pt x="4939075" y="6121643"/>
                  <a:pt x="4931067" y="6155374"/>
                  <a:pt x="4926630" y="6185986"/>
                </a:cubicBezTo>
                <a:cubicBezTo>
                  <a:pt x="4922193" y="6216598"/>
                  <a:pt x="4912105" y="6271501"/>
                  <a:pt x="4906534" y="6296229"/>
                </a:cubicBezTo>
                <a:lnTo>
                  <a:pt x="4908381" y="6317640"/>
                </a:lnTo>
                <a:cubicBezTo>
                  <a:pt x="4905499" y="6340266"/>
                  <a:pt x="4899040" y="6341266"/>
                  <a:pt x="4892435" y="6366690"/>
                </a:cubicBezTo>
                <a:cubicBezTo>
                  <a:pt x="4839785" y="6364119"/>
                  <a:pt x="4290536" y="6291190"/>
                  <a:pt x="3556971" y="6192741"/>
                </a:cubicBezTo>
                <a:lnTo>
                  <a:pt x="3371058" y="6167768"/>
                </a:lnTo>
                <a:lnTo>
                  <a:pt x="0" y="5980367"/>
                </a:lnTo>
                <a:lnTo>
                  <a:pt x="101274" y="4376215"/>
                </a:lnTo>
                <a:lnTo>
                  <a:pt x="355207" y="175988"/>
                </a:lnTo>
                <a:cubicBezTo>
                  <a:pt x="424022" y="182392"/>
                  <a:pt x="560944" y="191548"/>
                  <a:pt x="742771" y="202473"/>
                </a:cubicBezTo>
                <a:lnTo>
                  <a:pt x="845164" y="208472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group of people in clothing&#10;&#10;Description automatically generated with medium confidence">
            <a:extLst>
              <a:ext uri="{FF2B5EF4-FFF2-40B4-BE49-F238E27FC236}">
                <a16:creationId xmlns:a16="http://schemas.microsoft.com/office/drawing/2014/main" id="{82B47087-7659-4020-8D75-C532DF028F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4" r="462" b="2"/>
          <a:stretch/>
        </p:blipFill>
        <p:spPr>
          <a:xfrm rot="256279">
            <a:off x="6352738" y="454814"/>
            <a:ext cx="5199578" cy="5929095"/>
          </a:xfrm>
          <a:custGeom>
            <a:avLst/>
            <a:gdLst/>
            <a:ahLst/>
            <a:cxnLst/>
            <a:rect l="l" t="t" r="r" b="b"/>
            <a:pathLst>
              <a:path w="5293176" h="6035825">
                <a:moveTo>
                  <a:pt x="498427" y="0"/>
                </a:moveTo>
                <a:cubicBezTo>
                  <a:pt x="797211" y="20493"/>
                  <a:pt x="2375785" y="61586"/>
                  <a:pt x="3344719" y="89057"/>
                </a:cubicBezTo>
                <a:lnTo>
                  <a:pt x="3433187" y="91598"/>
                </a:lnTo>
                <a:lnTo>
                  <a:pt x="4333788" y="64898"/>
                </a:lnTo>
                <a:lnTo>
                  <a:pt x="4755789" y="47593"/>
                </a:lnTo>
                <a:lnTo>
                  <a:pt x="4789394" y="68387"/>
                </a:lnTo>
                <a:cubicBezTo>
                  <a:pt x="4789815" y="79978"/>
                  <a:pt x="4790234" y="91567"/>
                  <a:pt x="4790655" y="103158"/>
                </a:cubicBezTo>
                <a:lnTo>
                  <a:pt x="4794119" y="104719"/>
                </a:lnTo>
                <a:cubicBezTo>
                  <a:pt x="4805093" y="105561"/>
                  <a:pt x="4814107" y="90398"/>
                  <a:pt x="4815840" y="137369"/>
                </a:cubicBezTo>
                <a:lnTo>
                  <a:pt x="4815348" y="139044"/>
                </a:lnTo>
                <a:lnTo>
                  <a:pt x="5254949" y="155074"/>
                </a:lnTo>
                <a:lnTo>
                  <a:pt x="5287026" y="178155"/>
                </a:lnTo>
                <a:cubicBezTo>
                  <a:pt x="5286640" y="189747"/>
                  <a:pt x="5286254" y="201338"/>
                  <a:pt x="5285866" y="212929"/>
                </a:cubicBezTo>
                <a:lnTo>
                  <a:pt x="5289213" y="214727"/>
                </a:lnTo>
                <a:cubicBezTo>
                  <a:pt x="5287959" y="252311"/>
                  <a:pt x="5280070" y="392685"/>
                  <a:pt x="5278342" y="438433"/>
                </a:cubicBezTo>
                <a:cubicBezTo>
                  <a:pt x="5278508" y="455360"/>
                  <a:pt x="5278676" y="472288"/>
                  <a:pt x="5278842" y="489215"/>
                </a:cubicBezTo>
                <a:cubicBezTo>
                  <a:pt x="5278667" y="494610"/>
                  <a:pt x="5277710" y="506155"/>
                  <a:pt x="5276097" y="520431"/>
                </a:cubicBezTo>
                <a:lnTo>
                  <a:pt x="5275453" y="525022"/>
                </a:lnTo>
                <a:lnTo>
                  <a:pt x="5266992" y="778581"/>
                </a:lnTo>
                <a:lnTo>
                  <a:pt x="5269055" y="783820"/>
                </a:lnTo>
                <a:cubicBezTo>
                  <a:pt x="5268153" y="810850"/>
                  <a:pt x="5262429" y="914450"/>
                  <a:pt x="5261578" y="940761"/>
                </a:cubicBezTo>
                <a:lnTo>
                  <a:pt x="5263950" y="941689"/>
                </a:lnTo>
                <a:cubicBezTo>
                  <a:pt x="5265746" y="948603"/>
                  <a:pt x="5269095" y="956590"/>
                  <a:pt x="5269565" y="981147"/>
                </a:cubicBezTo>
                <a:cubicBezTo>
                  <a:pt x="5258045" y="1011303"/>
                  <a:pt x="5282150" y="1051589"/>
                  <a:pt x="5266764" y="1089036"/>
                </a:cubicBezTo>
                <a:cubicBezTo>
                  <a:pt x="5262884" y="1102764"/>
                  <a:pt x="5261771" y="1144982"/>
                  <a:pt x="5268195" y="1152795"/>
                </a:cubicBezTo>
                <a:cubicBezTo>
                  <a:pt x="5269329" y="1161563"/>
                  <a:pt x="5266576" y="1171896"/>
                  <a:pt x="5273619" y="1175772"/>
                </a:cubicBezTo>
                <a:cubicBezTo>
                  <a:pt x="5277131" y="1194612"/>
                  <a:pt x="5286008" y="1241685"/>
                  <a:pt x="5289269" y="1265839"/>
                </a:cubicBezTo>
                <a:lnTo>
                  <a:pt x="5293176" y="1320698"/>
                </a:lnTo>
                <a:cubicBezTo>
                  <a:pt x="5293143" y="1332967"/>
                  <a:pt x="5293109" y="1345235"/>
                  <a:pt x="5293076" y="1357503"/>
                </a:cubicBezTo>
                <a:cubicBezTo>
                  <a:pt x="5291453" y="1371840"/>
                  <a:pt x="5284413" y="1397811"/>
                  <a:pt x="5283440" y="1406717"/>
                </a:cubicBezTo>
                <a:cubicBezTo>
                  <a:pt x="5284829" y="1407787"/>
                  <a:pt x="5286109" y="1409209"/>
                  <a:pt x="5287233" y="1410942"/>
                </a:cubicBezTo>
                <a:lnTo>
                  <a:pt x="5290784" y="1424882"/>
                </a:lnTo>
                <a:lnTo>
                  <a:pt x="5275539" y="1491802"/>
                </a:lnTo>
                <a:lnTo>
                  <a:pt x="5265186" y="1572707"/>
                </a:lnTo>
                <a:lnTo>
                  <a:pt x="5259964" y="1584827"/>
                </a:lnTo>
                <a:cubicBezTo>
                  <a:pt x="5253755" y="1612655"/>
                  <a:pt x="5258137" y="1646559"/>
                  <a:pt x="5245579" y="1664049"/>
                </a:cubicBezTo>
                <a:cubicBezTo>
                  <a:pt x="5246320" y="1691096"/>
                  <a:pt x="5247058" y="1718145"/>
                  <a:pt x="5247798" y="1745191"/>
                </a:cubicBezTo>
                <a:cubicBezTo>
                  <a:pt x="5231248" y="1742017"/>
                  <a:pt x="5238473" y="1773714"/>
                  <a:pt x="5235767" y="1783670"/>
                </a:cubicBezTo>
                <a:lnTo>
                  <a:pt x="5233443" y="1783864"/>
                </a:lnTo>
                <a:lnTo>
                  <a:pt x="5227886" y="1950431"/>
                </a:lnTo>
                <a:lnTo>
                  <a:pt x="5238347" y="1976617"/>
                </a:lnTo>
                <a:cubicBezTo>
                  <a:pt x="5239649" y="1994905"/>
                  <a:pt x="5240954" y="2013191"/>
                  <a:pt x="5242256" y="2031478"/>
                </a:cubicBezTo>
                <a:cubicBezTo>
                  <a:pt x="5241286" y="2054958"/>
                  <a:pt x="5233511" y="2102455"/>
                  <a:pt x="5232519" y="2117497"/>
                </a:cubicBezTo>
                <a:cubicBezTo>
                  <a:pt x="5233909" y="2118566"/>
                  <a:pt x="5235188" y="2119988"/>
                  <a:pt x="5236313" y="2121722"/>
                </a:cubicBezTo>
                <a:lnTo>
                  <a:pt x="5239863" y="2135661"/>
                </a:lnTo>
                <a:lnTo>
                  <a:pt x="5224618" y="2202583"/>
                </a:lnTo>
                <a:lnTo>
                  <a:pt x="5217653" y="2257010"/>
                </a:lnTo>
                <a:cubicBezTo>
                  <a:pt x="5205894" y="2642621"/>
                  <a:pt x="5177235" y="3034207"/>
                  <a:pt x="5182377" y="3413844"/>
                </a:cubicBezTo>
                <a:cubicBezTo>
                  <a:pt x="5181134" y="3500000"/>
                  <a:pt x="5175916" y="3605448"/>
                  <a:pt x="5174675" y="3691605"/>
                </a:cubicBezTo>
                <a:cubicBezTo>
                  <a:pt x="5181981" y="3684954"/>
                  <a:pt x="5174235" y="3849487"/>
                  <a:pt x="5166476" y="3869856"/>
                </a:cubicBezTo>
                <a:lnTo>
                  <a:pt x="5107510" y="5664825"/>
                </a:lnTo>
                <a:lnTo>
                  <a:pt x="5114472" y="5704822"/>
                </a:lnTo>
                <a:cubicBezTo>
                  <a:pt x="5121222" y="5713317"/>
                  <a:pt x="5116413" y="5747650"/>
                  <a:pt x="5114866" y="5778543"/>
                </a:cubicBezTo>
                <a:cubicBezTo>
                  <a:pt x="5113319" y="5809437"/>
                  <a:pt x="5108424" y="5865044"/>
                  <a:pt x="5105196" y="5890185"/>
                </a:cubicBezTo>
                <a:lnTo>
                  <a:pt x="5109043" y="5911328"/>
                </a:lnTo>
                <a:cubicBezTo>
                  <a:pt x="5108296" y="5934125"/>
                  <a:pt x="5101959" y="5935726"/>
                  <a:pt x="5097767" y="5961658"/>
                </a:cubicBezTo>
                <a:cubicBezTo>
                  <a:pt x="5045108" y="5964035"/>
                  <a:pt x="4491440" y="5942933"/>
                  <a:pt x="3751876" y="5913708"/>
                </a:cubicBezTo>
                <a:lnTo>
                  <a:pt x="3564440" y="5906279"/>
                </a:lnTo>
                <a:lnTo>
                  <a:pt x="190663" y="6035825"/>
                </a:lnTo>
                <a:lnTo>
                  <a:pt x="141062" y="4429245"/>
                </a:lnTo>
                <a:lnTo>
                  <a:pt x="0" y="223714"/>
                </a:lnTo>
                <a:cubicBezTo>
                  <a:pt x="69112" y="223637"/>
                  <a:pt x="206289" y="219912"/>
                  <a:pt x="388339" y="213738"/>
                </a:cubicBezTo>
                <a:lnTo>
                  <a:pt x="490844" y="210109"/>
                </a:lnTo>
                <a:close/>
              </a:path>
            </a:pathLst>
          </a:cu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0BE5544-9916-45A5-828D-778175A51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56279">
            <a:off x="6350180" y="523366"/>
            <a:ext cx="1713244" cy="5730435"/>
          </a:xfrm>
          <a:custGeom>
            <a:avLst/>
            <a:gdLst>
              <a:gd name="connsiteX0" fmla="*/ 234738 w 3482710"/>
              <a:gd name="connsiteY0" fmla="*/ 0 h 5817193"/>
              <a:gd name="connsiteX1" fmla="*/ 493499 w 3482710"/>
              <a:gd name="connsiteY1" fmla="*/ 0 h 5817193"/>
              <a:gd name="connsiteX2" fmla="*/ 349380 w 3482710"/>
              <a:gd name="connsiteY2" fmla="*/ 3993011 h 5817193"/>
              <a:gd name="connsiteX3" fmla="*/ 298733 w 3482710"/>
              <a:gd name="connsiteY3" fmla="*/ 5571013 h 5817193"/>
              <a:gd name="connsiteX4" fmla="*/ 649818 w 3482710"/>
              <a:gd name="connsiteY4" fmla="*/ 5581185 h 5817193"/>
              <a:gd name="connsiteX5" fmla="*/ 3427184 w 3482710"/>
              <a:gd name="connsiteY5" fmla="*/ 5688584 h 5817193"/>
              <a:gd name="connsiteX6" fmla="*/ 3482710 w 3482710"/>
              <a:gd name="connsiteY6" fmla="*/ 5690785 h 5817193"/>
              <a:gd name="connsiteX7" fmla="*/ 190664 w 3482710"/>
              <a:gd name="connsiteY7" fmla="*/ 5817193 h 5817193"/>
              <a:gd name="connsiteX8" fmla="*/ 141063 w 3482710"/>
              <a:gd name="connsiteY8" fmla="*/ 4210613 h 5817193"/>
              <a:gd name="connsiteX9" fmla="*/ 0 w 3482710"/>
              <a:gd name="connsiteY9" fmla="*/ 5082 h 5817193"/>
              <a:gd name="connsiteX10" fmla="*/ 151819 w 3482710"/>
              <a:gd name="connsiteY10" fmla="*/ 2380 h 5817193"/>
              <a:gd name="connsiteX0" fmla="*/ 151819 w 3482710"/>
              <a:gd name="connsiteY0" fmla="*/ 2380 h 5817193"/>
              <a:gd name="connsiteX1" fmla="*/ 493499 w 3482710"/>
              <a:gd name="connsiteY1" fmla="*/ 0 h 5817193"/>
              <a:gd name="connsiteX2" fmla="*/ 349380 w 3482710"/>
              <a:gd name="connsiteY2" fmla="*/ 3993011 h 5817193"/>
              <a:gd name="connsiteX3" fmla="*/ 298733 w 3482710"/>
              <a:gd name="connsiteY3" fmla="*/ 5571013 h 5817193"/>
              <a:gd name="connsiteX4" fmla="*/ 649818 w 3482710"/>
              <a:gd name="connsiteY4" fmla="*/ 5581185 h 5817193"/>
              <a:gd name="connsiteX5" fmla="*/ 3427184 w 3482710"/>
              <a:gd name="connsiteY5" fmla="*/ 5688584 h 5817193"/>
              <a:gd name="connsiteX6" fmla="*/ 3482710 w 3482710"/>
              <a:gd name="connsiteY6" fmla="*/ 5690785 h 5817193"/>
              <a:gd name="connsiteX7" fmla="*/ 190664 w 3482710"/>
              <a:gd name="connsiteY7" fmla="*/ 5817193 h 5817193"/>
              <a:gd name="connsiteX8" fmla="*/ 141063 w 3482710"/>
              <a:gd name="connsiteY8" fmla="*/ 4210613 h 5817193"/>
              <a:gd name="connsiteX9" fmla="*/ 0 w 3482710"/>
              <a:gd name="connsiteY9" fmla="*/ 5082 h 5817193"/>
              <a:gd name="connsiteX10" fmla="*/ 151819 w 3482710"/>
              <a:gd name="connsiteY10" fmla="*/ 2380 h 5817193"/>
              <a:gd name="connsiteX0" fmla="*/ 151819 w 3482710"/>
              <a:gd name="connsiteY0" fmla="*/ 0 h 5814813"/>
              <a:gd name="connsiteX1" fmla="*/ 343333 w 3482710"/>
              <a:gd name="connsiteY1" fmla="*/ 389123 h 5814813"/>
              <a:gd name="connsiteX2" fmla="*/ 349380 w 3482710"/>
              <a:gd name="connsiteY2" fmla="*/ 3990631 h 5814813"/>
              <a:gd name="connsiteX3" fmla="*/ 298733 w 3482710"/>
              <a:gd name="connsiteY3" fmla="*/ 5568633 h 5814813"/>
              <a:gd name="connsiteX4" fmla="*/ 649818 w 3482710"/>
              <a:gd name="connsiteY4" fmla="*/ 5578805 h 5814813"/>
              <a:gd name="connsiteX5" fmla="*/ 3427184 w 3482710"/>
              <a:gd name="connsiteY5" fmla="*/ 5686204 h 5814813"/>
              <a:gd name="connsiteX6" fmla="*/ 3482710 w 3482710"/>
              <a:gd name="connsiteY6" fmla="*/ 5688405 h 5814813"/>
              <a:gd name="connsiteX7" fmla="*/ 190664 w 3482710"/>
              <a:gd name="connsiteY7" fmla="*/ 5814813 h 5814813"/>
              <a:gd name="connsiteX8" fmla="*/ 141063 w 3482710"/>
              <a:gd name="connsiteY8" fmla="*/ 4208233 h 5814813"/>
              <a:gd name="connsiteX9" fmla="*/ 0 w 3482710"/>
              <a:gd name="connsiteY9" fmla="*/ 2702 h 5814813"/>
              <a:gd name="connsiteX10" fmla="*/ 151819 w 3482710"/>
              <a:gd name="connsiteY10" fmla="*/ 0 h 5814813"/>
              <a:gd name="connsiteX0" fmla="*/ 151819 w 3482710"/>
              <a:gd name="connsiteY0" fmla="*/ 0 h 5814813"/>
              <a:gd name="connsiteX1" fmla="*/ 337970 w 3482710"/>
              <a:gd name="connsiteY1" fmla="*/ 13709 h 5814813"/>
              <a:gd name="connsiteX2" fmla="*/ 349380 w 3482710"/>
              <a:gd name="connsiteY2" fmla="*/ 3990631 h 5814813"/>
              <a:gd name="connsiteX3" fmla="*/ 298733 w 3482710"/>
              <a:gd name="connsiteY3" fmla="*/ 5568633 h 5814813"/>
              <a:gd name="connsiteX4" fmla="*/ 649818 w 3482710"/>
              <a:gd name="connsiteY4" fmla="*/ 5578805 h 5814813"/>
              <a:gd name="connsiteX5" fmla="*/ 3427184 w 3482710"/>
              <a:gd name="connsiteY5" fmla="*/ 5686204 h 5814813"/>
              <a:gd name="connsiteX6" fmla="*/ 3482710 w 3482710"/>
              <a:gd name="connsiteY6" fmla="*/ 5688405 h 5814813"/>
              <a:gd name="connsiteX7" fmla="*/ 190664 w 3482710"/>
              <a:gd name="connsiteY7" fmla="*/ 5814813 h 5814813"/>
              <a:gd name="connsiteX8" fmla="*/ 141063 w 3482710"/>
              <a:gd name="connsiteY8" fmla="*/ 4208233 h 5814813"/>
              <a:gd name="connsiteX9" fmla="*/ 0 w 3482710"/>
              <a:gd name="connsiteY9" fmla="*/ 2702 h 5814813"/>
              <a:gd name="connsiteX10" fmla="*/ 151819 w 3482710"/>
              <a:gd name="connsiteY10" fmla="*/ 0 h 5814813"/>
              <a:gd name="connsiteX0" fmla="*/ 151819 w 3482710"/>
              <a:gd name="connsiteY0" fmla="*/ 0 h 5814813"/>
              <a:gd name="connsiteX1" fmla="*/ 337970 w 3482710"/>
              <a:gd name="connsiteY1" fmla="*/ 13709 h 5814813"/>
              <a:gd name="connsiteX2" fmla="*/ 349380 w 3482710"/>
              <a:gd name="connsiteY2" fmla="*/ 3990631 h 5814813"/>
              <a:gd name="connsiteX3" fmla="*/ 261192 w 3482710"/>
              <a:gd name="connsiteY3" fmla="*/ 5681257 h 5814813"/>
              <a:gd name="connsiteX4" fmla="*/ 649818 w 3482710"/>
              <a:gd name="connsiteY4" fmla="*/ 5578805 h 5814813"/>
              <a:gd name="connsiteX5" fmla="*/ 3427184 w 3482710"/>
              <a:gd name="connsiteY5" fmla="*/ 5686204 h 5814813"/>
              <a:gd name="connsiteX6" fmla="*/ 3482710 w 3482710"/>
              <a:gd name="connsiteY6" fmla="*/ 5688405 h 5814813"/>
              <a:gd name="connsiteX7" fmla="*/ 190664 w 3482710"/>
              <a:gd name="connsiteY7" fmla="*/ 5814813 h 5814813"/>
              <a:gd name="connsiteX8" fmla="*/ 141063 w 3482710"/>
              <a:gd name="connsiteY8" fmla="*/ 4208233 h 5814813"/>
              <a:gd name="connsiteX9" fmla="*/ 0 w 3482710"/>
              <a:gd name="connsiteY9" fmla="*/ 2702 h 5814813"/>
              <a:gd name="connsiteX10" fmla="*/ 151819 w 3482710"/>
              <a:gd name="connsiteY10" fmla="*/ 0 h 5814813"/>
              <a:gd name="connsiteX0" fmla="*/ 151819 w 3482710"/>
              <a:gd name="connsiteY0" fmla="*/ 0 h 5814813"/>
              <a:gd name="connsiteX1" fmla="*/ 337970 w 3482710"/>
              <a:gd name="connsiteY1" fmla="*/ 13709 h 5814813"/>
              <a:gd name="connsiteX2" fmla="*/ 261192 w 3482710"/>
              <a:gd name="connsiteY2" fmla="*/ 5681257 h 5814813"/>
              <a:gd name="connsiteX3" fmla="*/ 649818 w 3482710"/>
              <a:gd name="connsiteY3" fmla="*/ 5578805 h 5814813"/>
              <a:gd name="connsiteX4" fmla="*/ 3427184 w 3482710"/>
              <a:gd name="connsiteY4" fmla="*/ 5686204 h 5814813"/>
              <a:gd name="connsiteX5" fmla="*/ 3482710 w 3482710"/>
              <a:gd name="connsiteY5" fmla="*/ 5688405 h 5814813"/>
              <a:gd name="connsiteX6" fmla="*/ 190664 w 3482710"/>
              <a:gd name="connsiteY6" fmla="*/ 5814813 h 5814813"/>
              <a:gd name="connsiteX7" fmla="*/ 141063 w 3482710"/>
              <a:gd name="connsiteY7" fmla="*/ 4208233 h 5814813"/>
              <a:gd name="connsiteX8" fmla="*/ 0 w 3482710"/>
              <a:gd name="connsiteY8" fmla="*/ 2702 h 5814813"/>
              <a:gd name="connsiteX9" fmla="*/ 151819 w 3482710"/>
              <a:gd name="connsiteY9" fmla="*/ 0 h 5814813"/>
              <a:gd name="connsiteX0" fmla="*/ 151819 w 3482710"/>
              <a:gd name="connsiteY0" fmla="*/ 0 h 5814813"/>
              <a:gd name="connsiteX1" fmla="*/ 337970 w 3482710"/>
              <a:gd name="connsiteY1" fmla="*/ 13709 h 5814813"/>
              <a:gd name="connsiteX2" fmla="*/ 271918 w 3482710"/>
              <a:gd name="connsiteY2" fmla="*/ 5563270 h 5814813"/>
              <a:gd name="connsiteX3" fmla="*/ 649818 w 3482710"/>
              <a:gd name="connsiteY3" fmla="*/ 5578805 h 5814813"/>
              <a:gd name="connsiteX4" fmla="*/ 3427184 w 3482710"/>
              <a:gd name="connsiteY4" fmla="*/ 5686204 h 5814813"/>
              <a:gd name="connsiteX5" fmla="*/ 3482710 w 3482710"/>
              <a:gd name="connsiteY5" fmla="*/ 5688405 h 5814813"/>
              <a:gd name="connsiteX6" fmla="*/ 190664 w 3482710"/>
              <a:gd name="connsiteY6" fmla="*/ 5814813 h 5814813"/>
              <a:gd name="connsiteX7" fmla="*/ 141063 w 3482710"/>
              <a:gd name="connsiteY7" fmla="*/ 4208233 h 5814813"/>
              <a:gd name="connsiteX8" fmla="*/ 0 w 3482710"/>
              <a:gd name="connsiteY8" fmla="*/ 2702 h 5814813"/>
              <a:gd name="connsiteX9" fmla="*/ 151819 w 3482710"/>
              <a:gd name="connsiteY9" fmla="*/ 0 h 5814813"/>
              <a:gd name="connsiteX0" fmla="*/ 151819 w 3482710"/>
              <a:gd name="connsiteY0" fmla="*/ 0 h 5707552"/>
              <a:gd name="connsiteX1" fmla="*/ 337970 w 3482710"/>
              <a:gd name="connsiteY1" fmla="*/ 13709 h 5707552"/>
              <a:gd name="connsiteX2" fmla="*/ 271918 w 3482710"/>
              <a:gd name="connsiteY2" fmla="*/ 5563270 h 5707552"/>
              <a:gd name="connsiteX3" fmla="*/ 649818 w 3482710"/>
              <a:gd name="connsiteY3" fmla="*/ 5578805 h 5707552"/>
              <a:gd name="connsiteX4" fmla="*/ 3427184 w 3482710"/>
              <a:gd name="connsiteY4" fmla="*/ 5686204 h 5707552"/>
              <a:gd name="connsiteX5" fmla="*/ 3482710 w 3482710"/>
              <a:gd name="connsiteY5" fmla="*/ 5688405 h 5707552"/>
              <a:gd name="connsiteX6" fmla="*/ 217479 w 3482710"/>
              <a:gd name="connsiteY6" fmla="*/ 5707552 h 5707552"/>
              <a:gd name="connsiteX7" fmla="*/ 141063 w 3482710"/>
              <a:gd name="connsiteY7" fmla="*/ 4208233 h 5707552"/>
              <a:gd name="connsiteX8" fmla="*/ 0 w 3482710"/>
              <a:gd name="connsiteY8" fmla="*/ 2702 h 5707552"/>
              <a:gd name="connsiteX9" fmla="*/ 151819 w 3482710"/>
              <a:gd name="connsiteY9" fmla="*/ 0 h 5707552"/>
              <a:gd name="connsiteX0" fmla="*/ 151819 w 3482710"/>
              <a:gd name="connsiteY0" fmla="*/ 0 h 5809450"/>
              <a:gd name="connsiteX1" fmla="*/ 337970 w 3482710"/>
              <a:gd name="connsiteY1" fmla="*/ 13709 h 5809450"/>
              <a:gd name="connsiteX2" fmla="*/ 271918 w 3482710"/>
              <a:gd name="connsiteY2" fmla="*/ 5563270 h 5809450"/>
              <a:gd name="connsiteX3" fmla="*/ 649818 w 3482710"/>
              <a:gd name="connsiteY3" fmla="*/ 5578805 h 5809450"/>
              <a:gd name="connsiteX4" fmla="*/ 3427184 w 3482710"/>
              <a:gd name="connsiteY4" fmla="*/ 5686204 h 5809450"/>
              <a:gd name="connsiteX5" fmla="*/ 3482710 w 3482710"/>
              <a:gd name="connsiteY5" fmla="*/ 5688405 h 5809450"/>
              <a:gd name="connsiteX6" fmla="*/ 179938 w 3482710"/>
              <a:gd name="connsiteY6" fmla="*/ 5809450 h 5809450"/>
              <a:gd name="connsiteX7" fmla="*/ 141063 w 3482710"/>
              <a:gd name="connsiteY7" fmla="*/ 4208233 h 5809450"/>
              <a:gd name="connsiteX8" fmla="*/ 0 w 3482710"/>
              <a:gd name="connsiteY8" fmla="*/ 2702 h 5809450"/>
              <a:gd name="connsiteX9" fmla="*/ 151819 w 3482710"/>
              <a:gd name="connsiteY9" fmla="*/ 0 h 5809450"/>
              <a:gd name="connsiteX0" fmla="*/ 151819 w 3482710"/>
              <a:gd name="connsiteY0" fmla="*/ 0 h 5809450"/>
              <a:gd name="connsiteX1" fmla="*/ 337970 w 3482710"/>
              <a:gd name="connsiteY1" fmla="*/ 13709 h 5809450"/>
              <a:gd name="connsiteX2" fmla="*/ 271918 w 3482710"/>
              <a:gd name="connsiteY2" fmla="*/ 5563270 h 5809450"/>
              <a:gd name="connsiteX3" fmla="*/ 649818 w 3482710"/>
              <a:gd name="connsiteY3" fmla="*/ 5578805 h 5809450"/>
              <a:gd name="connsiteX4" fmla="*/ 3482710 w 3482710"/>
              <a:gd name="connsiteY4" fmla="*/ 5688405 h 5809450"/>
              <a:gd name="connsiteX5" fmla="*/ 179938 w 3482710"/>
              <a:gd name="connsiteY5" fmla="*/ 5809450 h 5809450"/>
              <a:gd name="connsiteX6" fmla="*/ 141063 w 3482710"/>
              <a:gd name="connsiteY6" fmla="*/ 4208233 h 5809450"/>
              <a:gd name="connsiteX7" fmla="*/ 0 w 3482710"/>
              <a:gd name="connsiteY7" fmla="*/ 2702 h 5809450"/>
              <a:gd name="connsiteX8" fmla="*/ 151819 w 3482710"/>
              <a:gd name="connsiteY8" fmla="*/ 0 h 5809450"/>
              <a:gd name="connsiteX0" fmla="*/ 151819 w 2254571"/>
              <a:gd name="connsiteY0" fmla="*/ 0 h 5809450"/>
              <a:gd name="connsiteX1" fmla="*/ 337970 w 2254571"/>
              <a:gd name="connsiteY1" fmla="*/ 13709 h 5809450"/>
              <a:gd name="connsiteX2" fmla="*/ 271918 w 2254571"/>
              <a:gd name="connsiteY2" fmla="*/ 5563270 h 5809450"/>
              <a:gd name="connsiteX3" fmla="*/ 649818 w 2254571"/>
              <a:gd name="connsiteY3" fmla="*/ 5578805 h 5809450"/>
              <a:gd name="connsiteX4" fmla="*/ 2254571 w 2254571"/>
              <a:gd name="connsiteY4" fmla="*/ 5452431 h 5809450"/>
              <a:gd name="connsiteX5" fmla="*/ 179938 w 2254571"/>
              <a:gd name="connsiteY5" fmla="*/ 5809450 h 5809450"/>
              <a:gd name="connsiteX6" fmla="*/ 141063 w 2254571"/>
              <a:gd name="connsiteY6" fmla="*/ 4208233 h 5809450"/>
              <a:gd name="connsiteX7" fmla="*/ 0 w 2254571"/>
              <a:gd name="connsiteY7" fmla="*/ 2702 h 5809450"/>
              <a:gd name="connsiteX8" fmla="*/ 151819 w 2254571"/>
              <a:gd name="connsiteY8" fmla="*/ 0 h 5809450"/>
              <a:gd name="connsiteX0" fmla="*/ 151819 w 1723629"/>
              <a:gd name="connsiteY0" fmla="*/ 0 h 5809450"/>
              <a:gd name="connsiteX1" fmla="*/ 337970 w 1723629"/>
              <a:gd name="connsiteY1" fmla="*/ 13709 h 5809450"/>
              <a:gd name="connsiteX2" fmla="*/ 271918 w 1723629"/>
              <a:gd name="connsiteY2" fmla="*/ 5563270 h 5809450"/>
              <a:gd name="connsiteX3" fmla="*/ 649818 w 1723629"/>
              <a:gd name="connsiteY3" fmla="*/ 5578805 h 5809450"/>
              <a:gd name="connsiteX4" fmla="*/ 1723629 w 1723629"/>
              <a:gd name="connsiteY4" fmla="*/ 5752762 h 5809450"/>
              <a:gd name="connsiteX5" fmla="*/ 179938 w 1723629"/>
              <a:gd name="connsiteY5" fmla="*/ 5809450 h 5809450"/>
              <a:gd name="connsiteX6" fmla="*/ 141063 w 1723629"/>
              <a:gd name="connsiteY6" fmla="*/ 4208233 h 5809450"/>
              <a:gd name="connsiteX7" fmla="*/ 0 w 1723629"/>
              <a:gd name="connsiteY7" fmla="*/ 2702 h 5809450"/>
              <a:gd name="connsiteX8" fmla="*/ 151819 w 1723629"/>
              <a:gd name="connsiteY8" fmla="*/ 0 h 5809450"/>
              <a:gd name="connsiteX0" fmla="*/ 151819 w 1723629"/>
              <a:gd name="connsiteY0" fmla="*/ 0 h 5809450"/>
              <a:gd name="connsiteX1" fmla="*/ 337970 w 1723629"/>
              <a:gd name="connsiteY1" fmla="*/ 13709 h 5809450"/>
              <a:gd name="connsiteX2" fmla="*/ 271918 w 1723629"/>
              <a:gd name="connsiteY2" fmla="*/ 5563270 h 5809450"/>
              <a:gd name="connsiteX3" fmla="*/ 1723629 w 1723629"/>
              <a:gd name="connsiteY3" fmla="*/ 5752762 h 5809450"/>
              <a:gd name="connsiteX4" fmla="*/ 179938 w 1723629"/>
              <a:gd name="connsiteY4" fmla="*/ 5809450 h 5809450"/>
              <a:gd name="connsiteX5" fmla="*/ 141063 w 1723629"/>
              <a:gd name="connsiteY5" fmla="*/ 4208233 h 5809450"/>
              <a:gd name="connsiteX6" fmla="*/ 0 w 1723629"/>
              <a:gd name="connsiteY6" fmla="*/ 2702 h 5809450"/>
              <a:gd name="connsiteX7" fmla="*/ 151819 w 1723629"/>
              <a:gd name="connsiteY7" fmla="*/ 0 h 5809450"/>
              <a:gd name="connsiteX0" fmla="*/ 151819 w 1723629"/>
              <a:gd name="connsiteY0" fmla="*/ 0 h 5804087"/>
              <a:gd name="connsiteX1" fmla="*/ 337970 w 1723629"/>
              <a:gd name="connsiteY1" fmla="*/ 13709 h 5804087"/>
              <a:gd name="connsiteX2" fmla="*/ 271918 w 1723629"/>
              <a:gd name="connsiteY2" fmla="*/ 5563270 h 5804087"/>
              <a:gd name="connsiteX3" fmla="*/ 1723629 w 1723629"/>
              <a:gd name="connsiteY3" fmla="*/ 5752762 h 5804087"/>
              <a:gd name="connsiteX4" fmla="*/ 421275 w 1723629"/>
              <a:gd name="connsiteY4" fmla="*/ 5804087 h 5804087"/>
              <a:gd name="connsiteX5" fmla="*/ 141063 w 1723629"/>
              <a:gd name="connsiteY5" fmla="*/ 4208233 h 5804087"/>
              <a:gd name="connsiteX6" fmla="*/ 0 w 1723629"/>
              <a:gd name="connsiteY6" fmla="*/ 2702 h 5804087"/>
              <a:gd name="connsiteX7" fmla="*/ 151819 w 1723629"/>
              <a:gd name="connsiteY7" fmla="*/ 0 h 5804087"/>
              <a:gd name="connsiteX0" fmla="*/ 151819 w 1723629"/>
              <a:gd name="connsiteY0" fmla="*/ 0 h 5820176"/>
              <a:gd name="connsiteX1" fmla="*/ 337970 w 1723629"/>
              <a:gd name="connsiteY1" fmla="*/ 13709 h 5820176"/>
              <a:gd name="connsiteX2" fmla="*/ 271918 w 1723629"/>
              <a:gd name="connsiteY2" fmla="*/ 5563270 h 5820176"/>
              <a:gd name="connsiteX3" fmla="*/ 1723629 w 1723629"/>
              <a:gd name="connsiteY3" fmla="*/ 5752762 h 5820176"/>
              <a:gd name="connsiteX4" fmla="*/ 185301 w 1723629"/>
              <a:gd name="connsiteY4" fmla="*/ 5820176 h 5820176"/>
              <a:gd name="connsiteX5" fmla="*/ 141063 w 1723629"/>
              <a:gd name="connsiteY5" fmla="*/ 4208233 h 5820176"/>
              <a:gd name="connsiteX6" fmla="*/ 0 w 1723629"/>
              <a:gd name="connsiteY6" fmla="*/ 2702 h 5820176"/>
              <a:gd name="connsiteX7" fmla="*/ 151819 w 1723629"/>
              <a:gd name="connsiteY7" fmla="*/ 0 h 5820176"/>
              <a:gd name="connsiteX0" fmla="*/ 151819 w 1723629"/>
              <a:gd name="connsiteY0" fmla="*/ 0 h 5820176"/>
              <a:gd name="connsiteX1" fmla="*/ 337970 w 1723629"/>
              <a:gd name="connsiteY1" fmla="*/ 13709 h 5820176"/>
              <a:gd name="connsiteX2" fmla="*/ 271918 w 1723629"/>
              <a:gd name="connsiteY2" fmla="*/ 5563270 h 5820176"/>
              <a:gd name="connsiteX3" fmla="*/ 1723629 w 1723629"/>
              <a:gd name="connsiteY3" fmla="*/ 5752762 h 5820176"/>
              <a:gd name="connsiteX4" fmla="*/ 185301 w 1723629"/>
              <a:gd name="connsiteY4" fmla="*/ 5820176 h 5820176"/>
              <a:gd name="connsiteX5" fmla="*/ 0 w 1723629"/>
              <a:gd name="connsiteY5" fmla="*/ 2702 h 5820176"/>
              <a:gd name="connsiteX6" fmla="*/ 151819 w 1723629"/>
              <a:gd name="connsiteY6" fmla="*/ 0 h 5820176"/>
              <a:gd name="connsiteX0" fmla="*/ 151819 w 1755807"/>
              <a:gd name="connsiteY0" fmla="*/ 0 h 5820176"/>
              <a:gd name="connsiteX1" fmla="*/ 337970 w 1755807"/>
              <a:gd name="connsiteY1" fmla="*/ 13709 h 5820176"/>
              <a:gd name="connsiteX2" fmla="*/ 271918 w 1755807"/>
              <a:gd name="connsiteY2" fmla="*/ 5563270 h 5820176"/>
              <a:gd name="connsiteX3" fmla="*/ 1755807 w 1755807"/>
              <a:gd name="connsiteY3" fmla="*/ 5752762 h 5820176"/>
              <a:gd name="connsiteX4" fmla="*/ 185301 w 1755807"/>
              <a:gd name="connsiteY4" fmla="*/ 5820176 h 5820176"/>
              <a:gd name="connsiteX5" fmla="*/ 0 w 1755807"/>
              <a:gd name="connsiteY5" fmla="*/ 2702 h 5820176"/>
              <a:gd name="connsiteX6" fmla="*/ 151819 w 1755807"/>
              <a:gd name="connsiteY6" fmla="*/ 0 h 5820176"/>
              <a:gd name="connsiteX0" fmla="*/ 151819 w 1755807"/>
              <a:gd name="connsiteY0" fmla="*/ 5830 h 5826006"/>
              <a:gd name="connsiteX1" fmla="*/ 337970 w 1755807"/>
              <a:gd name="connsiteY1" fmla="*/ 0 h 5826006"/>
              <a:gd name="connsiteX2" fmla="*/ 271918 w 1755807"/>
              <a:gd name="connsiteY2" fmla="*/ 5569100 h 5826006"/>
              <a:gd name="connsiteX3" fmla="*/ 1755807 w 1755807"/>
              <a:gd name="connsiteY3" fmla="*/ 5758592 h 5826006"/>
              <a:gd name="connsiteX4" fmla="*/ 185301 w 1755807"/>
              <a:gd name="connsiteY4" fmla="*/ 5826006 h 5826006"/>
              <a:gd name="connsiteX5" fmla="*/ 0 w 1755807"/>
              <a:gd name="connsiteY5" fmla="*/ 8532 h 5826006"/>
              <a:gd name="connsiteX6" fmla="*/ 151819 w 1755807"/>
              <a:gd name="connsiteY6" fmla="*/ 5830 h 5826006"/>
              <a:gd name="connsiteX0" fmla="*/ 151819 w 1755807"/>
              <a:gd name="connsiteY0" fmla="*/ 5830 h 5826006"/>
              <a:gd name="connsiteX1" fmla="*/ 337970 w 1755807"/>
              <a:gd name="connsiteY1" fmla="*/ 0 h 5826006"/>
              <a:gd name="connsiteX2" fmla="*/ 271918 w 1755807"/>
              <a:gd name="connsiteY2" fmla="*/ 5569100 h 5826006"/>
              <a:gd name="connsiteX3" fmla="*/ 1755807 w 1755807"/>
              <a:gd name="connsiteY3" fmla="*/ 5758592 h 5826006"/>
              <a:gd name="connsiteX4" fmla="*/ 185301 w 1755807"/>
              <a:gd name="connsiteY4" fmla="*/ 5826006 h 5826006"/>
              <a:gd name="connsiteX5" fmla="*/ 0 w 1755807"/>
              <a:gd name="connsiteY5" fmla="*/ 8532 h 5826006"/>
              <a:gd name="connsiteX6" fmla="*/ 151819 w 1755807"/>
              <a:gd name="connsiteY6" fmla="*/ 5830 h 5826006"/>
              <a:gd name="connsiteX0" fmla="*/ 151819 w 1755807"/>
              <a:gd name="connsiteY0" fmla="*/ 5830 h 5826006"/>
              <a:gd name="connsiteX1" fmla="*/ 337970 w 1755807"/>
              <a:gd name="connsiteY1" fmla="*/ 0 h 5826006"/>
              <a:gd name="connsiteX2" fmla="*/ 185949 w 1755807"/>
              <a:gd name="connsiteY2" fmla="*/ 5694146 h 5826006"/>
              <a:gd name="connsiteX3" fmla="*/ 1755807 w 1755807"/>
              <a:gd name="connsiteY3" fmla="*/ 5758592 h 5826006"/>
              <a:gd name="connsiteX4" fmla="*/ 185301 w 1755807"/>
              <a:gd name="connsiteY4" fmla="*/ 5826006 h 5826006"/>
              <a:gd name="connsiteX5" fmla="*/ 0 w 1755807"/>
              <a:gd name="connsiteY5" fmla="*/ 8532 h 5826006"/>
              <a:gd name="connsiteX6" fmla="*/ 151819 w 1755807"/>
              <a:gd name="connsiteY6" fmla="*/ 5830 h 5826006"/>
              <a:gd name="connsiteX0" fmla="*/ 151819 w 1755807"/>
              <a:gd name="connsiteY0" fmla="*/ 5830 h 5826006"/>
              <a:gd name="connsiteX1" fmla="*/ 337970 w 1755807"/>
              <a:gd name="connsiteY1" fmla="*/ 0 h 5826006"/>
              <a:gd name="connsiteX2" fmla="*/ 185949 w 1755807"/>
              <a:gd name="connsiteY2" fmla="*/ 5694146 h 5826006"/>
              <a:gd name="connsiteX3" fmla="*/ 1755807 w 1755807"/>
              <a:gd name="connsiteY3" fmla="*/ 5758592 h 5826006"/>
              <a:gd name="connsiteX4" fmla="*/ 185301 w 1755807"/>
              <a:gd name="connsiteY4" fmla="*/ 5826006 h 5826006"/>
              <a:gd name="connsiteX5" fmla="*/ 0 w 1755807"/>
              <a:gd name="connsiteY5" fmla="*/ 8532 h 5826006"/>
              <a:gd name="connsiteX6" fmla="*/ 151819 w 1755807"/>
              <a:gd name="connsiteY6" fmla="*/ 5830 h 5826006"/>
              <a:gd name="connsiteX0" fmla="*/ 151819 w 1744084"/>
              <a:gd name="connsiteY0" fmla="*/ 5830 h 5826006"/>
              <a:gd name="connsiteX1" fmla="*/ 337970 w 1744084"/>
              <a:gd name="connsiteY1" fmla="*/ 0 h 5826006"/>
              <a:gd name="connsiteX2" fmla="*/ 185949 w 1744084"/>
              <a:gd name="connsiteY2" fmla="*/ 5694146 h 5826006"/>
              <a:gd name="connsiteX3" fmla="*/ 1744084 w 1744084"/>
              <a:gd name="connsiteY3" fmla="*/ 5766407 h 5826006"/>
              <a:gd name="connsiteX4" fmla="*/ 185301 w 1744084"/>
              <a:gd name="connsiteY4" fmla="*/ 5826006 h 5826006"/>
              <a:gd name="connsiteX5" fmla="*/ 0 w 1744084"/>
              <a:gd name="connsiteY5" fmla="*/ 8532 h 5826006"/>
              <a:gd name="connsiteX6" fmla="*/ 151819 w 1744084"/>
              <a:gd name="connsiteY6" fmla="*/ 5830 h 5826006"/>
              <a:gd name="connsiteX0" fmla="*/ 151819 w 1744084"/>
              <a:gd name="connsiteY0" fmla="*/ 5830 h 5826006"/>
              <a:gd name="connsiteX1" fmla="*/ 337970 w 1744084"/>
              <a:gd name="connsiteY1" fmla="*/ 0 h 5826006"/>
              <a:gd name="connsiteX2" fmla="*/ 185949 w 1744084"/>
              <a:gd name="connsiteY2" fmla="*/ 5705869 h 5826006"/>
              <a:gd name="connsiteX3" fmla="*/ 1744084 w 1744084"/>
              <a:gd name="connsiteY3" fmla="*/ 5766407 h 5826006"/>
              <a:gd name="connsiteX4" fmla="*/ 185301 w 1744084"/>
              <a:gd name="connsiteY4" fmla="*/ 5826006 h 5826006"/>
              <a:gd name="connsiteX5" fmla="*/ 0 w 1744084"/>
              <a:gd name="connsiteY5" fmla="*/ 8532 h 5826006"/>
              <a:gd name="connsiteX6" fmla="*/ 151819 w 1744084"/>
              <a:gd name="connsiteY6" fmla="*/ 5830 h 5826006"/>
              <a:gd name="connsiteX0" fmla="*/ 151819 w 1744084"/>
              <a:gd name="connsiteY0" fmla="*/ 13413 h 5833589"/>
              <a:gd name="connsiteX1" fmla="*/ 360886 w 1744084"/>
              <a:gd name="connsiteY1" fmla="*/ 0 h 5833589"/>
              <a:gd name="connsiteX2" fmla="*/ 185949 w 1744084"/>
              <a:gd name="connsiteY2" fmla="*/ 5713452 h 5833589"/>
              <a:gd name="connsiteX3" fmla="*/ 1744084 w 1744084"/>
              <a:gd name="connsiteY3" fmla="*/ 5773990 h 5833589"/>
              <a:gd name="connsiteX4" fmla="*/ 185301 w 1744084"/>
              <a:gd name="connsiteY4" fmla="*/ 5833589 h 5833589"/>
              <a:gd name="connsiteX5" fmla="*/ 0 w 1744084"/>
              <a:gd name="connsiteY5" fmla="*/ 16115 h 5833589"/>
              <a:gd name="connsiteX6" fmla="*/ 151819 w 1744084"/>
              <a:gd name="connsiteY6" fmla="*/ 13413 h 583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44084" h="5833589">
                <a:moveTo>
                  <a:pt x="151819" y="13413"/>
                </a:moveTo>
                <a:lnTo>
                  <a:pt x="360886" y="0"/>
                </a:lnTo>
                <a:cubicBezTo>
                  <a:pt x="340038" y="985953"/>
                  <a:pt x="184774" y="4750767"/>
                  <a:pt x="185949" y="5713452"/>
                </a:cubicBezTo>
                <a:lnTo>
                  <a:pt x="1744084" y="5773990"/>
                </a:lnTo>
                <a:lnTo>
                  <a:pt x="185301" y="5833589"/>
                </a:lnTo>
                <a:lnTo>
                  <a:pt x="0" y="16115"/>
                </a:lnTo>
                <a:cubicBezTo>
                  <a:pt x="34557" y="16076"/>
                  <a:pt x="86129" y="15126"/>
                  <a:pt x="151819" y="13413"/>
                </a:cubicBezTo>
                <a:close/>
              </a:path>
            </a:pathLst>
          </a:custGeom>
          <a:solidFill>
            <a:srgbClr val="0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19C997-4A59-4C83-AA42-9A6088250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37253AC-D339-4B50-958F-895310044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F37A83-F821-4241-ACE8-6A7191E6F0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E0B09F3-7E93-495C-AFDA-4689EFB7BB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DE0C2F0-427D-4259-AD34-4D5269EF1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BEAC1D59-0216-495E-957C-20BD0BC1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65497">
            <a:off x="6606009" y="422894"/>
            <a:ext cx="4969415" cy="5941601"/>
          </a:xfrm>
          <a:custGeom>
            <a:avLst/>
            <a:gdLst>
              <a:gd name="connsiteX0" fmla="*/ 150603 w 5058870"/>
              <a:gd name="connsiteY0" fmla="*/ 117182 h 6048556"/>
              <a:gd name="connsiteX1" fmla="*/ 132479 w 5058870"/>
              <a:gd name="connsiteY1" fmla="*/ 4325039 h 6048556"/>
              <a:gd name="connsiteX2" fmla="*/ 131983 w 5058870"/>
              <a:gd name="connsiteY2" fmla="*/ 5903854 h 6048556"/>
              <a:gd name="connsiteX3" fmla="*/ 483214 w 5058870"/>
              <a:gd name="connsiteY3" fmla="*/ 5902868 h 6048556"/>
              <a:gd name="connsiteX4" fmla="*/ 4936993 w 5058870"/>
              <a:gd name="connsiteY4" fmla="*/ 5929734 h 6048556"/>
              <a:gd name="connsiteX5" fmla="*/ 4946665 w 5058870"/>
              <a:gd name="connsiteY5" fmla="*/ 5879073 h 6048556"/>
              <a:gd name="connsiteX6" fmla="*/ 4942148 w 5058870"/>
              <a:gd name="connsiteY6" fmla="*/ 5858061 h 6048556"/>
              <a:gd name="connsiteX7" fmla="*/ 4948266 w 5058870"/>
              <a:gd name="connsiteY7" fmla="*/ 5746170 h 6048556"/>
              <a:gd name="connsiteX8" fmla="*/ 4945532 w 5058870"/>
              <a:gd name="connsiteY8" fmla="*/ 5672498 h 6048556"/>
              <a:gd name="connsiteX9" fmla="*/ 4937303 w 5058870"/>
              <a:gd name="connsiteY9" fmla="*/ 5632742 h 6048556"/>
              <a:gd name="connsiteX10" fmla="*/ 4939222 w 5058870"/>
              <a:gd name="connsiteY10" fmla="*/ 3836805 h 6048556"/>
              <a:gd name="connsiteX11" fmla="*/ 4941754 w 5058870"/>
              <a:gd name="connsiteY11" fmla="*/ 3658384 h 6048556"/>
              <a:gd name="connsiteX12" fmla="*/ 4940629 w 5058870"/>
              <a:gd name="connsiteY12" fmla="*/ 3380518 h 6048556"/>
              <a:gd name="connsiteX13" fmla="*/ 4939141 w 5058870"/>
              <a:gd name="connsiteY13" fmla="*/ 2223148 h 6048556"/>
              <a:gd name="connsiteX14" fmla="*/ 4944373 w 5058870"/>
              <a:gd name="connsiteY14" fmla="*/ 2168527 h 6048556"/>
              <a:gd name="connsiteX15" fmla="*/ 4957485 w 5058870"/>
              <a:gd name="connsiteY15" fmla="*/ 2101155 h 6048556"/>
              <a:gd name="connsiteX16" fmla="*/ 4953493 w 5058870"/>
              <a:gd name="connsiteY16" fmla="*/ 2087335 h 6048556"/>
              <a:gd name="connsiteX17" fmla="*/ 4949567 w 5058870"/>
              <a:gd name="connsiteY17" fmla="*/ 2083233 h 6048556"/>
              <a:gd name="connsiteX18" fmla="*/ 4956568 w 5058870"/>
              <a:gd name="connsiteY18" fmla="*/ 1996948 h 6048556"/>
              <a:gd name="connsiteX19" fmla="*/ 4950918 w 5058870"/>
              <a:gd name="connsiteY19" fmla="*/ 1942239 h 6048556"/>
              <a:gd name="connsiteX20" fmla="*/ 4939630 w 5058870"/>
              <a:gd name="connsiteY20" fmla="*/ 1916398 h 6048556"/>
              <a:gd name="connsiteX21" fmla="*/ 4939894 w 5058870"/>
              <a:gd name="connsiteY21" fmla="*/ 1749740 h 6048556"/>
              <a:gd name="connsiteX22" fmla="*/ 4942210 w 5058870"/>
              <a:gd name="connsiteY22" fmla="*/ 1749472 h 6048556"/>
              <a:gd name="connsiteX23" fmla="*/ 4953013 w 5058870"/>
              <a:gd name="connsiteY23" fmla="*/ 1710630 h 6048556"/>
              <a:gd name="connsiteX24" fmla="*/ 4948218 w 5058870"/>
              <a:gd name="connsiteY24" fmla="*/ 1629599 h 6048556"/>
              <a:gd name="connsiteX25" fmla="*/ 4960078 w 5058870"/>
              <a:gd name="connsiteY25" fmla="*/ 1549960 h 6048556"/>
              <a:gd name="connsiteX26" fmla="*/ 4964913 w 5058870"/>
              <a:gd name="connsiteY26" fmla="*/ 1537680 h 6048556"/>
              <a:gd name="connsiteX27" fmla="*/ 4972690 w 5058870"/>
              <a:gd name="connsiteY27" fmla="*/ 1456487 h 6048556"/>
              <a:gd name="connsiteX28" fmla="*/ 4985803 w 5058870"/>
              <a:gd name="connsiteY28" fmla="*/ 1389117 h 6048556"/>
              <a:gd name="connsiteX29" fmla="*/ 4981810 w 5058870"/>
              <a:gd name="connsiteY29" fmla="*/ 1375297 h 6048556"/>
              <a:gd name="connsiteX30" fmla="*/ 4977885 w 5058870"/>
              <a:gd name="connsiteY30" fmla="*/ 1371195 h 6048556"/>
              <a:gd name="connsiteX31" fmla="*/ 4985953 w 5058870"/>
              <a:gd name="connsiteY31" fmla="*/ 1321699 h 6048556"/>
              <a:gd name="connsiteX32" fmla="*/ 4984884 w 5058870"/>
              <a:gd name="connsiteY32" fmla="*/ 1284910 h 6048556"/>
              <a:gd name="connsiteX33" fmla="*/ 4979236 w 5058870"/>
              <a:gd name="connsiteY33" fmla="*/ 1230203 h 6048556"/>
              <a:gd name="connsiteX34" fmla="*/ 4960733 w 5058870"/>
              <a:gd name="connsiteY34" fmla="*/ 1140677 h 6048556"/>
              <a:gd name="connsiteX35" fmla="*/ 4954582 w 5058870"/>
              <a:gd name="connsiteY35" fmla="*/ 1117885 h 6048556"/>
              <a:gd name="connsiteX36" fmla="*/ 4951126 w 5058870"/>
              <a:gd name="connsiteY36" fmla="*/ 1054204 h 6048556"/>
              <a:gd name="connsiteX37" fmla="*/ 4950498 w 5058870"/>
              <a:gd name="connsiteY37" fmla="*/ 946280 h 6048556"/>
              <a:gd name="connsiteX38" fmla="*/ 4943633 w 5058870"/>
              <a:gd name="connsiteY38" fmla="*/ 907020 h 6048556"/>
              <a:gd name="connsiteX39" fmla="*/ 4941234 w 5058870"/>
              <a:gd name="connsiteY39" fmla="*/ 906169 h 6048556"/>
              <a:gd name="connsiteX40" fmla="*/ 4943722 w 5058870"/>
              <a:gd name="connsiteY40" fmla="*/ 749069 h 6048556"/>
              <a:gd name="connsiteX41" fmla="*/ 4941492 w 5058870"/>
              <a:gd name="connsiteY41" fmla="*/ 743898 h 6048556"/>
              <a:gd name="connsiteX42" fmla="*/ 4941895 w 5058870"/>
              <a:gd name="connsiteY42" fmla="*/ 490199 h 6048556"/>
              <a:gd name="connsiteX43" fmla="*/ 4942394 w 5058870"/>
              <a:gd name="connsiteY43" fmla="*/ 485589 h 6048556"/>
              <a:gd name="connsiteX44" fmla="*/ 4944145 w 5058870"/>
              <a:gd name="connsiteY44" fmla="*/ 454302 h 6048556"/>
              <a:gd name="connsiteX45" fmla="*/ 4942033 w 5058870"/>
              <a:gd name="connsiteY45" fmla="*/ 403560 h 6048556"/>
              <a:gd name="connsiteX46" fmla="*/ 4945792 w 5058870"/>
              <a:gd name="connsiteY46" fmla="*/ 179623 h 6048556"/>
              <a:gd name="connsiteX47" fmla="*/ 4942390 w 5058870"/>
              <a:gd name="connsiteY47" fmla="*/ 177932 h 6048556"/>
              <a:gd name="connsiteX48" fmla="*/ 4942445 w 5058870"/>
              <a:gd name="connsiteY48" fmla="*/ 143139 h 6048556"/>
              <a:gd name="connsiteX49" fmla="*/ 4909651 w 5058870"/>
              <a:gd name="connsiteY49" fmla="*/ 121087 h 6048556"/>
              <a:gd name="connsiteX50" fmla="*/ 3548714 w 5058870"/>
              <a:gd name="connsiteY50" fmla="*/ 114721 h 6048556"/>
              <a:gd name="connsiteX51" fmla="*/ 150603 w 5058870"/>
              <a:gd name="connsiteY51" fmla="*/ 117182 h 6048556"/>
              <a:gd name="connsiteX52" fmla="*/ 0 w 5058870"/>
              <a:gd name="connsiteY52" fmla="*/ 0 h 6048556"/>
              <a:gd name="connsiteX53" fmla="*/ 5058870 w 5058870"/>
              <a:gd name="connsiteY53" fmla="*/ 0 h 6048556"/>
              <a:gd name="connsiteX54" fmla="*/ 5058870 w 5058870"/>
              <a:gd name="connsiteY54" fmla="*/ 6048556 h 6048556"/>
              <a:gd name="connsiteX55" fmla="*/ 0 w 5058870"/>
              <a:gd name="connsiteY55" fmla="*/ 6048556 h 6048556"/>
              <a:gd name="connsiteX0" fmla="*/ 150603 w 5058870"/>
              <a:gd name="connsiteY0" fmla="*/ 117182 h 6048556"/>
              <a:gd name="connsiteX1" fmla="*/ 132479 w 5058870"/>
              <a:gd name="connsiteY1" fmla="*/ 4325039 h 6048556"/>
              <a:gd name="connsiteX2" fmla="*/ 131983 w 5058870"/>
              <a:gd name="connsiteY2" fmla="*/ 5903854 h 6048556"/>
              <a:gd name="connsiteX3" fmla="*/ 483214 w 5058870"/>
              <a:gd name="connsiteY3" fmla="*/ 5902868 h 6048556"/>
              <a:gd name="connsiteX4" fmla="*/ 4936993 w 5058870"/>
              <a:gd name="connsiteY4" fmla="*/ 5929734 h 6048556"/>
              <a:gd name="connsiteX5" fmla="*/ 4946665 w 5058870"/>
              <a:gd name="connsiteY5" fmla="*/ 5879073 h 6048556"/>
              <a:gd name="connsiteX6" fmla="*/ 4942148 w 5058870"/>
              <a:gd name="connsiteY6" fmla="*/ 5858061 h 6048556"/>
              <a:gd name="connsiteX7" fmla="*/ 4948266 w 5058870"/>
              <a:gd name="connsiteY7" fmla="*/ 5746170 h 6048556"/>
              <a:gd name="connsiteX8" fmla="*/ 4945532 w 5058870"/>
              <a:gd name="connsiteY8" fmla="*/ 5672498 h 6048556"/>
              <a:gd name="connsiteX9" fmla="*/ 4937303 w 5058870"/>
              <a:gd name="connsiteY9" fmla="*/ 5632742 h 6048556"/>
              <a:gd name="connsiteX10" fmla="*/ 4939222 w 5058870"/>
              <a:gd name="connsiteY10" fmla="*/ 3836805 h 6048556"/>
              <a:gd name="connsiteX11" fmla="*/ 4941754 w 5058870"/>
              <a:gd name="connsiteY11" fmla="*/ 3658384 h 6048556"/>
              <a:gd name="connsiteX12" fmla="*/ 4940629 w 5058870"/>
              <a:gd name="connsiteY12" fmla="*/ 3380518 h 6048556"/>
              <a:gd name="connsiteX13" fmla="*/ 4939141 w 5058870"/>
              <a:gd name="connsiteY13" fmla="*/ 2223148 h 6048556"/>
              <a:gd name="connsiteX14" fmla="*/ 4944373 w 5058870"/>
              <a:gd name="connsiteY14" fmla="*/ 2168527 h 6048556"/>
              <a:gd name="connsiteX15" fmla="*/ 4957485 w 5058870"/>
              <a:gd name="connsiteY15" fmla="*/ 2101155 h 6048556"/>
              <a:gd name="connsiteX16" fmla="*/ 4953493 w 5058870"/>
              <a:gd name="connsiteY16" fmla="*/ 2087335 h 6048556"/>
              <a:gd name="connsiteX17" fmla="*/ 4949567 w 5058870"/>
              <a:gd name="connsiteY17" fmla="*/ 2083233 h 6048556"/>
              <a:gd name="connsiteX18" fmla="*/ 4956568 w 5058870"/>
              <a:gd name="connsiteY18" fmla="*/ 1996948 h 6048556"/>
              <a:gd name="connsiteX19" fmla="*/ 4950918 w 5058870"/>
              <a:gd name="connsiteY19" fmla="*/ 1942239 h 6048556"/>
              <a:gd name="connsiteX20" fmla="*/ 4939630 w 5058870"/>
              <a:gd name="connsiteY20" fmla="*/ 1916398 h 6048556"/>
              <a:gd name="connsiteX21" fmla="*/ 4939894 w 5058870"/>
              <a:gd name="connsiteY21" fmla="*/ 1749740 h 6048556"/>
              <a:gd name="connsiteX22" fmla="*/ 4942210 w 5058870"/>
              <a:gd name="connsiteY22" fmla="*/ 1749472 h 6048556"/>
              <a:gd name="connsiteX23" fmla="*/ 4953013 w 5058870"/>
              <a:gd name="connsiteY23" fmla="*/ 1710630 h 6048556"/>
              <a:gd name="connsiteX24" fmla="*/ 4948218 w 5058870"/>
              <a:gd name="connsiteY24" fmla="*/ 1629599 h 6048556"/>
              <a:gd name="connsiteX25" fmla="*/ 4960078 w 5058870"/>
              <a:gd name="connsiteY25" fmla="*/ 1549960 h 6048556"/>
              <a:gd name="connsiteX26" fmla="*/ 4964913 w 5058870"/>
              <a:gd name="connsiteY26" fmla="*/ 1537680 h 6048556"/>
              <a:gd name="connsiteX27" fmla="*/ 4972690 w 5058870"/>
              <a:gd name="connsiteY27" fmla="*/ 1456487 h 6048556"/>
              <a:gd name="connsiteX28" fmla="*/ 4985803 w 5058870"/>
              <a:gd name="connsiteY28" fmla="*/ 1389117 h 6048556"/>
              <a:gd name="connsiteX29" fmla="*/ 4981810 w 5058870"/>
              <a:gd name="connsiteY29" fmla="*/ 1375297 h 6048556"/>
              <a:gd name="connsiteX30" fmla="*/ 4977885 w 5058870"/>
              <a:gd name="connsiteY30" fmla="*/ 1371195 h 6048556"/>
              <a:gd name="connsiteX31" fmla="*/ 4985953 w 5058870"/>
              <a:gd name="connsiteY31" fmla="*/ 1321699 h 6048556"/>
              <a:gd name="connsiteX32" fmla="*/ 4984884 w 5058870"/>
              <a:gd name="connsiteY32" fmla="*/ 1284910 h 6048556"/>
              <a:gd name="connsiteX33" fmla="*/ 4979236 w 5058870"/>
              <a:gd name="connsiteY33" fmla="*/ 1230203 h 6048556"/>
              <a:gd name="connsiteX34" fmla="*/ 4960733 w 5058870"/>
              <a:gd name="connsiteY34" fmla="*/ 1140677 h 6048556"/>
              <a:gd name="connsiteX35" fmla="*/ 4954582 w 5058870"/>
              <a:gd name="connsiteY35" fmla="*/ 1117885 h 6048556"/>
              <a:gd name="connsiteX36" fmla="*/ 4951126 w 5058870"/>
              <a:gd name="connsiteY36" fmla="*/ 1054204 h 6048556"/>
              <a:gd name="connsiteX37" fmla="*/ 4950498 w 5058870"/>
              <a:gd name="connsiteY37" fmla="*/ 946280 h 6048556"/>
              <a:gd name="connsiteX38" fmla="*/ 4943633 w 5058870"/>
              <a:gd name="connsiteY38" fmla="*/ 907020 h 6048556"/>
              <a:gd name="connsiteX39" fmla="*/ 4941234 w 5058870"/>
              <a:gd name="connsiteY39" fmla="*/ 906169 h 6048556"/>
              <a:gd name="connsiteX40" fmla="*/ 4943722 w 5058870"/>
              <a:gd name="connsiteY40" fmla="*/ 749069 h 6048556"/>
              <a:gd name="connsiteX41" fmla="*/ 4941492 w 5058870"/>
              <a:gd name="connsiteY41" fmla="*/ 743898 h 6048556"/>
              <a:gd name="connsiteX42" fmla="*/ 4941895 w 5058870"/>
              <a:gd name="connsiteY42" fmla="*/ 490199 h 6048556"/>
              <a:gd name="connsiteX43" fmla="*/ 4942394 w 5058870"/>
              <a:gd name="connsiteY43" fmla="*/ 485589 h 6048556"/>
              <a:gd name="connsiteX44" fmla="*/ 4944145 w 5058870"/>
              <a:gd name="connsiteY44" fmla="*/ 454302 h 6048556"/>
              <a:gd name="connsiteX45" fmla="*/ 4942033 w 5058870"/>
              <a:gd name="connsiteY45" fmla="*/ 403560 h 6048556"/>
              <a:gd name="connsiteX46" fmla="*/ 4945792 w 5058870"/>
              <a:gd name="connsiteY46" fmla="*/ 179623 h 6048556"/>
              <a:gd name="connsiteX47" fmla="*/ 4942390 w 5058870"/>
              <a:gd name="connsiteY47" fmla="*/ 177932 h 6048556"/>
              <a:gd name="connsiteX48" fmla="*/ 4942445 w 5058870"/>
              <a:gd name="connsiteY48" fmla="*/ 143139 h 6048556"/>
              <a:gd name="connsiteX49" fmla="*/ 4909651 w 5058870"/>
              <a:gd name="connsiteY49" fmla="*/ 121087 h 6048556"/>
              <a:gd name="connsiteX50" fmla="*/ 3548714 w 5058870"/>
              <a:gd name="connsiteY50" fmla="*/ 114721 h 6048556"/>
              <a:gd name="connsiteX51" fmla="*/ 150603 w 5058870"/>
              <a:gd name="connsiteY51" fmla="*/ 117182 h 6048556"/>
              <a:gd name="connsiteX52" fmla="*/ 18086 w 5058870"/>
              <a:gd name="connsiteY52" fmla="*/ 3958 h 6048556"/>
              <a:gd name="connsiteX53" fmla="*/ 5058870 w 5058870"/>
              <a:gd name="connsiteY53" fmla="*/ 0 h 6048556"/>
              <a:gd name="connsiteX54" fmla="*/ 5058870 w 5058870"/>
              <a:gd name="connsiteY54" fmla="*/ 6048556 h 6048556"/>
              <a:gd name="connsiteX55" fmla="*/ 0 w 5058870"/>
              <a:gd name="connsiteY55" fmla="*/ 6048556 h 6048556"/>
              <a:gd name="connsiteX56" fmla="*/ 18086 w 5058870"/>
              <a:gd name="connsiteY56" fmla="*/ 3958 h 604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058870" h="6048556">
                <a:moveTo>
                  <a:pt x="150603" y="117182"/>
                </a:moveTo>
                <a:cubicBezTo>
                  <a:pt x="144562" y="1519801"/>
                  <a:pt x="138520" y="2922420"/>
                  <a:pt x="132479" y="4325039"/>
                </a:cubicBezTo>
                <a:cubicBezTo>
                  <a:pt x="132314" y="4851311"/>
                  <a:pt x="132148" y="5377582"/>
                  <a:pt x="131983" y="5903854"/>
                </a:cubicBezTo>
                <a:lnTo>
                  <a:pt x="483214" y="5902868"/>
                </a:lnTo>
                <a:lnTo>
                  <a:pt x="4936993" y="5929734"/>
                </a:lnTo>
                <a:cubicBezTo>
                  <a:pt x="4940359" y="5903683"/>
                  <a:pt x="4946642" y="5901881"/>
                  <a:pt x="4946665" y="5879073"/>
                </a:cubicBezTo>
                <a:lnTo>
                  <a:pt x="4942148" y="5858061"/>
                </a:lnTo>
                <a:cubicBezTo>
                  <a:pt x="4944576" y="5832831"/>
                  <a:pt x="4947702" y="5777096"/>
                  <a:pt x="4948266" y="5746170"/>
                </a:cubicBezTo>
                <a:cubicBezTo>
                  <a:pt x="4948831" y="5715243"/>
                  <a:pt x="4952548" y="5680774"/>
                  <a:pt x="4945532" y="5672498"/>
                </a:cubicBezTo>
                <a:lnTo>
                  <a:pt x="4937303" y="5632742"/>
                </a:lnTo>
                <a:cubicBezTo>
                  <a:pt x="4937943" y="5034096"/>
                  <a:pt x="4938582" y="4435451"/>
                  <a:pt x="4939222" y="3836805"/>
                </a:cubicBezTo>
                <a:cubicBezTo>
                  <a:pt x="4946330" y="3816201"/>
                  <a:pt x="4948846" y="3651504"/>
                  <a:pt x="4941754" y="3658384"/>
                </a:cubicBezTo>
                <a:cubicBezTo>
                  <a:pt x="4940258" y="3572231"/>
                  <a:pt x="4942123" y="3466671"/>
                  <a:pt x="4940629" y="3380518"/>
                </a:cubicBezTo>
                <a:cubicBezTo>
                  <a:pt x="4923430" y="3001238"/>
                  <a:pt x="4939637" y="2608938"/>
                  <a:pt x="4939141" y="2223148"/>
                </a:cubicBezTo>
                <a:lnTo>
                  <a:pt x="4944373" y="2168527"/>
                </a:lnTo>
                <a:lnTo>
                  <a:pt x="4957485" y="2101155"/>
                </a:lnTo>
                <a:lnTo>
                  <a:pt x="4953493" y="2087335"/>
                </a:lnTo>
                <a:cubicBezTo>
                  <a:pt x="4952315" y="2085639"/>
                  <a:pt x="4950991" y="2084257"/>
                  <a:pt x="4949567" y="2083233"/>
                </a:cubicBezTo>
                <a:cubicBezTo>
                  <a:pt x="4950081" y="2068168"/>
                  <a:pt x="4956343" y="2020447"/>
                  <a:pt x="4956568" y="1996948"/>
                </a:cubicBezTo>
                <a:lnTo>
                  <a:pt x="4950918" y="1942239"/>
                </a:lnTo>
                <a:lnTo>
                  <a:pt x="4939630" y="1916398"/>
                </a:lnTo>
                <a:lnTo>
                  <a:pt x="4939894" y="1749740"/>
                </a:lnTo>
                <a:lnTo>
                  <a:pt x="4942210" y="1749472"/>
                </a:lnTo>
                <a:cubicBezTo>
                  <a:pt x="4944598" y="1739435"/>
                  <a:pt x="4936370" y="1707983"/>
                  <a:pt x="4953013" y="1710630"/>
                </a:cubicBezTo>
                <a:cubicBezTo>
                  <a:pt x="4951413" y="1683620"/>
                  <a:pt x="4949817" y="1656609"/>
                  <a:pt x="4948218" y="1629599"/>
                </a:cubicBezTo>
                <a:cubicBezTo>
                  <a:pt x="4960214" y="1611720"/>
                  <a:pt x="4954756" y="1577971"/>
                  <a:pt x="4960078" y="1549960"/>
                </a:cubicBezTo>
                <a:lnTo>
                  <a:pt x="4964913" y="1537680"/>
                </a:lnTo>
                <a:lnTo>
                  <a:pt x="4972690" y="1456487"/>
                </a:lnTo>
                <a:lnTo>
                  <a:pt x="4985803" y="1389117"/>
                </a:lnTo>
                <a:lnTo>
                  <a:pt x="4981810" y="1375297"/>
                </a:lnTo>
                <a:cubicBezTo>
                  <a:pt x="4980632" y="1373600"/>
                  <a:pt x="4979308" y="1372219"/>
                  <a:pt x="4977885" y="1371195"/>
                </a:cubicBezTo>
                <a:cubicBezTo>
                  <a:pt x="4978575" y="1362262"/>
                  <a:pt x="4984787" y="1336081"/>
                  <a:pt x="4985953" y="1321699"/>
                </a:cubicBezTo>
                <a:cubicBezTo>
                  <a:pt x="4985597" y="1309436"/>
                  <a:pt x="4985240" y="1297173"/>
                  <a:pt x="4984884" y="1284910"/>
                </a:cubicBezTo>
                <a:lnTo>
                  <a:pt x="4979236" y="1230203"/>
                </a:lnTo>
                <a:cubicBezTo>
                  <a:pt x="4975210" y="1206164"/>
                  <a:pt x="4964841" y="1159397"/>
                  <a:pt x="4960733" y="1140677"/>
                </a:cubicBezTo>
                <a:cubicBezTo>
                  <a:pt x="4953571" y="1137027"/>
                  <a:pt x="4955994" y="1126612"/>
                  <a:pt x="4954582" y="1117885"/>
                </a:cubicBezTo>
                <a:cubicBezTo>
                  <a:pt x="4947913" y="1110279"/>
                  <a:pt x="4947685" y="1068048"/>
                  <a:pt x="4951126" y="1054204"/>
                </a:cubicBezTo>
                <a:cubicBezTo>
                  <a:pt x="4965316" y="1016287"/>
                  <a:pt x="4939943" y="976787"/>
                  <a:pt x="4950498" y="946280"/>
                </a:cubicBezTo>
                <a:cubicBezTo>
                  <a:pt x="4949250" y="921750"/>
                  <a:pt x="4945649" y="913874"/>
                  <a:pt x="4943633" y="907020"/>
                </a:cubicBezTo>
                <a:lnTo>
                  <a:pt x="4941234" y="906169"/>
                </a:lnTo>
                <a:cubicBezTo>
                  <a:pt x="4941248" y="879844"/>
                  <a:pt x="4943679" y="776114"/>
                  <a:pt x="4943722" y="749069"/>
                </a:cubicBezTo>
                <a:lnTo>
                  <a:pt x="4941492" y="743898"/>
                </a:lnTo>
                <a:cubicBezTo>
                  <a:pt x="4941626" y="659332"/>
                  <a:pt x="4941761" y="574765"/>
                  <a:pt x="4941895" y="490199"/>
                </a:cubicBezTo>
                <a:cubicBezTo>
                  <a:pt x="4942061" y="488662"/>
                  <a:pt x="4942228" y="487126"/>
                  <a:pt x="4942394" y="485589"/>
                </a:cubicBezTo>
                <a:cubicBezTo>
                  <a:pt x="4943552" y="471269"/>
                  <a:pt x="4944141" y="459699"/>
                  <a:pt x="4944145" y="454302"/>
                </a:cubicBezTo>
                <a:cubicBezTo>
                  <a:pt x="4943441" y="437389"/>
                  <a:pt x="4942736" y="420474"/>
                  <a:pt x="4942033" y="403560"/>
                </a:cubicBezTo>
                <a:cubicBezTo>
                  <a:pt x="4942307" y="357781"/>
                  <a:pt x="4945733" y="217227"/>
                  <a:pt x="4945792" y="179623"/>
                </a:cubicBezTo>
                <a:lnTo>
                  <a:pt x="4942390" y="177932"/>
                </a:lnTo>
                <a:cubicBezTo>
                  <a:pt x="4942408" y="166334"/>
                  <a:pt x="4942427" y="154737"/>
                  <a:pt x="4942445" y="143139"/>
                </a:cubicBezTo>
                <a:lnTo>
                  <a:pt x="4909651" y="121087"/>
                </a:lnTo>
                <a:lnTo>
                  <a:pt x="3548714" y="114721"/>
                </a:lnTo>
                <a:lnTo>
                  <a:pt x="150603" y="117182"/>
                </a:lnTo>
                <a:close/>
                <a:moveTo>
                  <a:pt x="18086" y="3958"/>
                </a:moveTo>
                <a:lnTo>
                  <a:pt x="5058870" y="0"/>
                </a:lnTo>
                <a:lnTo>
                  <a:pt x="5058870" y="6048556"/>
                </a:lnTo>
                <a:lnTo>
                  <a:pt x="0" y="6048556"/>
                </a:lnTo>
                <a:cubicBezTo>
                  <a:pt x="0" y="4032371"/>
                  <a:pt x="18086" y="2020143"/>
                  <a:pt x="18086" y="395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0F6D5-3BD0-4C12-9D4F-2AAC3438A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476" y="1295400"/>
            <a:ext cx="5816633" cy="3278177"/>
          </a:xfrm>
        </p:spPr>
        <p:txBody>
          <a:bodyPr anchor="t">
            <a:normAutofit/>
          </a:bodyPr>
          <a:lstStyle/>
          <a:p>
            <a:r>
              <a:rPr lang="en-US" dirty="0"/>
              <a:t>WHO AM I?</a:t>
            </a:r>
            <a:endParaRPr lang="en-ID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DB284F7-AC48-41DF-9777-D321D9E30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10863665" y="5388483"/>
            <a:ext cx="502935" cy="1735348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758E4FA-C4A9-4D94-828D-0C4D6ED97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BA3935-5258-425A-B52A-BBF28BCE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572212" y="282178"/>
            <a:ext cx="5455259" cy="589448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DD1AA99-03AE-49F6-9116-9CA2BBCA0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280000">
            <a:off x="435827" y="609334"/>
            <a:ext cx="5725215" cy="5235577"/>
          </a:xfrm>
          <a:custGeom>
            <a:avLst/>
            <a:gdLst>
              <a:gd name="connsiteX0" fmla="*/ 0 w 4401242"/>
              <a:gd name="connsiteY0" fmla="*/ 4137242 h 5590022"/>
              <a:gd name="connsiteX1" fmla="*/ 5579 w 4401242"/>
              <a:gd name="connsiteY1" fmla="*/ 4114978 h 5590022"/>
              <a:gd name="connsiteX2" fmla="*/ 3258 w 4401242"/>
              <a:gd name="connsiteY2" fmla="*/ 4099949 h 5590022"/>
              <a:gd name="connsiteX3" fmla="*/ 9236 w 4401242"/>
              <a:gd name="connsiteY3" fmla="*/ 4071959 h 5590022"/>
              <a:gd name="connsiteX4" fmla="*/ 14743 w 4401242"/>
              <a:gd name="connsiteY4" fmla="*/ 4031013 h 5590022"/>
              <a:gd name="connsiteX5" fmla="*/ 20613 w 4401242"/>
              <a:gd name="connsiteY5" fmla="*/ 4002827 h 5590022"/>
              <a:gd name="connsiteX6" fmla="*/ 22410 w 4401242"/>
              <a:gd name="connsiteY6" fmla="*/ 3997392 h 5590022"/>
              <a:gd name="connsiteX7" fmla="*/ 22410 w 4401242"/>
              <a:gd name="connsiteY7" fmla="*/ 3812956 h 5590022"/>
              <a:gd name="connsiteX8" fmla="*/ 20401 w 4401242"/>
              <a:gd name="connsiteY8" fmla="*/ 3799351 h 5590022"/>
              <a:gd name="connsiteX9" fmla="*/ 22410 w 4401242"/>
              <a:gd name="connsiteY9" fmla="*/ 3753450 h 5590022"/>
              <a:gd name="connsiteX10" fmla="*/ 19673 w 4401242"/>
              <a:gd name="connsiteY10" fmla="*/ 3746784 h 5590022"/>
              <a:gd name="connsiteX11" fmla="*/ 22410 w 4401242"/>
              <a:gd name="connsiteY11" fmla="*/ 3701909 h 5590022"/>
              <a:gd name="connsiteX12" fmla="*/ 20086 w 4401242"/>
              <a:gd name="connsiteY12" fmla="*/ 3652741 h 5590022"/>
              <a:gd name="connsiteX13" fmla="*/ 13839 w 4401242"/>
              <a:gd name="connsiteY13" fmla="*/ 3649070 h 5590022"/>
              <a:gd name="connsiteX14" fmla="*/ 13290 w 4401242"/>
              <a:gd name="connsiteY14" fmla="*/ 3638287 h 5590022"/>
              <a:gd name="connsiteX15" fmla="*/ 13410 w 4401242"/>
              <a:gd name="connsiteY15" fmla="*/ 3621311 h 5590022"/>
              <a:gd name="connsiteX16" fmla="*/ 19966 w 4401242"/>
              <a:gd name="connsiteY16" fmla="*/ 3583286 h 5590022"/>
              <a:gd name="connsiteX17" fmla="*/ 16089 w 4401242"/>
              <a:gd name="connsiteY17" fmla="*/ 21355 h 5590022"/>
              <a:gd name="connsiteX18" fmla="*/ 34619 w 4401242"/>
              <a:gd name="connsiteY18" fmla="*/ 2606 h 5590022"/>
              <a:gd name="connsiteX19" fmla="*/ 49927 w 4401242"/>
              <a:gd name="connsiteY19" fmla="*/ 185 h 5590022"/>
              <a:gd name="connsiteX20" fmla="*/ 917193 w 4401242"/>
              <a:gd name="connsiteY20" fmla="*/ 11 h 5590022"/>
              <a:gd name="connsiteX21" fmla="*/ 938319 w 4401242"/>
              <a:gd name="connsiteY21" fmla="*/ 10 h 5590022"/>
              <a:gd name="connsiteX22" fmla="*/ 938338 w 4401242"/>
              <a:gd name="connsiteY22" fmla="*/ 0 h 5590022"/>
              <a:gd name="connsiteX23" fmla="*/ 4365378 w 4401242"/>
              <a:gd name="connsiteY23" fmla="*/ 0 h 5590022"/>
              <a:gd name="connsiteX24" fmla="*/ 4397257 w 4401242"/>
              <a:gd name="connsiteY24" fmla="*/ 31881 h 5590022"/>
              <a:gd name="connsiteX25" fmla="*/ 4397256 w 4401242"/>
              <a:gd name="connsiteY25" fmla="*/ 5558231 h 5590022"/>
              <a:gd name="connsiteX26" fmla="*/ 4365377 w 4401242"/>
              <a:gd name="connsiteY26" fmla="*/ 5590021 h 5590022"/>
              <a:gd name="connsiteX27" fmla="*/ 4322085 w 4401242"/>
              <a:gd name="connsiteY27" fmla="*/ 5590021 h 5590022"/>
              <a:gd name="connsiteX28" fmla="*/ 4322083 w 4401242"/>
              <a:gd name="connsiteY28" fmla="*/ 5590022 h 5590022"/>
              <a:gd name="connsiteX29" fmla="*/ 49916 w 4401242"/>
              <a:gd name="connsiteY29" fmla="*/ 5590022 h 5590022"/>
              <a:gd name="connsiteX30" fmla="*/ 22410 w 4401242"/>
              <a:gd name="connsiteY30" fmla="*/ 5571435 h 5590022"/>
              <a:gd name="connsiteX31" fmla="*/ 22410 w 4401242"/>
              <a:gd name="connsiteY31" fmla="*/ 4726767 h 5590022"/>
              <a:gd name="connsiteX32" fmla="*/ 14670 w 4401242"/>
              <a:gd name="connsiteY32" fmla="*/ 4699196 h 5590022"/>
              <a:gd name="connsiteX33" fmla="*/ 22410 w 4401242"/>
              <a:gd name="connsiteY33" fmla="*/ 4670837 h 5590022"/>
              <a:gd name="connsiteX34" fmla="*/ 22410 w 4401242"/>
              <a:gd name="connsiteY34" fmla="*/ 4292925 h 5590022"/>
              <a:gd name="connsiteX35" fmla="*/ 22410 w 4401242"/>
              <a:gd name="connsiteY35" fmla="*/ 4242762 h 5590022"/>
              <a:gd name="connsiteX36" fmla="*/ 14161 w 4401242"/>
              <a:gd name="connsiteY36" fmla="*/ 4214744 h 5590022"/>
              <a:gd name="connsiteX37" fmla="*/ 4708 w 4401242"/>
              <a:gd name="connsiteY37" fmla="*/ 4186098 h 5590022"/>
              <a:gd name="connsiteX38" fmla="*/ 632 w 4401242"/>
              <a:gd name="connsiteY38" fmla="*/ 4158493 h 559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401242" h="5590022">
                <a:moveTo>
                  <a:pt x="0" y="4137242"/>
                </a:moveTo>
                <a:lnTo>
                  <a:pt x="5579" y="4114978"/>
                </a:lnTo>
                <a:cubicBezTo>
                  <a:pt x="6121" y="4108762"/>
                  <a:pt x="2648" y="4107119"/>
                  <a:pt x="3258" y="4099949"/>
                </a:cubicBezTo>
                <a:lnTo>
                  <a:pt x="9236" y="4071959"/>
                </a:lnTo>
                <a:lnTo>
                  <a:pt x="14743" y="4031013"/>
                </a:lnTo>
                <a:lnTo>
                  <a:pt x="20613" y="4002827"/>
                </a:lnTo>
                <a:lnTo>
                  <a:pt x="22410" y="3997392"/>
                </a:lnTo>
                <a:lnTo>
                  <a:pt x="22410" y="3812956"/>
                </a:lnTo>
                <a:lnTo>
                  <a:pt x="20401" y="3799351"/>
                </a:lnTo>
                <a:lnTo>
                  <a:pt x="22410" y="3753450"/>
                </a:lnTo>
                <a:lnTo>
                  <a:pt x="19673" y="3746784"/>
                </a:lnTo>
                <a:lnTo>
                  <a:pt x="22410" y="3701909"/>
                </a:lnTo>
                <a:cubicBezTo>
                  <a:pt x="22023" y="3687048"/>
                  <a:pt x="22634" y="3661297"/>
                  <a:pt x="20086" y="3652741"/>
                </a:cubicBezTo>
                <a:lnTo>
                  <a:pt x="13839" y="3649070"/>
                </a:lnTo>
                <a:lnTo>
                  <a:pt x="13290" y="3638287"/>
                </a:lnTo>
                <a:cubicBezTo>
                  <a:pt x="13769" y="3637498"/>
                  <a:pt x="13370" y="3621952"/>
                  <a:pt x="13410" y="3621311"/>
                </a:cubicBezTo>
                <a:lnTo>
                  <a:pt x="19966" y="3583286"/>
                </a:lnTo>
                <a:lnTo>
                  <a:pt x="16089" y="21355"/>
                </a:lnTo>
                <a:cubicBezTo>
                  <a:pt x="22266" y="10589"/>
                  <a:pt x="23964" y="8856"/>
                  <a:pt x="34619" y="2606"/>
                </a:cubicBezTo>
                <a:lnTo>
                  <a:pt x="49927" y="185"/>
                </a:lnTo>
                <a:cubicBezTo>
                  <a:pt x="228245" y="83"/>
                  <a:pt x="539504" y="31"/>
                  <a:pt x="917193" y="11"/>
                </a:cubicBezTo>
                <a:lnTo>
                  <a:pt x="938319" y="10"/>
                </a:lnTo>
                <a:lnTo>
                  <a:pt x="938338" y="0"/>
                </a:lnTo>
                <a:lnTo>
                  <a:pt x="4365378" y="0"/>
                </a:lnTo>
                <a:cubicBezTo>
                  <a:pt x="4382966" y="50"/>
                  <a:pt x="4397213" y="14294"/>
                  <a:pt x="4397257" y="31881"/>
                </a:cubicBezTo>
                <a:cubicBezTo>
                  <a:pt x="4402571" y="958253"/>
                  <a:pt x="4402570" y="4631875"/>
                  <a:pt x="4397256" y="5558231"/>
                </a:cubicBezTo>
                <a:cubicBezTo>
                  <a:pt x="4397157" y="5575784"/>
                  <a:pt x="4382929" y="5589975"/>
                  <a:pt x="4365377" y="5590021"/>
                </a:cubicBezTo>
                <a:lnTo>
                  <a:pt x="4322085" y="5590021"/>
                </a:lnTo>
                <a:lnTo>
                  <a:pt x="4322083" y="5590022"/>
                </a:lnTo>
                <a:lnTo>
                  <a:pt x="49916" y="5590022"/>
                </a:lnTo>
                <a:cubicBezTo>
                  <a:pt x="34729" y="5589963"/>
                  <a:pt x="22450" y="5581668"/>
                  <a:pt x="22410" y="5571435"/>
                </a:cubicBezTo>
                <a:lnTo>
                  <a:pt x="22410" y="4726767"/>
                </a:lnTo>
                <a:lnTo>
                  <a:pt x="14670" y="4699196"/>
                </a:lnTo>
                <a:cubicBezTo>
                  <a:pt x="15011" y="4683722"/>
                  <a:pt x="19831" y="4680290"/>
                  <a:pt x="22410" y="4670837"/>
                </a:cubicBezTo>
                <a:lnTo>
                  <a:pt x="22410" y="4292925"/>
                </a:lnTo>
                <a:lnTo>
                  <a:pt x="22410" y="4242762"/>
                </a:lnTo>
                <a:lnTo>
                  <a:pt x="14161" y="4214744"/>
                </a:lnTo>
                <a:cubicBezTo>
                  <a:pt x="20757" y="4203473"/>
                  <a:pt x="7860" y="4195229"/>
                  <a:pt x="4708" y="4186098"/>
                </a:cubicBezTo>
                <a:lnTo>
                  <a:pt x="632" y="4158493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C1A315CD-693A-4E4B-B960-D5AD6C5BA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92079">
            <a:off x="929859" y="1455507"/>
            <a:ext cx="4746677" cy="3560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4DF8E-78DC-4AAF-BC18-094F5E3E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497" y="4545618"/>
            <a:ext cx="5987143" cy="2037483"/>
          </a:xfrm>
        </p:spPr>
        <p:txBody>
          <a:bodyPr anchor="b">
            <a:normAutofit/>
          </a:bodyPr>
          <a:lstStyle/>
          <a:p>
            <a:r>
              <a:rPr lang="en-US" sz="5400" dirty="0"/>
              <a:t>Rules of Game</a:t>
            </a:r>
            <a:endParaRPr lang="en-ID" sz="54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50DB571-3A12-4BED-AAD9-9F00B1138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514120">
            <a:off x="470659" y="-333929"/>
            <a:ext cx="500911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C05837C-1102-4D24-9745-5D479508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6E0B0FD-D6DB-4660-A369-0B3722B23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49F612E-2AC0-47A5-9CAE-712630251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F0A1FBB-5EAE-46FC-8024-C161019237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1CDB003-27ED-43D6-887A-E9126BC78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31F727-BC2C-48FB-A609-F2B0BBFB1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563312"/>
              </p:ext>
            </p:extLst>
          </p:nvPr>
        </p:nvGraphicFramePr>
        <p:xfrm>
          <a:off x="6817056" y="796413"/>
          <a:ext cx="4903928" cy="5473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7354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8F9D89-54B8-41F8-8839-49992D645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B4D29-752E-4C5C-BF5B-266C787C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474" y="0"/>
            <a:ext cx="5075906" cy="1896616"/>
          </a:xfrm>
        </p:spPr>
        <p:txBody>
          <a:bodyPr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daftar </a:t>
            </a:r>
            <a:r>
              <a:rPr lang="en-US" dirty="0" err="1"/>
              <a:t>profesi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8204A-6AF0-4F0E-9AEA-36BD1A31F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350" y="2233745"/>
            <a:ext cx="5075905" cy="321092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 err="1"/>
              <a:t>Bidan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Dokter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Debt collector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Mantri </a:t>
            </a:r>
            <a:r>
              <a:rPr lang="en-US" sz="1800" dirty="0" err="1"/>
              <a:t>sunat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Tukang</a:t>
            </a:r>
            <a:r>
              <a:rPr lang="en-US" sz="1800" dirty="0"/>
              <a:t> </a:t>
            </a:r>
            <a:r>
              <a:rPr lang="en-US" sz="1800" dirty="0" err="1"/>
              <a:t>sedot</a:t>
            </a:r>
            <a:r>
              <a:rPr lang="en-US" sz="1800" dirty="0"/>
              <a:t> </a:t>
            </a:r>
            <a:r>
              <a:rPr lang="en-US" sz="1800" dirty="0" err="1"/>
              <a:t>wc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Kuli</a:t>
            </a:r>
            <a:r>
              <a:rPr lang="en-US" sz="1800" dirty="0"/>
              <a:t> </a:t>
            </a:r>
            <a:r>
              <a:rPr lang="en-US" sz="1800" dirty="0" err="1"/>
              <a:t>bangunan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Chef</a:t>
            </a:r>
          </a:p>
          <a:p>
            <a:pPr>
              <a:lnSpc>
                <a:spcPct val="110000"/>
              </a:lnSpc>
            </a:pPr>
            <a:r>
              <a:rPr lang="en-US" sz="1800" dirty="0" err="1"/>
              <a:t>Asisten</a:t>
            </a:r>
            <a:r>
              <a:rPr lang="en-US" sz="1800" dirty="0"/>
              <a:t> </a:t>
            </a:r>
            <a:r>
              <a:rPr lang="en-US" sz="1800" dirty="0" err="1"/>
              <a:t>rumah</a:t>
            </a:r>
            <a:r>
              <a:rPr lang="en-US" sz="1800" dirty="0"/>
              <a:t> </a:t>
            </a:r>
            <a:r>
              <a:rPr lang="en-US" sz="1800" dirty="0" err="1"/>
              <a:t>tangga</a:t>
            </a:r>
            <a:r>
              <a:rPr lang="en-US" sz="1800" dirty="0"/>
              <a:t> (ART)</a:t>
            </a:r>
          </a:p>
          <a:p>
            <a:pPr>
              <a:lnSpc>
                <a:spcPct val="110000"/>
              </a:lnSpc>
            </a:pPr>
            <a:r>
              <a:rPr lang="en-US" sz="1800" dirty="0" err="1"/>
              <a:t>Pramugari</a:t>
            </a:r>
            <a:endParaRPr lang="en-US" sz="1800" dirty="0"/>
          </a:p>
          <a:p>
            <a:pPr>
              <a:lnSpc>
                <a:spcPct val="110000"/>
              </a:lnSpc>
            </a:pPr>
            <a:endParaRPr lang="en-ID" sz="18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FF0BCBD-CCEA-4351-B702-14C52EFE6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19465">
            <a:off x="6926280" y="397486"/>
            <a:ext cx="4948797" cy="6326554"/>
          </a:xfrm>
          <a:custGeom>
            <a:avLst/>
            <a:gdLst>
              <a:gd name="connsiteX0" fmla="*/ 4457507 w 5137176"/>
              <a:gd name="connsiteY0" fmla="*/ 0 h 6567378"/>
              <a:gd name="connsiteX1" fmla="*/ 4457507 w 5137176"/>
              <a:gd name="connsiteY1" fmla="*/ 1009868 h 6567378"/>
              <a:gd name="connsiteX2" fmla="*/ 5137176 w 5137176"/>
              <a:gd name="connsiteY2" fmla="*/ 1083966 h 6567378"/>
              <a:gd name="connsiteX3" fmla="*/ 4539371 w 5137176"/>
              <a:gd name="connsiteY3" fmla="*/ 6567378 h 6567378"/>
              <a:gd name="connsiteX4" fmla="*/ 108120 w 5137176"/>
              <a:gd name="connsiteY4" fmla="*/ 6084280 h 6567378"/>
              <a:gd name="connsiteX5" fmla="*/ 170085 w 5137176"/>
              <a:gd name="connsiteY5" fmla="*/ 5515902 h 6567378"/>
              <a:gd name="connsiteX6" fmla="*/ 0 w 5137176"/>
              <a:gd name="connsiteY6" fmla="*/ 5515902 h 6567378"/>
              <a:gd name="connsiteX7" fmla="*/ 0 w 5137176"/>
              <a:gd name="connsiteY7" fmla="*/ 0 h 656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37176" h="6567378">
                <a:moveTo>
                  <a:pt x="4457507" y="0"/>
                </a:moveTo>
                <a:lnTo>
                  <a:pt x="4457507" y="1009868"/>
                </a:lnTo>
                <a:lnTo>
                  <a:pt x="5137176" y="1083966"/>
                </a:lnTo>
                <a:lnTo>
                  <a:pt x="4539371" y="6567378"/>
                </a:lnTo>
                <a:lnTo>
                  <a:pt x="108120" y="6084280"/>
                </a:lnTo>
                <a:lnTo>
                  <a:pt x="170085" y="5515902"/>
                </a:lnTo>
                <a:lnTo>
                  <a:pt x="0" y="5515902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86A0039-6F9F-4E40-AE37-A1EA2DAC0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76892" y="425319"/>
            <a:ext cx="4768520" cy="6088714"/>
          </a:xfrm>
          <a:custGeom>
            <a:avLst/>
            <a:gdLst>
              <a:gd name="connsiteX0" fmla="*/ 4188628 w 4950037"/>
              <a:gd name="connsiteY0" fmla="*/ 0 h 6320484"/>
              <a:gd name="connsiteX1" fmla="*/ 4218584 w 4950037"/>
              <a:gd name="connsiteY1" fmla="*/ 18617 h 6320484"/>
              <a:gd name="connsiteX2" fmla="*/ 4220262 w 4950037"/>
              <a:gd name="connsiteY2" fmla="*/ 50299 h 6320484"/>
              <a:gd name="connsiteX3" fmla="*/ 4223339 w 4950037"/>
              <a:gd name="connsiteY3" fmla="*/ 51686 h 6320484"/>
              <a:gd name="connsiteX4" fmla="*/ 4243015 w 4950037"/>
              <a:gd name="connsiteY4" fmla="*/ 81229 h 6320484"/>
              <a:gd name="connsiteX5" fmla="*/ 4227211 w 4950037"/>
              <a:gd name="connsiteY5" fmla="*/ 140805 h 6320484"/>
              <a:gd name="connsiteX6" fmla="*/ 4226312 w 4950037"/>
              <a:gd name="connsiteY6" fmla="*/ 164608 h 6320484"/>
              <a:gd name="connsiteX7" fmla="*/ 4231134 w 4950037"/>
              <a:gd name="connsiteY7" fmla="*/ 255748 h 6320484"/>
              <a:gd name="connsiteX8" fmla="*/ 4235510 w 4950037"/>
              <a:gd name="connsiteY8" fmla="*/ 301854 h 6320484"/>
              <a:gd name="connsiteX9" fmla="*/ 4235520 w 4950037"/>
              <a:gd name="connsiteY9" fmla="*/ 330418 h 6320484"/>
              <a:gd name="connsiteX10" fmla="*/ 4235309 w 4950037"/>
              <a:gd name="connsiteY10" fmla="*/ 334638 h 6320484"/>
              <a:gd name="connsiteX11" fmla="*/ 4247535 w 4950037"/>
              <a:gd name="connsiteY11" fmla="*/ 565647 h 6320484"/>
              <a:gd name="connsiteX12" fmla="*/ 4249754 w 4950037"/>
              <a:gd name="connsiteY12" fmla="*/ 570257 h 6320484"/>
              <a:gd name="connsiteX13" fmla="*/ 4250201 w 4950037"/>
              <a:gd name="connsiteY13" fmla="*/ 594124 h 6320484"/>
              <a:gd name="connsiteX14" fmla="*/ 4249458 w 4950037"/>
              <a:gd name="connsiteY14" fmla="*/ 602018 h 6320484"/>
              <a:gd name="connsiteX15" fmla="*/ 4255354 w 4950037"/>
              <a:gd name="connsiteY15" fmla="*/ 713405 h 6320484"/>
              <a:gd name="connsiteX16" fmla="*/ 4257507 w 4950037"/>
              <a:gd name="connsiteY16" fmla="*/ 714073 h 6320484"/>
              <a:gd name="connsiteX17" fmla="*/ 4265497 w 4950037"/>
              <a:gd name="connsiteY17" fmla="*/ 749513 h 6320484"/>
              <a:gd name="connsiteX18" fmla="*/ 4271401 w 4950037"/>
              <a:gd name="connsiteY18" fmla="*/ 847749 h 6320484"/>
              <a:gd name="connsiteX19" fmla="*/ 4270503 w 4950037"/>
              <a:gd name="connsiteY19" fmla="*/ 861235 h 6320484"/>
              <a:gd name="connsiteX20" fmla="*/ 4270699 w 4950037"/>
              <a:gd name="connsiteY20" fmla="*/ 865719 h 6320484"/>
              <a:gd name="connsiteX21" fmla="*/ 4202536 w 4950037"/>
              <a:gd name="connsiteY21" fmla="*/ 861893 h 6320484"/>
              <a:gd name="connsiteX22" fmla="*/ 4202536 w 4950037"/>
              <a:gd name="connsiteY22" fmla="*/ 987895 h 6320484"/>
              <a:gd name="connsiteX23" fmla="*/ 4532772 w 4950037"/>
              <a:gd name="connsiteY23" fmla="*/ 1009893 h 6320484"/>
              <a:gd name="connsiteX24" fmla="*/ 4904400 w 4950037"/>
              <a:gd name="connsiteY24" fmla="*/ 1030269 h 6320484"/>
              <a:gd name="connsiteX25" fmla="*/ 4932162 w 4950037"/>
              <a:gd name="connsiteY25" fmla="*/ 1052023 h 6320484"/>
              <a:gd name="connsiteX26" fmla="*/ 4930395 w 4950037"/>
              <a:gd name="connsiteY26" fmla="*/ 1083700 h 6320484"/>
              <a:gd name="connsiteX27" fmla="*/ 4933305 w 4950037"/>
              <a:gd name="connsiteY27" fmla="*/ 1085413 h 6320484"/>
              <a:gd name="connsiteX28" fmla="*/ 4949662 w 4950037"/>
              <a:gd name="connsiteY28" fmla="*/ 1116915 h 6320484"/>
              <a:gd name="connsiteX29" fmla="*/ 4927494 w 4950037"/>
              <a:gd name="connsiteY29" fmla="*/ 1174426 h 6320484"/>
              <a:gd name="connsiteX30" fmla="*/ 4924021 w 4950037"/>
              <a:gd name="connsiteY30" fmla="*/ 1197992 h 6320484"/>
              <a:gd name="connsiteX31" fmla="*/ 4918937 w 4950037"/>
              <a:gd name="connsiteY31" fmla="*/ 1289117 h 6320484"/>
              <a:gd name="connsiteX32" fmla="*/ 4918290 w 4950037"/>
              <a:gd name="connsiteY32" fmla="*/ 1335426 h 6320484"/>
              <a:gd name="connsiteX33" fmla="*/ 4915204 w 4950037"/>
              <a:gd name="connsiteY33" fmla="*/ 1363823 h 6320484"/>
              <a:gd name="connsiteX34" fmla="*/ 4914538 w 4950037"/>
              <a:gd name="connsiteY34" fmla="*/ 1367995 h 6320484"/>
              <a:gd name="connsiteX35" fmla="*/ 4901655 w 4950037"/>
              <a:gd name="connsiteY35" fmla="*/ 1598968 h 6320484"/>
              <a:gd name="connsiteX36" fmla="*/ 4903361 w 4950037"/>
              <a:gd name="connsiteY36" fmla="*/ 1603791 h 6320484"/>
              <a:gd name="connsiteX37" fmla="*/ 4901219 w 4950037"/>
              <a:gd name="connsiteY37" fmla="*/ 1627566 h 6320484"/>
              <a:gd name="connsiteX38" fmla="*/ 4899626 w 4950037"/>
              <a:gd name="connsiteY38" fmla="*/ 1635333 h 6320484"/>
              <a:gd name="connsiteX39" fmla="*/ 4893414 w 4950037"/>
              <a:gd name="connsiteY39" fmla="*/ 1746703 h 6320484"/>
              <a:gd name="connsiteX40" fmla="*/ 4895482 w 4950037"/>
              <a:gd name="connsiteY40" fmla="*/ 1747601 h 6320484"/>
              <a:gd name="connsiteX41" fmla="*/ 4899584 w 4950037"/>
              <a:gd name="connsiteY41" fmla="*/ 1783699 h 6320484"/>
              <a:gd name="connsiteX42" fmla="*/ 4894806 w 4950037"/>
              <a:gd name="connsiteY42" fmla="*/ 1881995 h 6320484"/>
              <a:gd name="connsiteX43" fmla="*/ 4894702 w 4950037"/>
              <a:gd name="connsiteY43" fmla="*/ 1940154 h 6320484"/>
              <a:gd name="connsiteX44" fmla="*/ 4898986 w 4950037"/>
              <a:gd name="connsiteY44" fmla="*/ 1961221 h 6320484"/>
              <a:gd name="connsiteX45" fmla="*/ 4902063 w 4950037"/>
              <a:gd name="connsiteY45" fmla="*/ 1991332 h 6320484"/>
              <a:gd name="connsiteX46" fmla="*/ 4910843 w 4950037"/>
              <a:gd name="connsiteY46" fmla="*/ 2043680 h 6320484"/>
              <a:gd name="connsiteX47" fmla="*/ 4913111 w 4950037"/>
              <a:gd name="connsiteY47" fmla="*/ 2093780 h 6320484"/>
              <a:gd name="connsiteX48" fmla="*/ 4912235 w 4950037"/>
              <a:gd name="connsiteY48" fmla="*/ 2127331 h 6320484"/>
              <a:gd name="connsiteX49" fmla="*/ 4911774 w 4950037"/>
              <a:gd name="connsiteY49" fmla="*/ 2132180 h 6320484"/>
              <a:gd name="connsiteX50" fmla="*/ 4902693 w 4950037"/>
              <a:gd name="connsiteY50" fmla="*/ 2171984 h 6320484"/>
              <a:gd name="connsiteX51" fmla="*/ 4905943 w 4950037"/>
              <a:gd name="connsiteY51" fmla="*/ 2175920 h 6320484"/>
              <a:gd name="connsiteX52" fmla="*/ 4908773 w 4950037"/>
              <a:gd name="connsiteY52" fmla="*/ 2188707 h 6320484"/>
              <a:gd name="connsiteX53" fmla="*/ 4904052 w 4950037"/>
              <a:gd name="connsiteY53" fmla="*/ 2199268 h 6320484"/>
              <a:gd name="connsiteX54" fmla="*/ 4893911 w 4950037"/>
              <a:gd name="connsiteY54" fmla="*/ 2249378 h 6320484"/>
              <a:gd name="connsiteX55" fmla="*/ 4883060 w 4950037"/>
              <a:gd name="connsiteY55" fmla="*/ 2322907 h 6320484"/>
              <a:gd name="connsiteX56" fmla="*/ 4878199 w 4950037"/>
              <a:gd name="connsiteY56" fmla="*/ 2333841 h 6320484"/>
              <a:gd name="connsiteX57" fmla="*/ 4863832 w 4950037"/>
              <a:gd name="connsiteY57" fmla="*/ 2405746 h 6320484"/>
              <a:gd name="connsiteX58" fmla="*/ 4860132 w 4950037"/>
              <a:gd name="connsiteY58" fmla="*/ 2443689 h 6320484"/>
              <a:gd name="connsiteX59" fmla="*/ 4863777 w 4950037"/>
              <a:gd name="connsiteY59" fmla="*/ 2448134 h 6320484"/>
              <a:gd name="connsiteX60" fmla="*/ 4862134 w 4950037"/>
              <a:gd name="connsiteY60" fmla="*/ 2459306 h 6320484"/>
              <a:gd name="connsiteX61" fmla="*/ 4862544 w 4950037"/>
              <a:gd name="connsiteY61" fmla="*/ 2462358 h 6320484"/>
              <a:gd name="connsiteX62" fmla="*/ 4864049 w 4950037"/>
              <a:gd name="connsiteY62" fmla="*/ 2479770 h 6320484"/>
              <a:gd name="connsiteX63" fmla="*/ 4852627 w 4950037"/>
              <a:gd name="connsiteY63" fmla="*/ 2514583 h 6320484"/>
              <a:gd name="connsiteX64" fmla="*/ 4850576 w 4950037"/>
              <a:gd name="connsiteY64" fmla="*/ 2514709 h 6320484"/>
              <a:gd name="connsiteX65" fmla="*/ 4842113 w 4950037"/>
              <a:gd name="connsiteY65" fmla="*/ 2666439 h 6320484"/>
              <a:gd name="connsiteX66" fmla="*/ 4850768 w 4950037"/>
              <a:gd name="connsiteY66" fmla="*/ 2690544 h 6320484"/>
              <a:gd name="connsiteX67" fmla="*/ 4853036 w 4950037"/>
              <a:gd name="connsiteY67" fmla="*/ 2740646 h 6320484"/>
              <a:gd name="connsiteX68" fmla="*/ 4852159 w 4950037"/>
              <a:gd name="connsiteY68" fmla="*/ 2774197 h 6320484"/>
              <a:gd name="connsiteX69" fmla="*/ 4851699 w 4950037"/>
              <a:gd name="connsiteY69" fmla="*/ 2779045 h 6320484"/>
              <a:gd name="connsiteX70" fmla="*/ 4842617 w 4950037"/>
              <a:gd name="connsiteY70" fmla="*/ 2818850 h 6320484"/>
              <a:gd name="connsiteX71" fmla="*/ 4845868 w 4950037"/>
              <a:gd name="connsiteY71" fmla="*/ 2822786 h 6320484"/>
              <a:gd name="connsiteX72" fmla="*/ 4848697 w 4950037"/>
              <a:gd name="connsiteY72" fmla="*/ 2835573 h 6320484"/>
              <a:gd name="connsiteX73" fmla="*/ 4843976 w 4950037"/>
              <a:gd name="connsiteY73" fmla="*/ 2846133 h 6320484"/>
              <a:gd name="connsiteX74" fmla="*/ 4833835 w 4950037"/>
              <a:gd name="connsiteY74" fmla="*/ 2896246 h 6320484"/>
              <a:gd name="connsiteX75" fmla="*/ 4826535 w 4950037"/>
              <a:gd name="connsiteY75" fmla="*/ 2945711 h 6320484"/>
              <a:gd name="connsiteX76" fmla="*/ 4770687 w 4950037"/>
              <a:gd name="connsiteY76" fmla="*/ 3999577 h 6320484"/>
              <a:gd name="connsiteX77" fmla="*/ 4757955 w 4950037"/>
              <a:gd name="connsiteY77" fmla="*/ 4252632 h 6320484"/>
              <a:gd name="connsiteX78" fmla="*/ 4746917 w 4950037"/>
              <a:gd name="connsiteY78" fmla="*/ 4414955 h 6320484"/>
              <a:gd name="connsiteX79" fmla="*/ 4656537 w 4950037"/>
              <a:gd name="connsiteY79" fmla="*/ 6050064 h 6320484"/>
              <a:gd name="connsiteX80" fmla="*/ 4661812 w 4950037"/>
              <a:gd name="connsiteY80" fmla="*/ 6086684 h 6320484"/>
              <a:gd name="connsiteX81" fmla="*/ 4665332 w 4950037"/>
              <a:gd name="connsiteY81" fmla="*/ 6121067 h 6320484"/>
              <a:gd name="connsiteX82" fmla="*/ 4668152 w 4950037"/>
              <a:gd name="connsiteY82" fmla="*/ 6221142 h 6320484"/>
              <a:gd name="connsiteX83" fmla="*/ 4649673 w 4950037"/>
              <a:gd name="connsiteY83" fmla="*/ 6255466 h 6320484"/>
              <a:gd name="connsiteX84" fmla="*/ 4645040 w 4950037"/>
              <a:gd name="connsiteY84" fmla="*/ 6258160 h 6320484"/>
              <a:gd name="connsiteX85" fmla="*/ 4641598 w 4950037"/>
              <a:gd name="connsiteY85" fmla="*/ 6320461 h 6320484"/>
              <a:gd name="connsiteX86" fmla="*/ 724747 w 4950037"/>
              <a:gd name="connsiteY86" fmla="*/ 6068362 h 6320484"/>
              <a:gd name="connsiteX87" fmla="*/ 415706 w 4950037"/>
              <a:gd name="connsiteY87" fmla="*/ 6051307 h 6320484"/>
              <a:gd name="connsiteX88" fmla="*/ 420012 w 4950037"/>
              <a:gd name="connsiteY88" fmla="*/ 6011137 h 6320484"/>
              <a:gd name="connsiteX89" fmla="*/ 424214 w 4950037"/>
              <a:gd name="connsiteY89" fmla="*/ 6004548 h 6320484"/>
              <a:gd name="connsiteX90" fmla="*/ 424482 w 4950037"/>
              <a:gd name="connsiteY90" fmla="*/ 6001808 h 6320484"/>
              <a:gd name="connsiteX91" fmla="*/ 424751 w 4950037"/>
              <a:gd name="connsiteY91" fmla="*/ 5999066 h 6320484"/>
              <a:gd name="connsiteX92" fmla="*/ 425286 w 4950037"/>
              <a:gd name="connsiteY92" fmla="*/ 5993584 h 6320484"/>
              <a:gd name="connsiteX93" fmla="*/ 424972 w 4950037"/>
              <a:gd name="connsiteY93" fmla="*/ 5987694 h 6320484"/>
              <a:gd name="connsiteX94" fmla="*/ 424390 w 4950037"/>
              <a:gd name="connsiteY94" fmla="*/ 5984546 h 6320484"/>
              <a:gd name="connsiteX95" fmla="*/ 424659 w 4950037"/>
              <a:gd name="connsiteY95" fmla="*/ 5981803 h 6320484"/>
              <a:gd name="connsiteX96" fmla="*/ 424344 w 4950037"/>
              <a:gd name="connsiteY96" fmla="*/ 5975914 h 6320484"/>
              <a:gd name="connsiteX97" fmla="*/ 423763 w 4950037"/>
              <a:gd name="connsiteY97" fmla="*/ 5972765 h 6320484"/>
              <a:gd name="connsiteX98" fmla="*/ 423136 w 4950037"/>
              <a:gd name="connsiteY98" fmla="*/ 5960984 h 6320484"/>
              <a:gd name="connsiteX99" fmla="*/ 422554 w 4950037"/>
              <a:gd name="connsiteY99" fmla="*/ 5957836 h 6320484"/>
              <a:gd name="connsiteX100" fmla="*/ 422821 w 4950037"/>
              <a:gd name="connsiteY100" fmla="*/ 5955094 h 6320484"/>
              <a:gd name="connsiteX101" fmla="*/ 421392 w 4950037"/>
              <a:gd name="connsiteY101" fmla="*/ 5951537 h 6320484"/>
              <a:gd name="connsiteX102" fmla="*/ 426782 w 4950037"/>
              <a:gd name="connsiteY102" fmla="*/ 5888089 h 6320484"/>
              <a:gd name="connsiteX103" fmla="*/ 448292 w 4950037"/>
              <a:gd name="connsiteY103" fmla="*/ 5480986 h 6320484"/>
              <a:gd name="connsiteX104" fmla="*/ 330530 w 4950037"/>
              <a:gd name="connsiteY104" fmla="*/ 5480986 h 6320484"/>
              <a:gd name="connsiteX105" fmla="*/ 330530 w 4950037"/>
              <a:gd name="connsiteY105" fmla="*/ 5395293 h 6320484"/>
              <a:gd name="connsiteX106" fmla="*/ 326057 w 4950037"/>
              <a:gd name="connsiteY106" fmla="*/ 5474970 h 6320484"/>
              <a:gd name="connsiteX107" fmla="*/ 270547 w 4950037"/>
              <a:gd name="connsiteY107" fmla="*/ 5477941 h 6320484"/>
              <a:gd name="connsiteX108" fmla="*/ 270474 w 4950037"/>
              <a:gd name="connsiteY108" fmla="*/ 5437541 h 6320484"/>
              <a:gd name="connsiteX109" fmla="*/ 273937 w 4950037"/>
              <a:gd name="connsiteY109" fmla="*/ 5430535 h 6320484"/>
              <a:gd name="connsiteX110" fmla="*/ 273907 w 4950037"/>
              <a:gd name="connsiteY110" fmla="*/ 5427782 h 6320484"/>
              <a:gd name="connsiteX111" fmla="*/ 273877 w 4950037"/>
              <a:gd name="connsiteY111" fmla="*/ 5425027 h 6320484"/>
              <a:gd name="connsiteX112" fmla="*/ 273815 w 4950037"/>
              <a:gd name="connsiteY112" fmla="*/ 5419519 h 6320484"/>
              <a:gd name="connsiteX113" fmla="*/ 272864 w 4950037"/>
              <a:gd name="connsiteY113" fmla="*/ 5413698 h 6320484"/>
              <a:gd name="connsiteX114" fmla="*/ 271946 w 4950037"/>
              <a:gd name="connsiteY114" fmla="*/ 5410631 h 6320484"/>
              <a:gd name="connsiteX115" fmla="*/ 271914 w 4950037"/>
              <a:gd name="connsiteY115" fmla="*/ 5407876 h 6320484"/>
              <a:gd name="connsiteX116" fmla="*/ 270963 w 4950037"/>
              <a:gd name="connsiteY116" fmla="*/ 5402055 h 6320484"/>
              <a:gd name="connsiteX117" fmla="*/ 270045 w 4950037"/>
              <a:gd name="connsiteY117" fmla="*/ 5398988 h 6320484"/>
              <a:gd name="connsiteX118" fmla="*/ 268144 w 4950037"/>
              <a:gd name="connsiteY118" fmla="*/ 5387344 h 6320484"/>
              <a:gd name="connsiteX119" fmla="*/ 267225 w 4950037"/>
              <a:gd name="connsiteY119" fmla="*/ 5384278 h 6320484"/>
              <a:gd name="connsiteX120" fmla="*/ 267193 w 4950037"/>
              <a:gd name="connsiteY120" fmla="*/ 5381523 h 6320484"/>
              <a:gd name="connsiteX121" fmla="*/ 265387 w 4950037"/>
              <a:gd name="connsiteY121" fmla="*/ 5378142 h 6320484"/>
              <a:gd name="connsiteX122" fmla="*/ 263868 w 4950037"/>
              <a:gd name="connsiteY122" fmla="*/ 5314483 h 6320484"/>
              <a:gd name="connsiteX123" fmla="*/ 192697 w 4950037"/>
              <a:gd name="connsiteY123" fmla="*/ 4040419 h 6320484"/>
              <a:gd name="connsiteX124" fmla="*/ 0 w 4950037"/>
              <a:gd name="connsiteY124" fmla="*/ 208389 h 6320484"/>
              <a:gd name="connsiteX125" fmla="*/ 2990554 w 4950037"/>
              <a:gd name="connsiteY125" fmla="*/ 54813 h 6320484"/>
              <a:gd name="connsiteX126" fmla="*/ 3816982 w 4950037"/>
              <a:gd name="connsiteY126" fmla="*/ 20020 h 6320484"/>
              <a:gd name="connsiteX0" fmla="*/ 4188628 w 4950037"/>
              <a:gd name="connsiteY0" fmla="*/ 0 h 6320484"/>
              <a:gd name="connsiteX1" fmla="*/ 4218584 w 4950037"/>
              <a:gd name="connsiteY1" fmla="*/ 18617 h 6320484"/>
              <a:gd name="connsiteX2" fmla="*/ 4220262 w 4950037"/>
              <a:gd name="connsiteY2" fmla="*/ 50299 h 6320484"/>
              <a:gd name="connsiteX3" fmla="*/ 4223339 w 4950037"/>
              <a:gd name="connsiteY3" fmla="*/ 51686 h 6320484"/>
              <a:gd name="connsiteX4" fmla="*/ 4243015 w 4950037"/>
              <a:gd name="connsiteY4" fmla="*/ 81229 h 6320484"/>
              <a:gd name="connsiteX5" fmla="*/ 4227211 w 4950037"/>
              <a:gd name="connsiteY5" fmla="*/ 140805 h 6320484"/>
              <a:gd name="connsiteX6" fmla="*/ 4226312 w 4950037"/>
              <a:gd name="connsiteY6" fmla="*/ 164608 h 6320484"/>
              <a:gd name="connsiteX7" fmla="*/ 4231134 w 4950037"/>
              <a:gd name="connsiteY7" fmla="*/ 255748 h 6320484"/>
              <a:gd name="connsiteX8" fmla="*/ 4235510 w 4950037"/>
              <a:gd name="connsiteY8" fmla="*/ 301854 h 6320484"/>
              <a:gd name="connsiteX9" fmla="*/ 4235520 w 4950037"/>
              <a:gd name="connsiteY9" fmla="*/ 330418 h 6320484"/>
              <a:gd name="connsiteX10" fmla="*/ 4235309 w 4950037"/>
              <a:gd name="connsiteY10" fmla="*/ 334638 h 6320484"/>
              <a:gd name="connsiteX11" fmla="*/ 4247535 w 4950037"/>
              <a:gd name="connsiteY11" fmla="*/ 565647 h 6320484"/>
              <a:gd name="connsiteX12" fmla="*/ 4249754 w 4950037"/>
              <a:gd name="connsiteY12" fmla="*/ 570257 h 6320484"/>
              <a:gd name="connsiteX13" fmla="*/ 4250201 w 4950037"/>
              <a:gd name="connsiteY13" fmla="*/ 594124 h 6320484"/>
              <a:gd name="connsiteX14" fmla="*/ 4249458 w 4950037"/>
              <a:gd name="connsiteY14" fmla="*/ 602018 h 6320484"/>
              <a:gd name="connsiteX15" fmla="*/ 4255354 w 4950037"/>
              <a:gd name="connsiteY15" fmla="*/ 713405 h 6320484"/>
              <a:gd name="connsiteX16" fmla="*/ 4257507 w 4950037"/>
              <a:gd name="connsiteY16" fmla="*/ 714073 h 6320484"/>
              <a:gd name="connsiteX17" fmla="*/ 4265497 w 4950037"/>
              <a:gd name="connsiteY17" fmla="*/ 749513 h 6320484"/>
              <a:gd name="connsiteX18" fmla="*/ 4271401 w 4950037"/>
              <a:gd name="connsiteY18" fmla="*/ 847749 h 6320484"/>
              <a:gd name="connsiteX19" fmla="*/ 4270503 w 4950037"/>
              <a:gd name="connsiteY19" fmla="*/ 861235 h 6320484"/>
              <a:gd name="connsiteX20" fmla="*/ 4270699 w 4950037"/>
              <a:gd name="connsiteY20" fmla="*/ 865719 h 6320484"/>
              <a:gd name="connsiteX21" fmla="*/ 4202536 w 4950037"/>
              <a:gd name="connsiteY21" fmla="*/ 987895 h 6320484"/>
              <a:gd name="connsiteX22" fmla="*/ 4532772 w 4950037"/>
              <a:gd name="connsiteY22" fmla="*/ 1009893 h 6320484"/>
              <a:gd name="connsiteX23" fmla="*/ 4904400 w 4950037"/>
              <a:gd name="connsiteY23" fmla="*/ 1030269 h 6320484"/>
              <a:gd name="connsiteX24" fmla="*/ 4932162 w 4950037"/>
              <a:gd name="connsiteY24" fmla="*/ 1052023 h 6320484"/>
              <a:gd name="connsiteX25" fmla="*/ 4930395 w 4950037"/>
              <a:gd name="connsiteY25" fmla="*/ 1083700 h 6320484"/>
              <a:gd name="connsiteX26" fmla="*/ 4933305 w 4950037"/>
              <a:gd name="connsiteY26" fmla="*/ 1085413 h 6320484"/>
              <a:gd name="connsiteX27" fmla="*/ 4949662 w 4950037"/>
              <a:gd name="connsiteY27" fmla="*/ 1116915 h 6320484"/>
              <a:gd name="connsiteX28" fmla="*/ 4927494 w 4950037"/>
              <a:gd name="connsiteY28" fmla="*/ 1174426 h 6320484"/>
              <a:gd name="connsiteX29" fmla="*/ 4924021 w 4950037"/>
              <a:gd name="connsiteY29" fmla="*/ 1197992 h 6320484"/>
              <a:gd name="connsiteX30" fmla="*/ 4918937 w 4950037"/>
              <a:gd name="connsiteY30" fmla="*/ 1289117 h 6320484"/>
              <a:gd name="connsiteX31" fmla="*/ 4918290 w 4950037"/>
              <a:gd name="connsiteY31" fmla="*/ 1335426 h 6320484"/>
              <a:gd name="connsiteX32" fmla="*/ 4915204 w 4950037"/>
              <a:gd name="connsiteY32" fmla="*/ 1363823 h 6320484"/>
              <a:gd name="connsiteX33" fmla="*/ 4914538 w 4950037"/>
              <a:gd name="connsiteY33" fmla="*/ 1367995 h 6320484"/>
              <a:gd name="connsiteX34" fmla="*/ 4901655 w 4950037"/>
              <a:gd name="connsiteY34" fmla="*/ 1598968 h 6320484"/>
              <a:gd name="connsiteX35" fmla="*/ 4903361 w 4950037"/>
              <a:gd name="connsiteY35" fmla="*/ 1603791 h 6320484"/>
              <a:gd name="connsiteX36" fmla="*/ 4901219 w 4950037"/>
              <a:gd name="connsiteY36" fmla="*/ 1627566 h 6320484"/>
              <a:gd name="connsiteX37" fmla="*/ 4899626 w 4950037"/>
              <a:gd name="connsiteY37" fmla="*/ 1635333 h 6320484"/>
              <a:gd name="connsiteX38" fmla="*/ 4893414 w 4950037"/>
              <a:gd name="connsiteY38" fmla="*/ 1746703 h 6320484"/>
              <a:gd name="connsiteX39" fmla="*/ 4895482 w 4950037"/>
              <a:gd name="connsiteY39" fmla="*/ 1747601 h 6320484"/>
              <a:gd name="connsiteX40" fmla="*/ 4899584 w 4950037"/>
              <a:gd name="connsiteY40" fmla="*/ 1783699 h 6320484"/>
              <a:gd name="connsiteX41" fmla="*/ 4894806 w 4950037"/>
              <a:gd name="connsiteY41" fmla="*/ 1881995 h 6320484"/>
              <a:gd name="connsiteX42" fmla="*/ 4894702 w 4950037"/>
              <a:gd name="connsiteY42" fmla="*/ 1940154 h 6320484"/>
              <a:gd name="connsiteX43" fmla="*/ 4898986 w 4950037"/>
              <a:gd name="connsiteY43" fmla="*/ 1961221 h 6320484"/>
              <a:gd name="connsiteX44" fmla="*/ 4902063 w 4950037"/>
              <a:gd name="connsiteY44" fmla="*/ 1991332 h 6320484"/>
              <a:gd name="connsiteX45" fmla="*/ 4910843 w 4950037"/>
              <a:gd name="connsiteY45" fmla="*/ 2043680 h 6320484"/>
              <a:gd name="connsiteX46" fmla="*/ 4913111 w 4950037"/>
              <a:gd name="connsiteY46" fmla="*/ 2093780 h 6320484"/>
              <a:gd name="connsiteX47" fmla="*/ 4912235 w 4950037"/>
              <a:gd name="connsiteY47" fmla="*/ 2127331 h 6320484"/>
              <a:gd name="connsiteX48" fmla="*/ 4911774 w 4950037"/>
              <a:gd name="connsiteY48" fmla="*/ 2132180 h 6320484"/>
              <a:gd name="connsiteX49" fmla="*/ 4902693 w 4950037"/>
              <a:gd name="connsiteY49" fmla="*/ 2171984 h 6320484"/>
              <a:gd name="connsiteX50" fmla="*/ 4905943 w 4950037"/>
              <a:gd name="connsiteY50" fmla="*/ 2175920 h 6320484"/>
              <a:gd name="connsiteX51" fmla="*/ 4908773 w 4950037"/>
              <a:gd name="connsiteY51" fmla="*/ 2188707 h 6320484"/>
              <a:gd name="connsiteX52" fmla="*/ 4904052 w 4950037"/>
              <a:gd name="connsiteY52" fmla="*/ 2199268 h 6320484"/>
              <a:gd name="connsiteX53" fmla="*/ 4893911 w 4950037"/>
              <a:gd name="connsiteY53" fmla="*/ 2249378 h 6320484"/>
              <a:gd name="connsiteX54" fmla="*/ 4883060 w 4950037"/>
              <a:gd name="connsiteY54" fmla="*/ 2322907 h 6320484"/>
              <a:gd name="connsiteX55" fmla="*/ 4878199 w 4950037"/>
              <a:gd name="connsiteY55" fmla="*/ 2333841 h 6320484"/>
              <a:gd name="connsiteX56" fmla="*/ 4863832 w 4950037"/>
              <a:gd name="connsiteY56" fmla="*/ 2405746 h 6320484"/>
              <a:gd name="connsiteX57" fmla="*/ 4860132 w 4950037"/>
              <a:gd name="connsiteY57" fmla="*/ 2443689 h 6320484"/>
              <a:gd name="connsiteX58" fmla="*/ 4863777 w 4950037"/>
              <a:gd name="connsiteY58" fmla="*/ 2448134 h 6320484"/>
              <a:gd name="connsiteX59" fmla="*/ 4862134 w 4950037"/>
              <a:gd name="connsiteY59" fmla="*/ 2459306 h 6320484"/>
              <a:gd name="connsiteX60" fmla="*/ 4862544 w 4950037"/>
              <a:gd name="connsiteY60" fmla="*/ 2462358 h 6320484"/>
              <a:gd name="connsiteX61" fmla="*/ 4864049 w 4950037"/>
              <a:gd name="connsiteY61" fmla="*/ 2479770 h 6320484"/>
              <a:gd name="connsiteX62" fmla="*/ 4852627 w 4950037"/>
              <a:gd name="connsiteY62" fmla="*/ 2514583 h 6320484"/>
              <a:gd name="connsiteX63" fmla="*/ 4850576 w 4950037"/>
              <a:gd name="connsiteY63" fmla="*/ 2514709 h 6320484"/>
              <a:gd name="connsiteX64" fmla="*/ 4842113 w 4950037"/>
              <a:gd name="connsiteY64" fmla="*/ 2666439 h 6320484"/>
              <a:gd name="connsiteX65" fmla="*/ 4850768 w 4950037"/>
              <a:gd name="connsiteY65" fmla="*/ 2690544 h 6320484"/>
              <a:gd name="connsiteX66" fmla="*/ 4853036 w 4950037"/>
              <a:gd name="connsiteY66" fmla="*/ 2740646 h 6320484"/>
              <a:gd name="connsiteX67" fmla="*/ 4852159 w 4950037"/>
              <a:gd name="connsiteY67" fmla="*/ 2774197 h 6320484"/>
              <a:gd name="connsiteX68" fmla="*/ 4851699 w 4950037"/>
              <a:gd name="connsiteY68" fmla="*/ 2779045 h 6320484"/>
              <a:gd name="connsiteX69" fmla="*/ 4842617 w 4950037"/>
              <a:gd name="connsiteY69" fmla="*/ 2818850 h 6320484"/>
              <a:gd name="connsiteX70" fmla="*/ 4845868 w 4950037"/>
              <a:gd name="connsiteY70" fmla="*/ 2822786 h 6320484"/>
              <a:gd name="connsiteX71" fmla="*/ 4848697 w 4950037"/>
              <a:gd name="connsiteY71" fmla="*/ 2835573 h 6320484"/>
              <a:gd name="connsiteX72" fmla="*/ 4843976 w 4950037"/>
              <a:gd name="connsiteY72" fmla="*/ 2846133 h 6320484"/>
              <a:gd name="connsiteX73" fmla="*/ 4833835 w 4950037"/>
              <a:gd name="connsiteY73" fmla="*/ 2896246 h 6320484"/>
              <a:gd name="connsiteX74" fmla="*/ 4826535 w 4950037"/>
              <a:gd name="connsiteY74" fmla="*/ 2945711 h 6320484"/>
              <a:gd name="connsiteX75" fmla="*/ 4770687 w 4950037"/>
              <a:gd name="connsiteY75" fmla="*/ 3999577 h 6320484"/>
              <a:gd name="connsiteX76" fmla="*/ 4757955 w 4950037"/>
              <a:gd name="connsiteY76" fmla="*/ 4252632 h 6320484"/>
              <a:gd name="connsiteX77" fmla="*/ 4746917 w 4950037"/>
              <a:gd name="connsiteY77" fmla="*/ 4414955 h 6320484"/>
              <a:gd name="connsiteX78" fmla="*/ 4656537 w 4950037"/>
              <a:gd name="connsiteY78" fmla="*/ 6050064 h 6320484"/>
              <a:gd name="connsiteX79" fmla="*/ 4661812 w 4950037"/>
              <a:gd name="connsiteY79" fmla="*/ 6086684 h 6320484"/>
              <a:gd name="connsiteX80" fmla="*/ 4665332 w 4950037"/>
              <a:gd name="connsiteY80" fmla="*/ 6121067 h 6320484"/>
              <a:gd name="connsiteX81" fmla="*/ 4668152 w 4950037"/>
              <a:gd name="connsiteY81" fmla="*/ 6221142 h 6320484"/>
              <a:gd name="connsiteX82" fmla="*/ 4649673 w 4950037"/>
              <a:gd name="connsiteY82" fmla="*/ 6255466 h 6320484"/>
              <a:gd name="connsiteX83" fmla="*/ 4645040 w 4950037"/>
              <a:gd name="connsiteY83" fmla="*/ 6258160 h 6320484"/>
              <a:gd name="connsiteX84" fmla="*/ 4641598 w 4950037"/>
              <a:gd name="connsiteY84" fmla="*/ 6320461 h 6320484"/>
              <a:gd name="connsiteX85" fmla="*/ 724747 w 4950037"/>
              <a:gd name="connsiteY85" fmla="*/ 6068362 h 6320484"/>
              <a:gd name="connsiteX86" fmla="*/ 415706 w 4950037"/>
              <a:gd name="connsiteY86" fmla="*/ 6051307 h 6320484"/>
              <a:gd name="connsiteX87" fmla="*/ 420012 w 4950037"/>
              <a:gd name="connsiteY87" fmla="*/ 6011137 h 6320484"/>
              <a:gd name="connsiteX88" fmla="*/ 424214 w 4950037"/>
              <a:gd name="connsiteY88" fmla="*/ 6004548 h 6320484"/>
              <a:gd name="connsiteX89" fmla="*/ 424482 w 4950037"/>
              <a:gd name="connsiteY89" fmla="*/ 6001808 h 6320484"/>
              <a:gd name="connsiteX90" fmla="*/ 424751 w 4950037"/>
              <a:gd name="connsiteY90" fmla="*/ 5999066 h 6320484"/>
              <a:gd name="connsiteX91" fmla="*/ 425286 w 4950037"/>
              <a:gd name="connsiteY91" fmla="*/ 5993584 h 6320484"/>
              <a:gd name="connsiteX92" fmla="*/ 424972 w 4950037"/>
              <a:gd name="connsiteY92" fmla="*/ 5987694 h 6320484"/>
              <a:gd name="connsiteX93" fmla="*/ 424390 w 4950037"/>
              <a:gd name="connsiteY93" fmla="*/ 5984546 h 6320484"/>
              <a:gd name="connsiteX94" fmla="*/ 424659 w 4950037"/>
              <a:gd name="connsiteY94" fmla="*/ 5981803 h 6320484"/>
              <a:gd name="connsiteX95" fmla="*/ 424344 w 4950037"/>
              <a:gd name="connsiteY95" fmla="*/ 5975914 h 6320484"/>
              <a:gd name="connsiteX96" fmla="*/ 423763 w 4950037"/>
              <a:gd name="connsiteY96" fmla="*/ 5972765 h 6320484"/>
              <a:gd name="connsiteX97" fmla="*/ 423136 w 4950037"/>
              <a:gd name="connsiteY97" fmla="*/ 5960984 h 6320484"/>
              <a:gd name="connsiteX98" fmla="*/ 422554 w 4950037"/>
              <a:gd name="connsiteY98" fmla="*/ 5957836 h 6320484"/>
              <a:gd name="connsiteX99" fmla="*/ 422821 w 4950037"/>
              <a:gd name="connsiteY99" fmla="*/ 5955094 h 6320484"/>
              <a:gd name="connsiteX100" fmla="*/ 421392 w 4950037"/>
              <a:gd name="connsiteY100" fmla="*/ 5951537 h 6320484"/>
              <a:gd name="connsiteX101" fmla="*/ 426782 w 4950037"/>
              <a:gd name="connsiteY101" fmla="*/ 5888089 h 6320484"/>
              <a:gd name="connsiteX102" fmla="*/ 448292 w 4950037"/>
              <a:gd name="connsiteY102" fmla="*/ 5480986 h 6320484"/>
              <a:gd name="connsiteX103" fmla="*/ 330530 w 4950037"/>
              <a:gd name="connsiteY103" fmla="*/ 5480986 h 6320484"/>
              <a:gd name="connsiteX104" fmla="*/ 330530 w 4950037"/>
              <a:gd name="connsiteY104" fmla="*/ 5395293 h 6320484"/>
              <a:gd name="connsiteX105" fmla="*/ 326057 w 4950037"/>
              <a:gd name="connsiteY105" fmla="*/ 5474970 h 6320484"/>
              <a:gd name="connsiteX106" fmla="*/ 270547 w 4950037"/>
              <a:gd name="connsiteY106" fmla="*/ 5477941 h 6320484"/>
              <a:gd name="connsiteX107" fmla="*/ 270474 w 4950037"/>
              <a:gd name="connsiteY107" fmla="*/ 5437541 h 6320484"/>
              <a:gd name="connsiteX108" fmla="*/ 273937 w 4950037"/>
              <a:gd name="connsiteY108" fmla="*/ 5430535 h 6320484"/>
              <a:gd name="connsiteX109" fmla="*/ 273907 w 4950037"/>
              <a:gd name="connsiteY109" fmla="*/ 5427782 h 6320484"/>
              <a:gd name="connsiteX110" fmla="*/ 273877 w 4950037"/>
              <a:gd name="connsiteY110" fmla="*/ 5425027 h 6320484"/>
              <a:gd name="connsiteX111" fmla="*/ 273815 w 4950037"/>
              <a:gd name="connsiteY111" fmla="*/ 5419519 h 6320484"/>
              <a:gd name="connsiteX112" fmla="*/ 272864 w 4950037"/>
              <a:gd name="connsiteY112" fmla="*/ 5413698 h 6320484"/>
              <a:gd name="connsiteX113" fmla="*/ 271946 w 4950037"/>
              <a:gd name="connsiteY113" fmla="*/ 5410631 h 6320484"/>
              <a:gd name="connsiteX114" fmla="*/ 271914 w 4950037"/>
              <a:gd name="connsiteY114" fmla="*/ 5407876 h 6320484"/>
              <a:gd name="connsiteX115" fmla="*/ 270963 w 4950037"/>
              <a:gd name="connsiteY115" fmla="*/ 5402055 h 6320484"/>
              <a:gd name="connsiteX116" fmla="*/ 270045 w 4950037"/>
              <a:gd name="connsiteY116" fmla="*/ 5398988 h 6320484"/>
              <a:gd name="connsiteX117" fmla="*/ 268144 w 4950037"/>
              <a:gd name="connsiteY117" fmla="*/ 5387344 h 6320484"/>
              <a:gd name="connsiteX118" fmla="*/ 267225 w 4950037"/>
              <a:gd name="connsiteY118" fmla="*/ 5384278 h 6320484"/>
              <a:gd name="connsiteX119" fmla="*/ 267193 w 4950037"/>
              <a:gd name="connsiteY119" fmla="*/ 5381523 h 6320484"/>
              <a:gd name="connsiteX120" fmla="*/ 265387 w 4950037"/>
              <a:gd name="connsiteY120" fmla="*/ 5378142 h 6320484"/>
              <a:gd name="connsiteX121" fmla="*/ 263868 w 4950037"/>
              <a:gd name="connsiteY121" fmla="*/ 5314483 h 6320484"/>
              <a:gd name="connsiteX122" fmla="*/ 192697 w 4950037"/>
              <a:gd name="connsiteY122" fmla="*/ 4040419 h 6320484"/>
              <a:gd name="connsiteX123" fmla="*/ 0 w 4950037"/>
              <a:gd name="connsiteY123" fmla="*/ 208389 h 6320484"/>
              <a:gd name="connsiteX124" fmla="*/ 2990554 w 4950037"/>
              <a:gd name="connsiteY124" fmla="*/ 54813 h 6320484"/>
              <a:gd name="connsiteX125" fmla="*/ 3816982 w 4950037"/>
              <a:gd name="connsiteY125" fmla="*/ 20020 h 6320484"/>
              <a:gd name="connsiteX126" fmla="*/ 4188628 w 4950037"/>
              <a:gd name="connsiteY126" fmla="*/ 0 h 6320484"/>
              <a:gd name="connsiteX0" fmla="*/ 4188628 w 4950037"/>
              <a:gd name="connsiteY0" fmla="*/ 0 h 6320484"/>
              <a:gd name="connsiteX1" fmla="*/ 4218584 w 4950037"/>
              <a:gd name="connsiteY1" fmla="*/ 18617 h 6320484"/>
              <a:gd name="connsiteX2" fmla="*/ 4220262 w 4950037"/>
              <a:gd name="connsiteY2" fmla="*/ 50299 h 6320484"/>
              <a:gd name="connsiteX3" fmla="*/ 4223339 w 4950037"/>
              <a:gd name="connsiteY3" fmla="*/ 51686 h 6320484"/>
              <a:gd name="connsiteX4" fmla="*/ 4243015 w 4950037"/>
              <a:gd name="connsiteY4" fmla="*/ 81229 h 6320484"/>
              <a:gd name="connsiteX5" fmla="*/ 4227211 w 4950037"/>
              <a:gd name="connsiteY5" fmla="*/ 140805 h 6320484"/>
              <a:gd name="connsiteX6" fmla="*/ 4226312 w 4950037"/>
              <a:gd name="connsiteY6" fmla="*/ 164608 h 6320484"/>
              <a:gd name="connsiteX7" fmla="*/ 4231134 w 4950037"/>
              <a:gd name="connsiteY7" fmla="*/ 255748 h 6320484"/>
              <a:gd name="connsiteX8" fmla="*/ 4235510 w 4950037"/>
              <a:gd name="connsiteY8" fmla="*/ 301854 h 6320484"/>
              <a:gd name="connsiteX9" fmla="*/ 4235520 w 4950037"/>
              <a:gd name="connsiteY9" fmla="*/ 330418 h 6320484"/>
              <a:gd name="connsiteX10" fmla="*/ 4235309 w 4950037"/>
              <a:gd name="connsiteY10" fmla="*/ 334638 h 6320484"/>
              <a:gd name="connsiteX11" fmla="*/ 4247535 w 4950037"/>
              <a:gd name="connsiteY11" fmla="*/ 565647 h 6320484"/>
              <a:gd name="connsiteX12" fmla="*/ 4249754 w 4950037"/>
              <a:gd name="connsiteY12" fmla="*/ 570257 h 6320484"/>
              <a:gd name="connsiteX13" fmla="*/ 4250201 w 4950037"/>
              <a:gd name="connsiteY13" fmla="*/ 594124 h 6320484"/>
              <a:gd name="connsiteX14" fmla="*/ 4249458 w 4950037"/>
              <a:gd name="connsiteY14" fmla="*/ 602018 h 6320484"/>
              <a:gd name="connsiteX15" fmla="*/ 4255354 w 4950037"/>
              <a:gd name="connsiteY15" fmla="*/ 713405 h 6320484"/>
              <a:gd name="connsiteX16" fmla="*/ 4257507 w 4950037"/>
              <a:gd name="connsiteY16" fmla="*/ 714073 h 6320484"/>
              <a:gd name="connsiteX17" fmla="*/ 4265497 w 4950037"/>
              <a:gd name="connsiteY17" fmla="*/ 749513 h 6320484"/>
              <a:gd name="connsiteX18" fmla="*/ 4271401 w 4950037"/>
              <a:gd name="connsiteY18" fmla="*/ 847749 h 6320484"/>
              <a:gd name="connsiteX19" fmla="*/ 4270503 w 4950037"/>
              <a:gd name="connsiteY19" fmla="*/ 861235 h 6320484"/>
              <a:gd name="connsiteX20" fmla="*/ 4270699 w 4950037"/>
              <a:gd name="connsiteY20" fmla="*/ 865719 h 6320484"/>
              <a:gd name="connsiteX21" fmla="*/ 4285322 w 4950037"/>
              <a:gd name="connsiteY21" fmla="*/ 987895 h 6320484"/>
              <a:gd name="connsiteX22" fmla="*/ 4532772 w 4950037"/>
              <a:gd name="connsiteY22" fmla="*/ 1009893 h 6320484"/>
              <a:gd name="connsiteX23" fmla="*/ 4904400 w 4950037"/>
              <a:gd name="connsiteY23" fmla="*/ 1030269 h 6320484"/>
              <a:gd name="connsiteX24" fmla="*/ 4932162 w 4950037"/>
              <a:gd name="connsiteY24" fmla="*/ 1052023 h 6320484"/>
              <a:gd name="connsiteX25" fmla="*/ 4930395 w 4950037"/>
              <a:gd name="connsiteY25" fmla="*/ 1083700 h 6320484"/>
              <a:gd name="connsiteX26" fmla="*/ 4933305 w 4950037"/>
              <a:gd name="connsiteY26" fmla="*/ 1085413 h 6320484"/>
              <a:gd name="connsiteX27" fmla="*/ 4949662 w 4950037"/>
              <a:gd name="connsiteY27" fmla="*/ 1116915 h 6320484"/>
              <a:gd name="connsiteX28" fmla="*/ 4927494 w 4950037"/>
              <a:gd name="connsiteY28" fmla="*/ 1174426 h 6320484"/>
              <a:gd name="connsiteX29" fmla="*/ 4924021 w 4950037"/>
              <a:gd name="connsiteY29" fmla="*/ 1197992 h 6320484"/>
              <a:gd name="connsiteX30" fmla="*/ 4918937 w 4950037"/>
              <a:gd name="connsiteY30" fmla="*/ 1289117 h 6320484"/>
              <a:gd name="connsiteX31" fmla="*/ 4918290 w 4950037"/>
              <a:gd name="connsiteY31" fmla="*/ 1335426 h 6320484"/>
              <a:gd name="connsiteX32" fmla="*/ 4915204 w 4950037"/>
              <a:gd name="connsiteY32" fmla="*/ 1363823 h 6320484"/>
              <a:gd name="connsiteX33" fmla="*/ 4914538 w 4950037"/>
              <a:gd name="connsiteY33" fmla="*/ 1367995 h 6320484"/>
              <a:gd name="connsiteX34" fmla="*/ 4901655 w 4950037"/>
              <a:gd name="connsiteY34" fmla="*/ 1598968 h 6320484"/>
              <a:gd name="connsiteX35" fmla="*/ 4903361 w 4950037"/>
              <a:gd name="connsiteY35" fmla="*/ 1603791 h 6320484"/>
              <a:gd name="connsiteX36" fmla="*/ 4901219 w 4950037"/>
              <a:gd name="connsiteY36" fmla="*/ 1627566 h 6320484"/>
              <a:gd name="connsiteX37" fmla="*/ 4899626 w 4950037"/>
              <a:gd name="connsiteY37" fmla="*/ 1635333 h 6320484"/>
              <a:gd name="connsiteX38" fmla="*/ 4893414 w 4950037"/>
              <a:gd name="connsiteY38" fmla="*/ 1746703 h 6320484"/>
              <a:gd name="connsiteX39" fmla="*/ 4895482 w 4950037"/>
              <a:gd name="connsiteY39" fmla="*/ 1747601 h 6320484"/>
              <a:gd name="connsiteX40" fmla="*/ 4899584 w 4950037"/>
              <a:gd name="connsiteY40" fmla="*/ 1783699 h 6320484"/>
              <a:gd name="connsiteX41" fmla="*/ 4894806 w 4950037"/>
              <a:gd name="connsiteY41" fmla="*/ 1881995 h 6320484"/>
              <a:gd name="connsiteX42" fmla="*/ 4894702 w 4950037"/>
              <a:gd name="connsiteY42" fmla="*/ 1940154 h 6320484"/>
              <a:gd name="connsiteX43" fmla="*/ 4898986 w 4950037"/>
              <a:gd name="connsiteY43" fmla="*/ 1961221 h 6320484"/>
              <a:gd name="connsiteX44" fmla="*/ 4902063 w 4950037"/>
              <a:gd name="connsiteY44" fmla="*/ 1991332 h 6320484"/>
              <a:gd name="connsiteX45" fmla="*/ 4910843 w 4950037"/>
              <a:gd name="connsiteY45" fmla="*/ 2043680 h 6320484"/>
              <a:gd name="connsiteX46" fmla="*/ 4913111 w 4950037"/>
              <a:gd name="connsiteY46" fmla="*/ 2093780 h 6320484"/>
              <a:gd name="connsiteX47" fmla="*/ 4912235 w 4950037"/>
              <a:gd name="connsiteY47" fmla="*/ 2127331 h 6320484"/>
              <a:gd name="connsiteX48" fmla="*/ 4911774 w 4950037"/>
              <a:gd name="connsiteY48" fmla="*/ 2132180 h 6320484"/>
              <a:gd name="connsiteX49" fmla="*/ 4902693 w 4950037"/>
              <a:gd name="connsiteY49" fmla="*/ 2171984 h 6320484"/>
              <a:gd name="connsiteX50" fmla="*/ 4905943 w 4950037"/>
              <a:gd name="connsiteY50" fmla="*/ 2175920 h 6320484"/>
              <a:gd name="connsiteX51" fmla="*/ 4908773 w 4950037"/>
              <a:gd name="connsiteY51" fmla="*/ 2188707 h 6320484"/>
              <a:gd name="connsiteX52" fmla="*/ 4904052 w 4950037"/>
              <a:gd name="connsiteY52" fmla="*/ 2199268 h 6320484"/>
              <a:gd name="connsiteX53" fmla="*/ 4893911 w 4950037"/>
              <a:gd name="connsiteY53" fmla="*/ 2249378 h 6320484"/>
              <a:gd name="connsiteX54" fmla="*/ 4883060 w 4950037"/>
              <a:gd name="connsiteY54" fmla="*/ 2322907 h 6320484"/>
              <a:gd name="connsiteX55" fmla="*/ 4878199 w 4950037"/>
              <a:gd name="connsiteY55" fmla="*/ 2333841 h 6320484"/>
              <a:gd name="connsiteX56" fmla="*/ 4863832 w 4950037"/>
              <a:gd name="connsiteY56" fmla="*/ 2405746 h 6320484"/>
              <a:gd name="connsiteX57" fmla="*/ 4860132 w 4950037"/>
              <a:gd name="connsiteY57" fmla="*/ 2443689 h 6320484"/>
              <a:gd name="connsiteX58" fmla="*/ 4863777 w 4950037"/>
              <a:gd name="connsiteY58" fmla="*/ 2448134 h 6320484"/>
              <a:gd name="connsiteX59" fmla="*/ 4862134 w 4950037"/>
              <a:gd name="connsiteY59" fmla="*/ 2459306 h 6320484"/>
              <a:gd name="connsiteX60" fmla="*/ 4862544 w 4950037"/>
              <a:gd name="connsiteY60" fmla="*/ 2462358 h 6320484"/>
              <a:gd name="connsiteX61" fmla="*/ 4864049 w 4950037"/>
              <a:gd name="connsiteY61" fmla="*/ 2479770 h 6320484"/>
              <a:gd name="connsiteX62" fmla="*/ 4852627 w 4950037"/>
              <a:gd name="connsiteY62" fmla="*/ 2514583 h 6320484"/>
              <a:gd name="connsiteX63" fmla="*/ 4850576 w 4950037"/>
              <a:gd name="connsiteY63" fmla="*/ 2514709 h 6320484"/>
              <a:gd name="connsiteX64" fmla="*/ 4842113 w 4950037"/>
              <a:gd name="connsiteY64" fmla="*/ 2666439 h 6320484"/>
              <a:gd name="connsiteX65" fmla="*/ 4850768 w 4950037"/>
              <a:gd name="connsiteY65" fmla="*/ 2690544 h 6320484"/>
              <a:gd name="connsiteX66" fmla="*/ 4853036 w 4950037"/>
              <a:gd name="connsiteY66" fmla="*/ 2740646 h 6320484"/>
              <a:gd name="connsiteX67" fmla="*/ 4852159 w 4950037"/>
              <a:gd name="connsiteY67" fmla="*/ 2774197 h 6320484"/>
              <a:gd name="connsiteX68" fmla="*/ 4851699 w 4950037"/>
              <a:gd name="connsiteY68" fmla="*/ 2779045 h 6320484"/>
              <a:gd name="connsiteX69" fmla="*/ 4842617 w 4950037"/>
              <a:gd name="connsiteY69" fmla="*/ 2818850 h 6320484"/>
              <a:gd name="connsiteX70" fmla="*/ 4845868 w 4950037"/>
              <a:gd name="connsiteY70" fmla="*/ 2822786 h 6320484"/>
              <a:gd name="connsiteX71" fmla="*/ 4848697 w 4950037"/>
              <a:gd name="connsiteY71" fmla="*/ 2835573 h 6320484"/>
              <a:gd name="connsiteX72" fmla="*/ 4843976 w 4950037"/>
              <a:gd name="connsiteY72" fmla="*/ 2846133 h 6320484"/>
              <a:gd name="connsiteX73" fmla="*/ 4833835 w 4950037"/>
              <a:gd name="connsiteY73" fmla="*/ 2896246 h 6320484"/>
              <a:gd name="connsiteX74" fmla="*/ 4826535 w 4950037"/>
              <a:gd name="connsiteY74" fmla="*/ 2945711 h 6320484"/>
              <a:gd name="connsiteX75" fmla="*/ 4770687 w 4950037"/>
              <a:gd name="connsiteY75" fmla="*/ 3999577 h 6320484"/>
              <a:gd name="connsiteX76" fmla="*/ 4757955 w 4950037"/>
              <a:gd name="connsiteY76" fmla="*/ 4252632 h 6320484"/>
              <a:gd name="connsiteX77" fmla="*/ 4746917 w 4950037"/>
              <a:gd name="connsiteY77" fmla="*/ 4414955 h 6320484"/>
              <a:gd name="connsiteX78" fmla="*/ 4656537 w 4950037"/>
              <a:gd name="connsiteY78" fmla="*/ 6050064 h 6320484"/>
              <a:gd name="connsiteX79" fmla="*/ 4661812 w 4950037"/>
              <a:gd name="connsiteY79" fmla="*/ 6086684 h 6320484"/>
              <a:gd name="connsiteX80" fmla="*/ 4665332 w 4950037"/>
              <a:gd name="connsiteY80" fmla="*/ 6121067 h 6320484"/>
              <a:gd name="connsiteX81" fmla="*/ 4668152 w 4950037"/>
              <a:gd name="connsiteY81" fmla="*/ 6221142 h 6320484"/>
              <a:gd name="connsiteX82" fmla="*/ 4649673 w 4950037"/>
              <a:gd name="connsiteY82" fmla="*/ 6255466 h 6320484"/>
              <a:gd name="connsiteX83" fmla="*/ 4645040 w 4950037"/>
              <a:gd name="connsiteY83" fmla="*/ 6258160 h 6320484"/>
              <a:gd name="connsiteX84" fmla="*/ 4641598 w 4950037"/>
              <a:gd name="connsiteY84" fmla="*/ 6320461 h 6320484"/>
              <a:gd name="connsiteX85" fmla="*/ 724747 w 4950037"/>
              <a:gd name="connsiteY85" fmla="*/ 6068362 h 6320484"/>
              <a:gd name="connsiteX86" fmla="*/ 415706 w 4950037"/>
              <a:gd name="connsiteY86" fmla="*/ 6051307 h 6320484"/>
              <a:gd name="connsiteX87" fmla="*/ 420012 w 4950037"/>
              <a:gd name="connsiteY87" fmla="*/ 6011137 h 6320484"/>
              <a:gd name="connsiteX88" fmla="*/ 424214 w 4950037"/>
              <a:gd name="connsiteY88" fmla="*/ 6004548 h 6320484"/>
              <a:gd name="connsiteX89" fmla="*/ 424482 w 4950037"/>
              <a:gd name="connsiteY89" fmla="*/ 6001808 h 6320484"/>
              <a:gd name="connsiteX90" fmla="*/ 424751 w 4950037"/>
              <a:gd name="connsiteY90" fmla="*/ 5999066 h 6320484"/>
              <a:gd name="connsiteX91" fmla="*/ 425286 w 4950037"/>
              <a:gd name="connsiteY91" fmla="*/ 5993584 h 6320484"/>
              <a:gd name="connsiteX92" fmla="*/ 424972 w 4950037"/>
              <a:gd name="connsiteY92" fmla="*/ 5987694 h 6320484"/>
              <a:gd name="connsiteX93" fmla="*/ 424390 w 4950037"/>
              <a:gd name="connsiteY93" fmla="*/ 5984546 h 6320484"/>
              <a:gd name="connsiteX94" fmla="*/ 424659 w 4950037"/>
              <a:gd name="connsiteY94" fmla="*/ 5981803 h 6320484"/>
              <a:gd name="connsiteX95" fmla="*/ 424344 w 4950037"/>
              <a:gd name="connsiteY95" fmla="*/ 5975914 h 6320484"/>
              <a:gd name="connsiteX96" fmla="*/ 423763 w 4950037"/>
              <a:gd name="connsiteY96" fmla="*/ 5972765 h 6320484"/>
              <a:gd name="connsiteX97" fmla="*/ 423136 w 4950037"/>
              <a:gd name="connsiteY97" fmla="*/ 5960984 h 6320484"/>
              <a:gd name="connsiteX98" fmla="*/ 422554 w 4950037"/>
              <a:gd name="connsiteY98" fmla="*/ 5957836 h 6320484"/>
              <a:gd name="connsiteX99" fmla="*/ 422821 w 4950037"/>
              <a:gd name="connsiteY99" fmla="*/ 5955094 h 6320484"/>
              <a:gd name="connsiteX100" fmla="*/ 421392 w 4950037"/>
              <a:gd name="connsiteY100" fmla="*/ 5951537 h 6320484"/>
              <a:gd name="connsiteX101" fmla="*/ 426782 w 4950037"/>
              <a:gd name="connsiteY101" fmla="*/ 5888089 h 6320484"/>
              <a:gd name="connsiteX102" fmla="*/ 448292 w 4950037"/>
              <a:gd name="connsiteY102" fmla="*/ 5480986 h 6320484"/>
              <a:gd name="connsiteX103" fmla="*/ 330530 w 4950037"/>
              <a:gd name="connsiteY103" fmla="*/ 5480986 h 6320484"/>
              <a:gd name="connsiteX104" fmla="*/ 330530 w 4950037"/>
              <a:gd name="connsiteY104" fmla="*/ 5395293 h 6320484"/>
              <a:gd name="connsiteX105" fmla="*/ 326057 w 4950037"/>
              <a:gd name="connsiteY105" fmla="*/ 5474970 h 6320484"/>
              <a:gd name="connsiteX106" fmla="*/ 270547 w 4950037"/>
              <a:gd name="connsiteY106" fmla="*/ 5477941 h 6320484"/>
              <a:gd name="connsiteX107" fmla="*/ 270474 w 4950037"/>
              <a:gd name="connsiteY107" fmla="*/ 5437541 h 6320484"/>
              <a:gd name="connsiteX108" fmla="*/ 273937 w 4950037"/>
              <a:gd name="connsiteY108" fmla="*/ 5430535 h 6320484"/>
              <a:gd name="connsiteX109" fmla="*/ 273907 w 4950037"/>
              <a:gd name="connsiteY109" fmla="*/ 5427782 h 6320484"/>
              <a:gd name="connsiteX110" fmla="*/ 273877 w 4950037"/>
              <a:gd name="connsiteY110" fmla="*/ 5425027 h 6320484"/>
              <a:gd name="connsiteX111" fmla="*/ 273815 w 4950037"/>
              <a:gd name="connsiteY111" fmla="*/ 5419519 h 6320484"/>
              <a:gd name="connsiteX112" fmla="*/ 272864 w 4950037"/>
              <a:gd name="connsiteY112" fmla="*/ 5413698 h 6320484"/>
              <a:gd name="connsiteX113" fmla="*/ 271946 w 4950037"/>
              <a:gd name="connsiteY113" fmla="*/ 5410631 h 6320484"/>
              <a:gd name="connsiteX114" fmla="*/ 271914 w 4950037"/>
              <a:gd name="connsiteY114" fmla="*/ 5407876 h 6320484"/>
              <a:gd name="connsiteX115" fmla="*/ 270963 w 4950037"/>
              <a:gd name="connsiteY115" fmla="*/ 5402055 h 6320484"/>
              <a:gd name="connsiteX116" fmla="*/ 270045 w 4950037"/>
              <a:gd name="connsiteY116" fmla="*/ 5398988 h 6320484"/>
              <a:gd name="connsiteX117" fmla="*/ 268144 w 4950037"/>
              <a:gd name="connsiteY117" fmla="*/ 5387344 h 6320484"/>
              <a:gd name="connsiteX118" fmla="*/ 267225 w 4950037"/>
              <a:gd name="connsiteY118" fmla="*/ 5384278 h 6320484"/>
              <a:gd name="connsiteX119" fmla="*/ 267193 w 4950037"/>
              <a:gd name="connsiteY119" fmla="*/ 5381523 h 6320484"/>
              <a:gd name="connsiteX120" fmla="*/ 265387 w 4950037"/>
              <a:gd name="connsiteY120" fmla="*/ 5378142 h 6320484"/>
              <a:gd name="connsiteX121" fmla="*/ 263868 w 4950037"/>
              <a:gd name="connsiteY121" fmla="*/ 5314483 h 6320484"/>
              <a:gd name="connsiteX122" fmla="*/ 192697 w 4950037"/>
              <a:gd name="connsiteY122" fmla="*/ 4040419 h 6320484"/>
              <a:gd name="connsiteX123" fmla="*/ 0 w 4950037"/>
              <a:gd name="connsiteY123" fmla="*/ 208389 h 6320484"/>
              <a:gd name="connsiteX124" fmla="*/ 2990554 w 4950037"/>
              <a:gd name="connsiteY124" fmla="*/ 54813 h 6320484"/>
              <a:gd name="connsiteX125" fmla="*/ 3816982 w 4950037"/>
              <a:gd name="connsiteY125" fmla="*/ 20020 h 6320484"/>
              <a:gd name="connsiteX126" fmla="*/ 4188628 w 4950037"/>
              <a:gd name="connsiteY126" fmla="*/ 0 h 6320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4950037" h="6320484">
                <a:moveTo>
                  <a:pt x="4188628" y="0"/>
                </a:moveTo>
                <a:lnTo>
                  <a:pt x="4218584" y="18617"/>
                </a:lnTo>
                <a:cubicBezTo>
                  <a:pt x="4219144" y="29179"/>
                  <a:pt x="4219703" y="39738"/>
                  <a:pt x="4220262" y="50299"/>
                </a:cubicBezTo>
                <a:lnTo>
                  <a:pt x="4223339" y="51686"/>
                </a:lnTo>
                <a:cubicBezTo>
                  <a:pt x="4233026" y="52344"/>
                  <a:pt x="4240723" y="38432"/>
                  <a:pt x="4243015" y="81229"/>
                </a:cubicBezTo>
                <a:cubicBezTo>
                  <a:pt x="4234697" y="102698"/>
                  <a:pt x="4229805" y="122275"/>
                  <a:pt x="4227211" y="140805"/>
                </a:cubicBezTo>
                <a:cubicBezTo>
                  <a:pt x="4226911" y="148739"/>
                  <a:pt x="4226612" y="156674"/>
                  <a:pt x="4226312" y="164608"/>
                </a:cubicBezTo>
                <a:lnTo>
                  <a:pt x="4231134" y="255748"/>
                </a:lnTo>
                <a:lnTo>
                  <a:pt x="4235510" y="301854"/>
                </a:lnTo>
                <a:cubicBezTo>
                  <a:pt x="4235774" y="306767"/>
                  <a:pt x="4235830" y="317329"/>
                  <a:pt x="4235520" y="330418"/>
                </a:cubicBezTo>
                <a:cubicBezTo>
                  <a:pt x="4235450" y="331825"/>
                  <a:pt x="4235379" y="333231"/>
                  <a:pt x="4235309" y="334638"/>
                </a:cubicBezTo>
                <a:lnTo>
                  <a:pt x="4247535" y="565647"/>
                </a:lnTo>
                <a:lnTo>
                  <a:pt x="4249754" y="570257"/>
                </a:lnTo>
                <a:cubicBezTo>
                  <a:pt x="4251066" y="577685"/>
                  <a:pt x="4250868" y="585797"/>
                  <a:pt x="4250201" y="594124"/>
                </a:cubicBezTo>
                <a:cubicBezTo>
                  <a:pt x="4249953" y="596755"/>
                  <a:pt x="4249706" y="599387"/>
                  <a:pt x="4249458" y="602018"/>
                </a:cubicBezTo>
                <a:lnTo>
                  <a:pt x="4255354" y="713405"/>
                </a:lnTo>
                <a:lnTo>
                  <a:pt x="4257507" y="714073"/>
                </a:lnTo>
                <a:cubicBezTo>
                  <a:pt x="4259621" y="720223"/>
                  <a:pt x="4263181" y="727235"/>
                  <a:pt x="4265497" y="749513"/>
                </a:cubicBezTo>
                <a:cubicBezTo>
                  <a:pt x="4257720" y="777760"/>
                  <a:pt x="4282009" y="812594"/>
                  <a:pt x="4271401" y="847749"/>
                </a:cubicBezTo>
                <a:cubicBezTo>
                  <a:pt x="4270815" y="850939"/>
                  <a:pt x="4270519" y="855734"/>
                  <a:pt x="4270503" y="861235"/>
                </a:cubicBezTo>
                <a:cubicBezTo>
                  <a:pt x="4270568" y="862730"/>
                  <a:pt x="4270634" y="864224"/>
                  <a:pt x="4270699" y="865719"/>
                </a:cubicBezTo>
                <a:lnTo>
                  <a:pt x="4285322" y="987895"/>
                </a:lnTo>
                <a:lnTo>
                  <a:pt x="4532772" y="1009893"/>
                </a:lnTo>
                <a:lnTo>
                  <a:pt x="4904400" y="1030269"/>
                </a:lnTo>
                <a:lnTo>
                  <a:pt x="4932162" y="1052023"/>
                </a:lnTo>
                <a:lnTo>
                  <a:pt x="4930395" y="1083700"/>
                </a:lnTo>
                <a:lnTo>
                  <a:pt x="4933305" y="1085413"/>
                </a:lnTo>
                <a:cubicBezTo>
                  <a:pt x="4942862" y="1087116"/>
                  <a:pt x="4952022" y="1074120"/>
                  <a:pt x="4949662" y="1116915"/>
                </a:cubicBezTo>
                <a:cubicBezTo>
                  <a:pt x="4939066" y="1137355"/>
                  <a:pt x="4932081" y="1156286"/>
                  <a:pt x="4927494" y="1174426"/>
                </a:cubicBezTo>
                <a:lnTo>
                  <a:pt x="4924021" y="1197992"/>
                </a:lnTo>
                <a:lnTo>
                  <a:pt x="4918937" y="1289117"/>
                </a:lnTo>
                <a:cubicBezTo>
                  <a:pt x="4918721" y="1304553"/>
                  <a:pt x="4918506" y="1319990"/>
                  <a:pt x="4918290" y="1335426"/>
                </a:cubicBezTo>
                <a:cubicBezTo>
                  <a:pt x="4918020" y="1340340"/>
                  <a:pt x="4916931" y="1350844"/>
                  <a:pt x="4915204" y="1363823"/>
                </a:cubicBezTo>
                <a:lnTo>
                  <a:pt x="4914538" y="1367995"/>
                </a:lnTo>
                <a:lnTo>
                  <a:pt x="4901655" y="1598968"/>
                </a:lnTo>
                <a:lnTo>
                  <a:pt x="4903361" y="1603791"/>
                </a:lnTo>
                <a:cubicBezTo>
                  <a:pt x="4903861" y="1611318"/>
                  <a:pt x="4902784" y="1619361"/>
                  <a:pt x="4901219" y="1627566"/>
                </a:cubicBezTo>
                <a:lnTo>
                  <a:pt x="4899626" y="1635333"/>
                </a:lnTo>
                <a:lnTo>
                  <a:pt x="4893414" y="1746703"/>
                </a:lnTo>
                <a:lnTo>
                  <a:pt x="4895482" y="1747601"/>
                </a:lnTo>
                <a:cubicBezTo>
                  <a:pt x="4896917" y="1753944"/>
                  <a:pt x="4899696" y="1761300"/>
                  <a:pt x="4899584" y="1783699"/>
                </a:cubicBezTo>
                <a:cubicBezTo>
                  <a:pt x="4888791" y="1810936"/>
                  <a:pt x="4909162" y="1848198"/>
                  <a:pt x="4894806" y="1881995"/>
                </a:cubicBezTo>
                <a:cubicBezTo>
                  <a:pt x="4891095" y="1894424"/>
                  <a:pt x="4889211" y="1932888"/>
                  <a:pt x="4894702" y="1940154"/>
                </a:cubicBezTo>
                <a:cubicBezTo>
                  <a:pt x="4895513" y="1948172"/>
                  <a:pt x="4892867" y="1957532"/>
                  <a:pt x="4898986" y="1961221"/>
                </a:cubicBezTo>
                <a:cubicBezTo>
                  <a:pt x="4906255" y="1967327"/>
                  <a:pt x="4892830" y="1995341"/>
                  <a:pt x="4902063" y="1991332"/>
                </a:cubicBezTo>
                <a:cubicBezTo>
                  <a:pt x="4892826" y="2011227"/>
                  <a:pt x="4907874" y="2026986"/>
                  <a:pt x="4910843" y="2043680"/>
                </a:cubicBezTo>
                <a:lnTo>
                  <a:pt x="4913111" y="2093780"/>
                </a:lnTo>
                <a:cubicBezTo>
                  <a:pt x="4912819" y="2104963"/>
                  <a:pt x="4912526" y="2116147"/>
                  <a:pt x="4912235" y="2127331"/>
                </a:cubicBezTo>
                <a:cubicBezTo>
                  <a:pt x="4912081" y="2128947"/>
                  <a:pt x="4911927" y="2130563"/>
                  <a:pt x="4911774" y="2132180"/>
                </a:cubicBezTo>
                <a:lnTo>
                  <a:pt x="4902693" y="2171984"/>
                </a:lnTo>
                <a:cubicBezTo>
                  <a:pt x="4903894" y="2172990"/>
                  <a:pt x="4904991" y="2174315"/>
                  <a:pt x="4905943" y="2175920"/>
                </a:cubicBezTo>
                <a:lnTo>
                  <a:pt x="4908773" y="2188707"/>
                </a:lnTo>
                <a:lnTo>
                  <a:pt x="4904052" y="2199268"/>
                </a:lnTo>
                <a:lnTo>
                  <a:pt x="4893911" y="2249378"/>
                </a:lnTo>
                <a:lnTo>
                  <a:pt x="4883060" y="2322907"/>
                </a:lnTo>
                <a:lnTo>
                  <a:pt x="4878199" y="2333841"/>
                </a:lnTo>
                <a:cubicBezTo>
                  <a:pt x="4872134" y="2359072"/>
                  <a:pt x="4875268" y="2390080"/>
                  <a:pt x="4863832" y="2405746"/>
                </a:cubicBezTo>
                <a:lnTo>
                  <a:pt x="4860132" y="2443689"/>
                </a:lnTo>
                <a:lnTo>
                  <a:pt x="4863777" y="2448134"/>
                </a:lnTo>
                <a:lnTo>
                  <a:pt x="4862134" y="2459306"/>
                </a:lnTo>
                <a:cubicBezTo>
                  <a:pt x="4862270" y="2460323"/>
                  <a:pt x="4862408" y="2461340"/>
                  <a:pt x="4862544" y="2462358"/>
                </a:cubicBezTo>
                <a:cubicBezTo>
                  <a:pt x="4863348" y="2468183"/>
                  <a:pt x="4864002" y="2473955"/>
                  <a:pt x="4864049" y="2479770"/>
                </a:cubicBezTo>
                <a:cubicBezTo>
                  <a:pt x="4849538" y="2476510"/>
                  <a:pt x="4855223" y="2505567"/>
                  <a:pt x="4852627" y="2514583"/>
                </a:cubicBezTo>
                <a:lnTo>
                  <a:pt x="4850576" y="2514709"/>
                </a:lnTo>
                <a:lnTo>
                  <a:pt x="4842113" y="2666439"/>
                </a:lnTo>
                <a:lnTo>
                  <a:pt x="4850768" y="2690544"/>
                </a:lnTo>
                <a:lnTo>
                  <a:pt x="4853036" y="2740646"/>
                </a:lnTo>
                <a:cubicBezTo>
                  <a:pt x="4852743" y="2751830"/>
                  <a:pt x="4852452" y="2763013"/>
                  <a:pt x="4852159" y="2774197"/>
                </a:cubicBezTo>
                <a:cubicBezTo>
                  <a:pt x="4852006" y="2775813"/>
                  <a:pt x="4851852" y="2777429"/>
                  <a:pt x="4851699" y="2779045"/>
                </a:cubicBezTo>
                <a:lnTo>
                  <a:pt x="4842617" y="2818850"/>
                </a:lnTo>
                <a:cubicBezTo>
                  <a:pt x="4843819" y="2819856"/>
                  <a:pt x="4844915" y="2821182"/>
                  <a:pt x="4845868" y="2822786"/>
                </a:cubicBezTo>
                <a:lnTo>
                  <a:pt x="4848697" y="2835573"/>
                </a:lnTo>
                <a:lnTo>
                  <a:pt x="4843976" y="2846133"/>
                </a:lnTo>
                <a:lnTo>
                  <a:pt x="4833835" y="2896246"/>
                </a:lnTo>
                <a:lnTo>
                  <a:pt x="4826535" y="2945711"/>
                </a:lnTo>
                <a:cubicBezTo>
                  <a:pt x="4807919" y="3297000"/>
                  <a:pt x="4774287" y="3653361"/>
                  <a:pt x="4770687" y="3999577"/>
                </a:cubicBezTo>
                <a:cubicBezTo>
                  <a:pt x="4767748" y="4078096"/>
                  <a:pt x="4760894" y="4174113"/>
                  <a:pt x="4757955" y="4252632"/>
                </a:cubicBezTo>
                <a:cubicBezTo>
                  <a:pt x="4764534" y="4246730"/>
                  <a:pt x="4754187" y="4396558"/>
                  <a:pt x="4746917" y="4414955"/>
                </a:cubicBezTo>
                <a:lnTo>
                  <a:pt x="4656537" y="6050064"/>
                </a:lnTo>
                <a:lnTo>
                  <a:pt x="4661812" y="6086684"/>
                </a:lnTo>
                <a:cubicBezTo>
                  <a:pt x="4667576" y="6094577"/>
                  <a:pt x="4664275" y="6098656"/>
                  <a:pt x="4665332" y="6121067"/>
                </a:cubicBezTo>
                <a:cubicBezTo>
                  <a:pt x="4666388" y="6143476"/>
                  <a:pt x="4649733" y="6177068"/>
                  <a:pt x="4668152" y="6221142"/>
                </a:cubicBezTo>
                <a:cubicBezTo>
                  <a:pt x="4667735" y="6228689"/>
                  <a:pt x="4658097" y="6246990"/>
                  <a:pt x="4649673" y="6255466"/>
                </a:cubicBezTo>
                <a:lnTo>
                  <a:pt x="4645040" y="6258160"/>
                </a:lnTo>
                <a:cubicBezTo>
                  <a:pt x="4643893" y="6278926"/>
                  <a:pt x="4645845" y="6296913"/>
                  <a:pt x="4641598" y="6320461"/>
                </a:cubicBezTo>
                <a:cubicBezTo>
                  <a:pt x="4535457" y="6322746"/>
                  <a:pt x="2126262" y="6155193"/>
                  <a:pt x="724747" y="6068362"/>
                </a:cubicBezTo>
                <a:lnTo>
                  <a:pt x="415706" y="6051307"/>
                </a:lnTo>
                <a:lnTo>
                  <a:pt x="420012" y="6011137"/>
                </a:lnTo>
                <a:lnTo>
                  <a:pt x="424214" y="6004548"/>
                </a:lnTo>
                <a:cubicBezTo>
                  <a:pt x="424742" y="6003448"/>
                  <a:pt x="424392" y="6002721"/>
                  <a:pt x="424482" y="6001808"/>
                </a:cubicBezTo>
                <a:cubicBezTo>
                  <a:pt x="424572" y="6000894"/>
                  <a:pt x="424661" y="5999980"/>
                  <a:pt x="424751" y="5999066"/>
                </a:cubicBezTo>
                <a:cubicBezTo>
                  <a:pt x="424928" y="5997240"/>
                  <a:pt x="425294" y="5995212"/>
                  <a:pt x="425286" y="5993584"/>
                </a:cubicBezTo>
                <a:cubicBezTo>
                  <a:pt x="425230" y="5983140"/>
                  <a:pt x="424153" y="5996072"/>
                  <a:pt x="424972" y="5987694"/>
                </a:cubicBezTo>
                <a:cubicBezTo>
                  <a:pt x="424779" y="5986644"/>
                  <a:pt x="424455" y="5985762"/>
                  <a:pt x="424390" y="5984546"/>
                </a:cubicBezTo>
                <a:cubicBezTo>
                  <a:pt x="424349" y="5983776"/>
                  <a:pt x="424698" y="5982573"/>
                  <a:pt x="424659" y="5981803"/>
                </a:cubicBezTo>
                <a:cubicBezTo>
                  <a:pt x="424279" y="5974674"/>
                  <a:pt x="423729" y="5982198"/>
                  <a:pt x="424344" y="5975914"/>
                </a:cubicBezTo>
                <a:lnTo>
                  <a:pt x="423763" y="5972765"/>
                </a:lnTo>
                <a:cubicBezTo>
                  <a:pt x="422354" y="5965140"/>
                  <a:pt x="422317" y="5969355"/>
                  <a:pt x="423136" y="5960984"/>
                </a:cubicBezTo>
                <a:cubicBezTo>
                  <a:pt x="422942" y="5959935"/>
                  <a:pt x="422620" y="5959052"/>
                  <a:pt x="422554" y="5957836"/>
                </a:cubicBezTo>
                <a:cubicBezTo>
                  <a:pt x="422513" y="5957067"/>
                  <a:pt x="422944" y="5955758"/>
                  <a:pt x="422821" y="5955094"/>
                </a:cubicBezTo>
                <a:cubicBezTo>
                  <a:pt x="422548" y="5953610"/>
                  <a:pt x="420383" y="5954033"/>
                  <a:pt x="421392" y="5951537"/>
                </a:cubicBezTo>
                <a:lnTo>
                  <a:pt x="426782" y="5888089"/>
                </a:lnTo>
                <a:lnTo>
                  <a:pt x="448292" y="5480986"/>
                </a:lnTo>
                <a:lnTo>
                  <a:pt x="330530" y="5480986"/>
                </a:lnTo>
                <a:lnTo>
                  <a:pt x="330530" y="5395293"/>
                </a:lnTo>
                <a:lnTo>
                  <a:pt x="326057" y="5474970"/>
                </a:lnTo>
                <a:lnTo>
                  <a:pt x="270547" y="5477941"/>
                </a:lnTo>
                <a:cubicBezTo>
                  <a:pt x="270523" y="5464474"/>
                  <a:pt x="270498" y="5451008"/>
                  <a:pt x="270474" y="5437541"/>
                </a:cubicBezTo>
                <a:lnTo>
                  <a:pt x="273937" y="5430535"/>
                </a:lnTo>
                <a:cubicBezTo>
                  <a:pt x="274343" y="5429384"/>
                  <a:pt x="273915" y="5428700"/>
                  <a:pt x="273907" y="5427782"/>
                </a:cubicBezTo>
                <a:cubicBezTo>
                  <a:pt x="273897" y="5426864"/>
                  <a:pt x="273887" y="5425945"/>
                  <a:pt x="273877" y="5425027"/>
                </a:cubicBezTo>
                <a:cubicBezTo>
                  <a:pt x="273855" y="5423193"/>
                  <a:pt x="273998" y="5421136"/>
                  <a:pt x="273815" y="5419519"/>
                </a:cubicBezTo>
                <a:cubicBezTo>
                  <a:pt x="272627" y="5409143"/>
                  <a:pt x="272957" y="5422116"/>
                  <a:pt x="272864" y="5413698"/>
                </a:cubicBezTo>
                <a:cubicBezTo>
                  <a:pt x="272559" y="5412674"/>
                  <a:pt x="272141" y="5411834"/>
                  <a:pt x="271946" y="5410631"/>
                </a:cubicBezTo>
                <a:cubicBezTo>
                  <a:pt x="271820" y="5409871"/>
                  <a:pt x="272037" y="5408637"/>
                  <a:pt x="271914" y="5407876"/>
                </a:cubicBezTo>
                <a:cubicBezTo>
                  <a:pt x="270764" y="5400831"/>
                  <a:pt x="271033" y="5408369"/>
                  <a:pt x="270963" y="5402055"/>
                </a:cubicBezTo>
                <a:lnTo>
                  <a:pt x="270045" y="5398988"/>
                </a:lnTo>
                <a:cubicBezTo>
                  <a:pt x="267817" y="5391561"/>
                  <a:pt x="268237" y="5395755"/>
                  <a:pt x="268144" y="5387344"/>
                </a:cubicBezTo>
                <a:cubicBezTo>
                  <a:pt x="267838" y="5386323"/>
                  <a:pt x="267422" y="5385480"/>
                  <a:pt x="267225" y="5384278"/>
                </a:cubicBezTo>
                <a:cubicBezTo>
                  <a:pt x="267101" y="5383518"/>
                  <a:pt x="267386" y="5382170"/>
                  <a:pt x="267193" y="5381523"/>
                </a:cubicBezTo>
                <a:cubicBezTo>
                  <a:pt x="266761" y="5380078"/>
                  <a:pt x="264654" y="5380733"/>
                  <a:pt x="265387" y="5378142"/>
                </a:cubicBezTo>
                <a:cubicBezTo>
                  <a:pt x="264881" y="5356922"/>
                  <a:pt x="264374" y="5335703"/>
                  <a:pt x="263868" y="5314483"/>
                </a:cubicBezTo>
                <a:lnTo>
                  <a:pt x="192697" y="4040419"/>
                </a:lnTo>
                <a:lnTo>
                  <a:pt x="0" y="208389"/>
                </a:lnTo>
                <a:cubicBezTo>
                  <a:pt x="324854" y="204302"/>
                  <a:pt x="2354390" y="86208"/>
                  <a:pt x="2990554" y="54813"/>
                </a:cubicBezTo>
                <a:lnTo>
                  <a:pt x="3816982" y="20020"/>
                </a:lnTo>
                <a:lnTo>
                  <a:pt x="4188628" y="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icture containing group, posing, line, lined&#10;&#10;Description automatically generated">
            <a:extLst>
              <a:ext uri="{FF2B5EF4-FFF2-40B4-BE49-F238E27FC236}">
                <a16:creationId xmlns:a16="http://schemas.microsoft.com/office/drawing/2014/main" id="{F3B7DA12-46DB-4703-A475-7B735FCB24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6" r="10758" b="1"/>
          <a:stretch/>
        </p:blipFill>
        <p:spPr>
          <a:xfrm>
            <a:off x="6876892" y="425319"/>
            <a:ext cx="4768520" cy="6088714"/>
          </a:xfrm>
          <a:custGeom>
            <a:avLst/>
            <a:gdLst/>
            <a:ahLst/>
            <a:cxnLst/>
            <a:rect l="l" t="t" r="r" b="b"/>
            <a:pathLst>
              <a:path w="4950037" h="6320484">
                <a:moveTo>
                  <a:pt x="4188628" y="0"/>
                </a:moveTo>
                <a:lnTo>
                  <a:pt x="4218584" y="18617"/>
                </a:lnTo>
                <a:cubicBezTo>
                  <a:pt x="4219144" y="29179"/>
                  <a:pt x="4219703" y="39738"/>
                  <a:pt x="4220262" y="50299"/>
                </a:cubicBezTo>
                <a:lnTo>
                  <a:pt x="4223339" y="51686"/>
                </a:lnTo>
                <a:cubicBezTo>
                  <a:pt x="4233026" y="52344"/>
                  <a:pt x="4240723" y="38432"/>
                  <a:pt x="4243015" y="81229"/>
                </a:cubicBezTo>
                <a:cubicBezTo>
                  <a:pt x="4234697" y="102698"/>
                  <a:pt x="4229805" y="122275"/>
                  <a:pt x="4227211" y="140805"/>
                </a:cubicBezTo>
                <a:cubicBezTo>
                  <a:pt x="4226911" y="148739"/>
                  <a:pt x="4226612" y="156674"/>
                  <a:pt x="4226312" y="164608"/>
                </a:cubicBezTo>
                <a:lnTo>
                  <a:pt x="4231134" y="255748"/>
                </a:lnTo>
                <a:lnTo>
                  <a:pt x="4235510" y="301854"/>
                </a:lnTo>
                <a:cubicBezTo>
                  <a:pt x="4235774" y="306767"/>
                  <a:pt x="4235830" y="317329"/>
                  <a:pt x="4235520" y="330418"/>
                </a:cubicBezTo>
                <a:cubicBezTo>
                  <a:pt x="4235450" y="331825"/>
                  <a:pt x="4235379" y="333231"/>
                  <a:pt x="4235309" y="334638"/>
                </a:cubicBezTo>
                <a:lnTo>
                  <a:pt x="4247535" y="565647"/>
                </a:lnTo>
                <a:lnTo>
                  <a:pt x="4249754" y="570257"/>
                </a:lnTo>
                <a:cubicBezTo>
                  <a:pt x="4251066" y="577685"/>
                  <a:pt x="4250868" y="585797"/>
                  <a:pt x="4250201" y="594124"/>
                </a:cubicBezTo>
                <a:cubicBezTo>
                  <a:pt x="4249953" y="596755"/>
                  <a:pt x="4249706" y="599387"/>
                  <a:pt x="4249458" y="602018"/>
                </a:cubicBezTo>
                <a:lnTo>
                  <a:pt x="4255354" y="713405"/>
                </a:lnTo>
                <a:lnTo>
                  <a:pt x="4257507" y="714073"/>
                </a:lnTo>
                <a:cubicBezTo>
                  <a:pt x="4259621" y="720223"/>
                  <a:pt x="4263181" y="727235"/>
                  <a:pt x="4265497" y="749513"/>
                </a:cubicBezTo>
                <a:cubicBezTo>
                  <a:pt x="4257720" y="777760"/>
                  <a:pt x="4282009" y="812594"/>
                  <a:pt x="4271401" y="847749"/>
                </a:cubicBezTo>
                <a:cubicBezTo>
                  <a:pt x="4270815" y="850939"/>
                  <a:pt x="4270519" y="855734"/>
                  <a:pt x="4270503" y="861235"/>
                </a:cubicBezTo>
                <a:cubicBezTo>
                  <a:pt x="4270568" y="862730"/>
                  <a:pt x="4270634" y="864224"/>
                  <a:pt x="4270699" y="865719"/>
                </a:cubicBezTo>
                <a:lnTo>
                  <a:pt x="4285322" y="987895"/>
                </a:lnTo>
                <a:lnTo>
                  <a:pt x="4532772" y="1009893"/>
                </a:lnTo>
                <a:lnTo>
                  <a:pt x="4904400" y="1030269"/>
                </a:lnTo>
                <a:lnTo>
                  <a:pt x="4932162" y="1052023"/>
                </a:lnTo>
                <a:lnTo>
                  <a:pt x="4930395" y="1083700"/>
                </a:lnTo>
                <a:lnTo>
                  <a:pt x="4933305" y="1085413"/>
                </a:lnTo>
                <a:cubicBezTo>
                  <a:pt x="4942862" y="1087116"/>
                  <a:pt x="4952022" y="1074120"/>
                  <a:pt x="4949662" y="1116915"/>
                </a:cubicBezTo>
                <a:cubicBezTo>
                  <a:pt x="4939066" y="1137355"/>
                  <a:pt x="4932081" y="1156286"/>
                  <a:pt x="4927494" y="1174426"/>
                </a:cubicBezTo>
                <a:lnTo>
                  <a:pt x="4924021" y="1197992"/>
                </a:lnTo>
                <a:lnTo>
                  <a:pt x="4918937" y="1289117"/>
                </a:lnTo>
                <a:cubicBezTo>
                  <a:pt x="4918721" y="1304553"/>
                  <a:pt x="4918506" y="1319990"/>
                  <a:pt x="4918290" y="1335426"/>
                </a:cubicBezTo>
                <a:cubicBezTo>
                  <a:pt x="4918020" y="1340340"/>
                  <a:pt x="4916931" y="1350844"/>
                  <a:pt x="4915204" y="1363823"/>
                </a:cubicBezTo>
                <a:lnTo>
                  <a:pt x="4914538" y="1367995"/>
                </a:lnTo>
                <a:lnTo>
                  <a:pt x="4901655" y="1598968"/>
                </a:lnTo>
                <a:lnTo>
                  <a:pt x="4903361" y="1603791"/>
                </a:lnTo>
                <a:cubicBezTo>
                  <a:pt x="4903861" y="1611318"/>
                  <a:pt x="4902784" y="1619361"/>
                  <a:pt x="4901219" y="1627566"/>
                </a:cubicBezTo>
                <a:lnTo>
                  <a:pt x="4899626" y="1635333"/>
                </a:lnTo>
                <a:lnTo>
                  <a:pt x="4893414" y="1746703"/>
                </a:lnTo>
                <a:lnTo>
                  <a:pt x="4895482" y="1747601"/>
                </a:lnTo>
                <a:cubicBezTo>
                  <a:pt x="4896917" y="1753944"/>
                  <a:pt x="4899696" y="1761300"/>
                  <a:pt x="4899584" y="1783699"/>
                </a:cubicBezTo>
                <a:cubicBezTo>
                  <a:pt x="4888791" y="1810936"/>
                  <a:pt x="4909162" y="1848198"/>
                  <a:pt x="4894806" y="1881995"/>
                </a:cubicBezTo>
                <a:cubicBezTo>
                  <a:pt x="4891095" y="1894424"/>
                  <a:pt x="4889211" y="1932888"/>
                  <a:pt x="4894702" y="1940154"/>
                </a:cubicBezTo>
                <a:cubicBezTo>
                  <a:pt x="4895513" y="1948172"/>
                  <a:pt x="4892867" y="1957532"/>
                  <a:pt x="4898986" y="1961221"/>
                </a:cubicBezTo>
                <a:cubicBezTo>
                  <a:pt x="4906255" y="1967327"/>
                  <a:pt x="4892830" y="1995341"/>
                  <a:pt x="4902063" y="1991332"/>
                </a:cubicBezTo>
                <a:cubicBezTo>
                  <a:pt x="4892826" y="2011227"/>
                  <a:pt x="4907874" y="2026986"/>
                  <a:pt x="4910843" y="2043680"/>
                </a:cubicBezTo>
                <a:lnTo>
                  <a:pt x="4913111" y="2093780"/>
                </a:lnTo>
                <a:cubicBezTo>
                  <a:pt x="4912819" y="2104963"/>
                  <a:pt x="4912526" y="2116147"/>
                  <a:pt x="4912235" y="2127331"/>
                </a:cubicBezTo>
                <a:cubicBezTo>
                  <a:pt x="4912081" y="2128947"/>
                  <a:pt x="4911927" y="2130563"/>
                  <a:pt x="4911774" y="2132180"/>
                </a:cubicBezTo>
                <a:lnTo>
                  <a:pt x="4902693" y="2171984"/>
                </a:lnTo>
                <a:cubicBezTo>
                  <a:pt x="4903894" y="2172990"/>
                  <a:pt x="4904991" y="2174315"/>
                  <a:pt x="4905943" y="2175920"/>
                </a:cubicBezTo>
                <a:lnTo>
                  <a:pt x="4908773" y="2188707"/>
                </a:lnTo>
                <a:lnTo>
                  <a:pt x="4904052" y="2199268"/>
                </a:lnTo>
                <a:lnTo>
                  <a:pt x="4893911" y="2249378"/>
                </a:lnTo>
                <a:lnTo>
                  <a:pt x="4883060" y="2322907"/>
                </a:lnTo>
                <a:lnTo>
                  <a:pt x="4878199" y="2333841"/>
                </a:lnTo>
                <a:cubicBezTo>
                  <a:pt x="4872134" y="2359072"/>
                  <a:pt x="4875268" y="2390080"/>
                  <a:pt x="4863832" y="2405746"/>
                </a:cubicBezTo>
                <a:lnTo>
                  <a:pt x="4860132" y="2443689"/>
                </a:lnTo>
                <a:lnTo>
                  <a:pt x="4863777" y="2448134"/>
                </a:lnTo>
                <a:lnTo>
                  <a:pt x="4862134" y="2459306"/>
                </a:lnTo>
                <a:cubicBezTo>
                  <a:pt x="4862270" y="2460323"/>
                  <a:pt x="4862408" y="2461340"/>
                  <a:pt x="4862544" y="2462358"/>
                </a:cubicBezTo>
                <a:cubicBezTo>
                  <a:pt x="4863348" y="2468183"/>
                  <a:pt x="4864002" y="2473955"/>
                  <a:pt x="4864049" y="2479770"/>
                </a:cubicBezTo>
                <a:cubicBezTo>
                  <a:pt x="4849538" y="2476510"/>
                  <a:pt x="4855223" y="2505567"/>
                  <a:pt x="4852627" y="2514583"/>
                </a:cubicBezTo>
                <a:lnTo>
                  <a:pt x="4850576" y="2514709"/>
                </a:lnTo>
                <a:lnTo>
                  <a:pt x="4842113" y="2666439"/>
                </a:lnTo>
                <a:lnTo>
                  <a:pt x="4850768" y="2690544"/>
                </a:lnTo>
                <a:lnTo>
                  <a:pt x="4853036" y="2740646"/>
                </a:lnTo>
                <a:cubicBezTo>
                  <a:pt x="4852743" y="2751830"/>
                  <a:pt x="4852452" y="2763013"/>
                  <a:pt x="4852159" y="2774197"/>
                </a:cubicBezTo>
                <a:cubicBezTo>
                  <a:pt x="4852006" y="2775813"/>
                  <a:pt x="4851852" y="2777429"/>
                  <a:pt x="4851699" y="2779045"/>
                </a:cubicBezTo>
                <a:lnTo>
                  <a:pt x="4842617" y="2818850"/>
                </a:lnTo>
                <a:cubicBezTo>
                  <a:pt x="4843819" y="2819856"/>
                  <a:pt x="4844915" y="2821182"/>
                  <a:pt x="4845868" y="2822786"/>
                </a:cubicBezTo>
                <a:lnTo>
                  <a:pt x="4848697" y="2835573"/>
                </a:lnTo>
                <a:lnTo>
                  <a:pt x="4843976" y="2846133"/>
                </a:lnTo>
                <a:lnTo>
                  <a:pt x="4833835" y="2896246"/>
                </a:lnTo>
                <a:lnTo>
                  <a:pt x="4826535" y="2945711"/>
                </a:lnTo>
                <a:cubicBezTo>
                  <a:pt x="4807919" y="3297000"/>
                  <a:pt x="4774287" y="3653361"/>
                  <a:pt x="4770687" y="3999577"/>
                </a:cubicBezTo>
                <a:cubicBezTo>
                  <a:pt x="4767748" y="4078096"/>
                  <a:pt x="4760894" y="4174113"/>
                  <a:pt x="4757955" y="4252632"/>
                </a:cubicBezTo>
                <a:cubicBezTo>
                  <a:pt x="4764534" y="4246730"/>
                  <a:pt x="4754187" y="4396558"/>
                  <a:pt x="4746917" y="4414955"/>
                </a:cubicBezTo>
                <a:lnTo>
                  <a:pt x="4656537" y="6050064"/>
                </a:lnTo>
                <a:lnTo>
                  <a:pt x="4661812" y="6086684"/>
                </a:lnTo>
                <a:cubicBezTo>
                  <a:pt x="4667576" y="6094577"/>
                  <a:pt x="4664275" y="6098656"/>
                  <a:pt x="4665332" y="6121067"/>
                </a:cubicBezTo>
                <a:cubicBezTo>
                  <a:pt x="4666388" y="6143476"/>
                  <a:pt x="4649733" y="6177068"/>
                  <a:pt x="4668152" y="6221142"/>
                </a:cubicBezTo>
                <a:cubicBezTo>
                  <a:pt x="4667735" y="6228689"/>
                  <a:pt x="4658097" y="6246990"/>
                  <a:pt x="4649673" y="6255466"/>
                </a:cubicBezTo>
                <a:lnTo>
                  <a:pt x="4645040" y="6258160"/>
                </a:lnTo>
                <a:cubicBezTo>
                  <a:pt x="4643893" y="6278926"/>
                  <a:pt x="4645845" y="6296913"/>
                  <a:pt x="4641598" y="6320461"/>
                </a:cubicBezTo>
                <a:cubicBezTo>
                  <a:pt x="4535457" y="6322746"/>
                  <a:pt x="2126262" y="6155193"/>
                  <a:pt x="724747" y="6068362"/>
                </a:cubicBezTo>
                <a:lnTo>
                  <a:pt x="415706" y="6051307"/>
                </a:lnTo>
                <a:lnTo>
                  <a:pt x="420012" y="6011137"/>
                </a:lnTo>
                <a:lnTo>
                  <a:pt x="424214" y="6004548"/>
                </a:lnTo>
                <a:cubicBezTo>
                  <a:pt x="424742" y="6003448"/>
                  <a:pt x="424392" y="6002721"/>
                  <a:pt x="424482" y="6001808"/>
                </a:cubicBezTo>
                <a:cubicBezTo>
                  <a:pt x="424572" y="6000894"/>
                  <a:pt x="424661" y="5999980"/>
                  <a:pt x="424751" y="5999066"/>
                </a:cubicBezTo>
                <a:cubicBezTo>
                  <a:pt x="424928" y="5997240"/>
                  <a:pt x="425294" y="5995212"/>
                  <a:pt x="425286" y="5993584"/>
                </a:cubicBezTo>
                <a:cubicBezTo>
                  <a:pt x="425230" y="5983140"/>
                  <a:pt x="424153" y="5996072"/>
                  <a:pt x="424972" y="5987694"/>
                </a:cubicBezTo>
                <a:cubicBezTo>
                  <a:pt x="424779" y="5986644"/>
                  <a:pt x="424455" y="5985762"/>
                  <a:pt x="424390" y="5984546"/>
                </a:cubicBezTo>
                <a:cubicBezTo>
                  <a:pt x="424349" y="5983776"/>
                  <a:pt x="424698" y="5982573"/>
                  <a:pt x="424659" y="5981803"/>
                </a:cubicBezTo>
                <a:cubicBezTo>
                  <a:pt x="424279" y="5974674"/>
                  <a:pt x="423729" y="5982198"/>
                  <a:pt x="424344" y="5975914"/>
                </a:cubicBezTo>
                <a:lnTo>
                  <a:pt x="423763" y="5972765"/>
                </a:lnTo>
                <a:cubicBezTo>
                  <a:pt x="422354" y="5965140"/>
                  <a:pt x="422317" y="5969355"/>
                  <a:pt x="423136" y="5960984"/>
                </a:cubicBezTo>
                <a:cubicBezTo>
                  <a:pt x="422942" y="5959935"/>
                  <a:pt x="422620" y="5959052"/>
                  <a:pt x="422554" y="5957836"/>
                </a:cubicBezTo>
                <a:cubicBezTo>
                  <a:pt x="422513" y="5957067"/>
                  <a:pt x="422944" y="5955758"/>
                  <a:pt x="422821" y="5955094"/>
                </a:cubicBezTo>
                <a:cubicBezTo>
                  <a:pt x="422548" y="5953610"/>
                  <a:pt x="420383" y="5954033"/>
                  <a:pt x="421392" y="5951537"/>
                </a:cubicBezTo>
                <a:lnTo>
                  <a:pt x="426782" y="5888089"/>
                </a:lnTo>
                <a:lnTo>
                  <a:pt x="448292" y="5480986"/>
                </a:lnTo>
                <a:lnTo>
                  <a:pt x="330530" y="5480986"/>
                </a:lnTo>
                <a:lnTo>
                  <a:pt x="330530" y="5395293"/>
                </a:lnTo>
                <a:lnTo>
                  <a:pt x="326057" y="5474970"/>
                </a:lnTo>
                <a:lnTo>
                  <a:pt x="270547" y="5477941"/>
                </a:lnTo>
                <a:cubicBezTo>
                  <a:pt x="270523" y="5464474"/>
                  <a:pt x="270498" y="5451008"/>
                  <a:pt x="270474" y="5437541"/>
                </a:cubicBezTo>
                <a:lnTo>
                  <a:pt x="273937" y="5430535"/>
                </a:lnTo>
                <a:cubicBezTo>
                  <a:pt x="274343" y="5429384"/>
                  <a:pt x="273915" y="5428700"/>
                  <a:pt x="273907" y="5427782"/>
                </a:cubicBezTo>
                <a:cubicBezTo>
                  <a:pt x="273897" y="5426864"/>
                  <a:pt x="273887" y="5425945"/>
                  <a:pt x="273877" y="5425027"/>
                </a:cubicBezTo>
                <a:cubicBezTo>
                  <a:pt x="273855" y="5423193"/>
                  <a:pt x="273998" y="5421136"/>
                  <a:pt x="273815" y="5419519"/>
                </a:cubicBezTo>
                <a:cubicBezTo>
                  <a:pt x="272627" y="5409143"/>
                  <a:pt x="272957" y="5422116"/>
                  <a:pt x="272864" y="5413698"/>
                </a:cubicBezTo>
                <a:cubicBezTo>
                  <a:pt x="272559" y="5412674"/>
                  <a:pt x="272141" y="5411834"/>
                  <a:pt x="271946" y="5410631"/>
                </a:cubicBezTo>
                <a:cubicBezTo>
                  <a:pt x="271820" y="5409871"/>
                  <a:pt x="272037" y="5408637"/>
                  <a:pt x="271914" y="5407876"/>
                </a:cubicBezTo>
                <a:cubicBezTo>
                  <a:pt x="270764" y="5400831"/>
                  <a:pt x="271033" y="5408369"/>
                  <a:pt x="270963" y="5402055"/>
                </a:cubicBezTo>
                <a:lnTo>
                  <a:pt x="270045" y="5398988"/>
                </a:lnTo>
                <a:cubicBezTo>
                  <a:pt x="267817" y="5391561"/>
                  <a:pt x="268237" y="5395755"/>
                  <a:pt x="268144" y="5387344"/>
                </a:cubicBezTo>
                <a:cubicBezTo>
                  <a:pt x="267838" y="5386323"/>
                  <a:pt x="267422" y="5385480"/>
                  <a:pt x="267225" y="5384278"/>
                </a:cubicBezTo>
                <a:cubicBezTo>
                  <a:pt x="267101" y="5383518"/>
                  <a:pt x="267386" y="5382170"/>
                  <a:pt x="267193" y="5381523"/>
                </a:cubicBezTo>
                <a:cubicBezTo>
                  <a:pt x="266761" y="5380078"/>
                  <a:pt x="264654" y="5380733"/>
                  <a:pt x="265387" y="5378142"/>
                </a:cubicBezTo>
                <a:cubicBezTo>
                  <a:pt x="264881" y="5356922"/>
                  <a:pt x="264374" y="5335703"/>
                  <a:pt x="263868" y="5314483"/>
                </a:cubicBezTo>
                <a:lnTo>
                  <a:pt x="192697" y="4040419"/>
                </a:lnTo>
                <a:lnTo>
                  <a:pt x="0" y="208389"/>
                </a:lnTo>
                <a:cubicBezTo>
                  <a:pt x="324854" y="204302"/>
                  <a:pt x="2354390" y="86208"/>
                  <a:pt x="2990554" y="54813"/>
                </a:cubicBezTo>
                <a:lnTo>
                  <a:pt x="3816982" y="20020"/>
                </a:ln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D6766C1-D0DB-4C51-BF80-C1E17260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226689">
            <a:off x="6850302" y="405956"/>
            <a:ext cx="4368058" cy="5077615"/>
          </a:xfrm>
          <a:custGeom>
            <a:avLst/>
            <a:gdLst>
              <a:gd name="connsiteX0" fmla="*/ 4488693 w 4534331"/>
              <a:gd name="connsiteY0" fmla="*/ 246796 h 5270897"/>
              <a:gd name="connsiteX1" fmla="*/ 4516455 w 4534331"/>
              <a:gd name="connsiteY1" fmla="*/ 268550 h 5270897"/>
              <a:gd name="connsiteX2" fmla="*/ 4514689 w 4534331"/>
              <a:gd name="connsiteY2" fmla="*/ 300227 h 5270897"/>
              <a:gd name="connsiteX3" fmla="*/ 4517598 w 4534331"/>
              <a:gd name="connsiteY3" fmla="*/ 301940 h 5270897"/>
              <a:gd name="connsiteX4" fmla="*/ 4533956 w 4534331"/>
              <a:gd name="connsiteY4" fmla="*/ 333441 h 5270897"/>
              <a:gd name="connsiteX5" fmla="*/ 4511788 w 4534331"/>
              <a:gd name="connsiteY5" fmla="*/ 390953 h 5270897"/>
              <a:gd name="connsiteX6" fmla="*/ 4508315 w 4534331"/>
              <a:gd name="connsiteY6" fmla="*/ 414519 h 5270897"/>
              <a:gd name="connsiteX7" fmla="*/ 4503231 w 4534331"/>
              <a:gd name="connsiteY7" fmla="*/ 505644 h 5270897"/>
              <a:gd name="connsiteX8" fmla="*/ 4502584 w 4534331"/>
              <a:gd name="connsiteY8" fmla="*/ 551953 h 5270897"/>
              <a:gd name="connsiteX9" fmla="*/ 4499498 w 4534331"/>
              <a:gd name="connsiteY9" fmla="*/ 580350 h 5270897"/>
              <a:gd name="connsiteX10" fmla="*/ 4498831 w 4534331"/>
              <a:gd name="connsiteY10" fmla="*/ 584522 h 5270897"/>
              <a:gd name="connsiteX11" fmla="*/ 4485949 w 4534331"/>
              <a:gd name="connsiteY11" fmla="*/ 815495 h 5270897"/>
              <a:gd name="connsiteX12" fmla="*/ 4487655 w 4534331"/>
              <a:gd name="connsiteY12" fmla="*/ 820318 h 5270897"/>
              <a:gd name="connsiteX13" fmla="*/ 4485513 w 4534331"/>
              <a:gd name="connsiteY13" fmla="*/ 844093 h 5270897"/>
              <a:gd name="connsiteX14" fmla="*/ 4483919 w 4534331"/>
              <a:gd name="connsiteY14" fmla="*/ 851860 h 5270897"/>
              <a:gd name="connsiteX15" fmla="*/ 4477708 w 4534331"/>
              <a:gd name="connsiteY15" fmla="*/ 963230 h 5270897"/>
              <a:gd name="connsiteX16" fmla="*/ 4479776 w 4534331"/>
              <a:gd name="connsiteY16" fmla="*/ 964128 h 5270897"/>
              <a:gd name="connsiteX17" fmla="*/ 4483878 w 4534331"/>
              <a:gd name="connsiteY17" fmla="*/ 1000225 h 5270897"/>
              <a:gd name="connsiteX18" fmla="*/ 4479100 w 4534331"/>
              <a:gd name="connsiteY18" fmla="*/ 1098522 h 5270897"/>
              <a:gd name="connsiteX19" fmla="*/ 4476746 w 4534331"/>
              <a:gd name="connsiteY19" fmla="*/ 1111831 h 5270897"/>
              <a:gd name="connsiteX20" fmla="*/ 4476455 w 4534331"/>
              <a:gd name="connsiteY20" fmla="*/ 1116310 h 5270897"/>
              <a:gd name="connsiteX21" fmla="*/ 846131 w 4534331"/>
              <a:gd name="connsiteY21" fmla="*/ 513049 h 5270897"/>
              <a:gd name="connsiteX22" fmla="*/ 55505 w 4534331"/>
              <a:gd name="connsiteY22" fmla="*/ 5270897 h 5270897"/>
              <a:gd name="connsiteX23" fmla="*/ 0 w 4534331"/>
              <a:gd name="connsiteY23" fmla="*/ 5267834 h 5270897"/>
              <a:gd name="connsiteX24" fmla="*/ 4306 w 4534331"/>
              <a:gd name="connsiteY24" fmla="*/ 5227664 h 5270897"/>
              <a:gd name="connsiteX25" fmla="*/ 8508 w 4534331"/>
              <a:gd name="connsiteY25" fmla="*/ 5221075 h 5270897"/>
              <a:gd name="connsiteX26" fmla="*/ 8776 w 4534331"/>
              <a:gd name="connsiteY26" fmla="*/ 5218335 h 5270897"/>
              <a:gd name="connsiteX27" fmla="*/ 9045 w 4534331"/>
              <a:gd name="connsiteY27" fmla="*/ 5215593 h 5270897"/>
              <a:gd name="connsiteX28" fmla="*/ 9580 w 4534331"/>
              <a:gd name="connsiteY28" fmla="*/ 5210111 h 5270897"/>
              <a:gd name="connsiteX29" fmla="*/ 9266 w 4534331"/>
              <a:gd name="connsiteY29" fmla="*/ 5204221 h 5270897"/>
              <a:gd name="connsiteX30" fmla="*/ 8685 w 4534331"/>
              <a:gd name="connsiteY30" fmla="*/ 5201072 h 5270897"/>
              <a:gd name="connsiteX31" fmla="*/ 8952 w 4534331"/>
              <a:gd name="connsiteY31" fmla="*/ 5198330 h 5270897"/>
              <a:gd name="connsiteX32" fmla="*/ 8638 w 4534331"/>
              <a:gd name="connsiteY32" fmla="*/ 5192440 h 5270897"/>
              <a:gd name="connsiteX33" fmla="*/ 8057 w 4534331"/>
              <a:gd name="connsiteY33" fmla="*/ 5189292 h 5270897"/>
              <a:gd name="connsiteX34" fmla="*/ 7430 w 4534331"/>
              <a:gd name="connsiteY34" fmla="*/ 5177511 h 5270897"/>
              <a:gd name="connsiteX35" fmla="*/ 6848 w 4534331"/>
              <a:gd name="connsiteY35" fmla="*/ 5174363 h 5270897"/>
              <a:gd name="connsiteX36" fmla="*/ 7115 w 4534331"/>
              <a:gd name="connsiteY36" fmla="*/ 5171621 h 5270897"/>
              <a:gd name="connsiteX37" fmla="*/ 5686 w 4534331"/>
              <a:gd name="connsiteY37" fmla="*/ 5168064 h 5270897"/>
              <a:gd name="connsiteX38" fmla="*/ 11075 w 4534331"/>
              <a:gd name="connsiteY38" fmla="*/ 5104615 h 5270897"/>
              <a:gd name="connsiteX39" fmla="*/ 78405 w 4534331"/>
              <a:gd name="connsiteY39" fmla="*/ 3830343 h 5270897"/>
              <a:gd name="connsiteX40" fmla="*/ 302152 w 4534331"/>
              <a:gd name="connsiteY40" fmla="*/ 0 h 5270897"/>
              <a:gd name="connsiteX41" fmla="*/ 3291735 w 4534331"/>
              <a:gd name="connsiteY41" fmla="*/ 171441 h 5270897"/>
              <a:gd name="connsiteX42" fmla="*/ 4117066 w 4534331"/>
              <a:gd name="connsiteY42" fmla="*/ 226420 h 527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34331" h="5270897">
                <a:moveTo>
                  <a:pt x="4488693" y="246796"/>
                </a:moveTo>
                <a:lnTo>
                  <a:pt x="4516455" y="268550"/>
                </a:lnTo>
                <a:cubicBezTo>
                  <a:pt x="4515867" y="279110"/>
                  <a:pt x="4515278" y="289668"/>
                  <a:pt x="4514689" y="300227"/>
                </a:cubicBezTo>
                <a:lnTo>
                  <a:pt x="4517598" y="301940"/>
                </a:lnTo>
                <a:cubicBezTo>
                  <a:pt x="4527156" y="303643"/>
                  <a:pt x="4536316" y="290647"/>
                  <a:pt x="4533956" y="333441"/>
                </a:cubicBezTo>
                <a:cubicBezTo>
                  <a:pt x="4523360" y="353882"/>
                  <a:pt x="4516375" y="372813"/>
                  <a:pt x="4511788" y="390953"/>
                </a:cubicBezTo>
                <a:lnTo>
                  <a:pt x="4508315" y="414519"/>
                </a:lnTo>
                <a:lnTo>
                  <a:pt x="4503231" y="505644"/>
                </a:lnTo>
                <a:cubicBezTo>
                  <a:pt x="4503015" y="521080"/>
                  <a:pt x="4502800" y="536517"/>
                  <a:pt x="4502584" y="551953"/>
                </a:cubicBezTo>
                <a:cubicBezTo>
                  <a:pt x="4502314" y="556866"/>
                  <a:pt x="4501225" y="567371"/>
                  <a:pt x="4499498" y="580350"/>
                </a:cubicBezTo>
                <a:lnTo>
                  <a:pt x="4498831" y="584522"/>
                </a:lnTo>
                <a:lnTo>
                  <a:pt x="4485949" y="815495"/>
                </a:lnTo>
                <a:lnTo>
                  <a:pt x="4487655" y="820318"/>
                </a:lnTo>
                <a:cubicBezTo>
                  <a:pt x="4488154" y="827845"/>
                  <a:pt x="4487078" y="835888"/>
                  <a:pt x="4485513" y="844093"/>
                </a:cubicBezTo>
                <a:lnTo>
                  <a:pt x="4483919" y="851860"/>
                </a:lnTo>
                <a:lnTo>
                  <a:pt x="4477708" y="963230"/>
                </a:lnTo>
                <a:lnTo>
                  <a:pt x="4479776" y="964128"/>
                </a:lnTo>
                <a:cubicBezTo>
                  <a:pt x="4481211" y="970471"/>
                  <a:pt x="4483990" y="977827"/>
                  <a:pt x="4483878" y="1000225"/>
                </a:cubicBezTo>
                <a:cubicBezTo>
                  <a:pt x="4473085" y="1027463"/>
                  <a:pt x="4493456" y="1064724"/>
                  <a:pt x="4479100" y="1098522"/>
                </a:cubicBezTo>
                <a:cubicBezTo>
                  <a:pt x="4478172" y="1101630"/>
                  <a:pt x="4477358" y="1106364"/>
                  <a:pt x="4476746" y="1111831"/>
                </a:cubicBezTo>
                <a:lnTo>
                  <a:pt x="4476455" y="1116310"/>
                </a:lnTo>
                <a:lnTo>
                  <a:pt x="846131" y="513049"/>
                </a:lnTo>
                <a:lnTo>
                  <a:pt x="55505" y="5270897"/>
                </a:lnTo>
                <a:lnTo>
                  <a:pt x="0" y="5267834"/>
                </a:lnTo>
                <a:lnTo>
                  <a:pt x="4306" y="5227664"/>
                </a:lnTo>
                <a:lnTo>
                  <a:pt x="8508" y="5221075"/>
                </a:lnTo>
                <a:cubicBezTo>
                  <a:pt x="9036" y="5219975"/>
                  <a:pt x="8685" y="5219248"/>
                  <a:pt x="8776" y="5218335"/>
                </a:cubicBezTo>
                <a:lnTo>
                  <a:pt x="9045" y="5215593"/>
                </a:lnTo>
                <a:cubicBezTo>
                  <a:pt x="9222" y="5213767"/>
                  <a:pt x="9587" y="5211738"/>
                  <a:pt x="9580" y="5210111"/>
                </a:cubicBezTo>
                <a:cubicBezTo>
                  <a:pt x="9524" y="5199667"/>
                  <a:pt x="8446" y="5212599"/>
                  <a:pt x="9266" y="5204221"/>
                </a:cubicBezTo>
                <a:cubicBezTo>
                  <a:pt x="9073" y="5203170"/>
                  <a:pt x="8749" y="5202289"/>
                  <a:pt x="8685" y="5201072"/>
                </a:cubicBezTo>
                <a:cubicBezTo>
                  <a:pt x="8643" y="5200303"/>
                  <a:pt x="8992" y="5199100"/>
                  <a:pt x="8952" y="5198330"/>
                </a:cubicBezTo>
                <a:cubicBezTo>
                  <a:pt x="8573" y="5191202"/>
                  <a:pt x="8023" y="5198725"/>
                  <a:pt x="8638" y="5192440"/>
                </a:cubicBezTo>
                <a:lnTo>
                  <a:pt x="8057" y="5189292"/>
                </a:lnTo>
                <a:cubicBezTo>
                  <a:pt x="6648" y="5181667"/>
                  <a:pt x="6611" y="5185882"/>
                  <a:pt x="7430" y="5177511"/>
                </a:cubicBezTo>
                <a:cubicBezTo>
                  <a:pt x="7236" y="5176462"/>
                  <a:pt x="6914" y="5175579"/>
                  <a:pt x="6848" y="5174363"/>
                </a:cubicBezTo>
                <a:cubicBezTo>
                  <a:pt x="6807" y="5173594"/>
                  <a:pt x="7237" y="5172285"/>
                  <a:pt x="7115" y="5171621"/>
                </a:cubicBezTo>
                <a:cubicBezTo>
                  <a:pt x="6842" y="5170137"/>
                  <a:pt x="4677" y="5170560"/>
                  <a:pt x="5686" y="5168064"/>
                </a:cubicBezTo>
                <a:lnTo>
                  <a:pt x="11075" y="5104615"/>
                </a:lnTo>
                <a:lnTo>
                  <a:pt x="78405" y="3830343"/>
                </a:lnTo>
                <a:lnTo>
                  <a:pt x="302152" y="0"/>
                </a:lnTo>
                <a:cubicBezTo>
                  <a:pt x="625536" y="31145"/>
                  <a:pt x="2655916" y="133704"/>
                  <a:pt x="3291735" y="171441"/>
                </a:cubicBezTo>
                <a:lnTo>
                  <a:pt x="4117066" y="226420"/>
                </a:lnTo>
                <a:close/>
              </a:path>
            </a:pathLst>
          </a:custGeom>
          <a:solidFill>
            <a:srgbClr val="0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DE5CA0-A7C9-46BC-B801-8D13190EA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08FA087-D27B-4F5B-978D-06587F9FD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38CA980-4316-4B39-87F5-9206AF207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53FB568-F4DF-41B0-A34F-76C7EE3379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DB55374-F96D-46C8-897B-0E9795469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96B0B6E-CC11-46D4-82E8-3F9B18E54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2776">
            <a:off x="7295690" y="1176485"/>
            <a:ext cx="4305535" cy="5325441"/>
          </a:xfrm>
          <a:custGeom>
            <a:avLst/>
            <a:gdLst>
              <a:gd name="connsiteX0" fmla="*/ 127458 w 4457507"/>
              <a:gd name="connsiteY0" fmla="*/ 103043 h 5515902"/>
              <a:gd name="connsiteX1" fmla="*/ 118742 w 4457507"/>
              <a:gd name="connsiteY1" fmla="*/ 3939905 h 5515902"/>
              <a:gd name="connsiteX2" fmla="*/ 122936 w 4457507"/>
              <a:gd name="connsiteY2" fmla="*/ 5215949 h 5515902"/>
              <a:gd name="connsiteX3" fmla="*/ 121112 w 4457507"/>
              <a:gd name="connsiteY3" fmla="*/ 5279599 h 5515902"/>
              <a:gd name="connsiteX4" fmla="*/ 122738 w 4457507"/>
              <a:gd name="connsiteY4" fmla="*/ 5283070 h 5515902"/>
              <a:gd name="connsiteX5" fmla="*/ 122625 w 4457507"/>
              <a:gd name="connsiteY5" fmla="*/ 5285823 h 5515902"/>
              <a:gd name="connsiteX6" fmla="*/ 123382 w 4457507"/>
              <a:gd name="connsiteY6" fmla="*/ 5288933 h 5515902"/>
              <a:gd name="connsiteX7" fmla="*/ 124669 w 4457507"/>
              <a:gd name="connsiteY7" fmla="*/ 5300661 h 5515902"/>
              <a:gd name="connsiteX8" fmla="*/ 125425 w 4457507"/>
              <a:gd name="connsiteY8" fmla="*/ 5303772 h 5515902"/>
              <a:gd name="connsiteX9" fmla="*/ 126069 w 4457507"/>
              <a:gd name="connsiteY9" fmla="*/ 5309635 h 5515902"/>
              <a:gd name="connsiteX10" fmla="*/ 125955 w 4457507"/>
              <a:gd name="connsiteY10" fmla="*/ 5312388 h 5515902"/>
              <a:gd name="connsiteX11" fmla="*/ 126712 w 4457507"/>
              <a:gd name="connsiteY11" fmla="*/ 5315499 h 5515902"/>
              <a:gd name="connsiteX12" fmla="*/ 127356 w 4457507"/>
              <a:gd name="connsiteY12" fmla="*/ 5321362 h 5515902"/>
              <a:gd name="connsiteX13" fmla="*/ 127129 w 4457507"/>
              <a:gd name="connsiteY13" fmla="*/ 5326866 h 5515902"/>
              <a:gd name="connsiteX14" fmla="*/ 127014 w 4457507"/>
              <a:gd name="connsiteY14" fmla="*/ 5329618 h 5515902"/>
              <a:gd name="connsiteX15" fmla="*/ 126900 w 4457507"/>
              <a:gd name="connsiteY15" fmla="*/ 5332368 h 5515902"/>
              <a:gd name="connsiteX16" fmla="*/ 123074 w 4457507"/>
              <a:gd name="connsiteY16" fmla="*/ 5339183 h 5515902"/>
              <a:gd name="connsiteX17" fmla="*/ 121026 w 4457507"/>
              <a:gd name="connsiteY17" fmla="*/ 5379531 h 5515902"/>
              <a:gd name="connsiteX18" fmla="*/ 430538 w 4457507"/>
              <a:gd name="connsiteY18" fmla="*/ 5379238 h 5515902"/>
              <a:gd name="connsiteX19" fmla="*/ 4355361 w 4457507"/>
              <a:gd name="connsiteY19" fmla="*/ 5411414 h 5515902"/>
              <a:gd name="connsiteX20" fmla="*/ 4355306 w 4457507"/>
              <a:gd name="connsiteY20" fmla="*/ 5349018 h 5515902"/>
              <a:gd name="connsiteX21" fmla="*/ 4359780 w 4457507"/>
              <a:gd name="connsiteY21" fmla="*/ 5346069 h 5515902"/>
              <a:gd name="connsiteX22" fmla="*/ 4376306 w 4457507"/>
              <a:gd name="connsiteY22" fmla="*/ 5310763 h 5515902"/>
              <a:gd name="connsiteX23" fmla="*/ 4367882 w 4457507"/>
              <a:gd name="connsiteY23" fmla="*/ 5211003 h 5515902"/>
              <a:gd name="connsiteX24" fmla="*/ 4362441 w 4457507"/>
              <a:gd name="connsiteY24" fmla="*/ 5176871 h 5515902"/>
              <a:gd name="connsiteX25" fmla="*/ 4355121 w 4457507"/>
              <a:gd name="connsiteY25" fmla="*/ 5140605 h 5515902"/>
              <a:gd name="connsiteX26" fmla="*/ 4353716 w 4457507"/>
              <a:gd name="connsiteY26" fmla="*/ 3503001 h 5515902"/>
              <a:gd name="connsiteX27" fmla="*/ 4355640 w 4457507"/>
              <a:gd name="connsiteY27" fmla="*/ 3340314 h 5515902"/>
              <a:gd name="connsiteX28" fmla="*/ 4354169 w 4457507"/>
              <a:gd name="connsiteY28" fmla="*/ 3086943 h 5515902"/>
              <a:gd name="connsiteX29" fmla="*/ 4350863 w 4457507"/>
              <a:gd name="connsiteY29" fmla="*/ 2031603 h 5515902"/>
              <a:gd name="connsiteX30" fmla="*/ 4355379 w 4457507"/>
              <a:gd name="connsiteY30" fmla="*/ 1981807 h 5515902"/>
              <a:gd name="connsiteX31" fmla="*/ 4362696 w 4457507"/>
              <a:gd name="connsiteY31" fmla="*/ 1931205 h 5515902"/>
              <a:gd name="connsiteX32" fmla="*/ 4366817 w 4457507"/>
              <a:gd name="connsiteY32" fmla="*/ 1920396 h 5515902"/>
              <a:gd name="connsiteX33" fmla="*/ 4363276 w 4457507"/>
              <a:gd name="connsiteY33" fmla="*/ 1907788 h 5515902"/>
              <a:gd name="connsiteX34" fmla="*/ 4359810 w 4457507"/>
              <a:gd name="connsiteY34" fmla="*/ 1904041 h 5515902"/>
              <a:gd name="connsiteX35" fmla="*/ 4366646 w 4457507"/>
              <a:gd name="connsiteY35" fmla="*/ 1863789 h 5515902"/>
              <a:gd name="connsiteX36" fmla="*/ 4366834 w 4457507"/>
              <a:gd name="connsiteY36" fmla="*/ 1858923 h 5515902"/>
              <a:gd name="connsiteX37" fmla="*/ 4365829 w 4457507"/>
              <a:gd name="connsiteY37" fmla="*/ 1825376 h 5515902"/>
              <a:gd name="connsiteX38" fmla="*/ 4360756 w 4457507"/>
              <a:gd name="connsiteY38" fmla="*/ 1775480 h 5515902"/>
              <a:gd name="connsiteX39" fmla="*/ 4350764 w 4457507"/>
              <a:gd name="connsiteY39" fmla="*/ 1751897 h 5515902"/>
              <a:gd name="connsiteX40" fmla="*/ 4350710 w 4457507"/>
              <a:gd name="connsiteY40" fmla="*/ 1599932 h 5515902"/>
              <a:gd name="connsiteX41" fmla="*/ 4352750 w 4457507"/>
              <a:gd name="connsiteY41" fmla="*/ 1599691 h 5515902"/>
              <a:gd name="connsiteX42" fmla="*/ 4362203 w 4457507"/>
              <a:gd name="connsiteY42" fmla="*/ 1564292 h 5515902"/>
              <a:gd name="connsiteX43" fmla="*/ 4359725 w 4457507"/>
              <a:gd name="connsiteY43" fmla="*/ 1546992 h 5515902"/>
              <a:gd name="connsiteX44" fmla="*/ 4359144 w 4457507"/>
              <a:gd name="connsiteY44" fmla="*/ 1543968 h 5515902"/>
              <a:gd name="connsiteX45" fmla="*/ 4360158 w 4457507"/>
              <a:gd name="connsiteY45" fmla="*/ 1532721 h 5515902"/>
              <a:gd name="connsiteX46" fmla="*/ 4356271 w 4457507"/>
              <a:gd name="connsiteY46" fmla="*/ 1528488 h 5515902"/>
              <a:gd name="connsiteX47" fmla="*/ 4357838 w 4457507"/>
              <a:gd name="connsiteY47" fmla="*/ 1490397 h 5515902"/>
              <a:gd name="connsiteX48" fmla="*/ 4368153 w 4457507"/>
              <a:gd name="connsiteY48" fmla="*/ 1417799 h 5515902"/>
              <a:gd name="connsiteX49" fmla="*/ 4372393 w 4457507"/>
              <a:gd name="connsiteY49" fmla="*/ 1406611 h 5515902"/>
              <a:gd name="connsiteX50" fmla="*/ 4379105 w 4457507"/>
              <a:gd name="connsiteY50" fmla="*/ 1332589 h 5515902"/>
              <a:gd name="connsiteX51" fmla="*/ 4386422 w 4457507"/>
              <a:gd name="connsiteY51" fmla="*/ 1281989 h 5515902"/>
              <a:gd name="connsiteX52" fmla="*/ 4390544 w 4457507"/>
              <a:gd name="connsiteY52" fmla="*/ 1271180 h 5515902"/>
              <a:gd name="connsiteX53" fmla="*/ 4387002 w 4457507"/>
              <a:gd name="connsiteY53" fmla="*/ 1258572 h 5515902"/>
              <a:gd name="connsiteX54" fmla="*/ 4383536 w 4457507"/>
              <a:gd name="connsiteY54" fmla="*/ 1254825 h 5515902"/>
              <a:gd name="connsiteX55" fmla="*/ 4390372 w 4457507"/>
              <a:gd name="connsiteY55" fmla="*/ 1214574 h 5515902"/>
              <a:gd name="connsiteX56" fmla="*/ 4390560 w 4457507"/>
              <a:gd name="connsiteY56" fmla="*/ 1209707 h 5515902"/>
              <a:gd name="connsiteX57" fmla="*/ 4389554 w 4457507"/>
              <a:gd name="connsiteY57" fmla="*/ 1176159 h 5515902"/>
              <a:gd name="connsiteX58" fmla="*/ 4384483 w 4457507"/>
              <a:gd name="connsiteY58" fmla="*/ 1126265 h 5515902"/>
              <a:gd name="connsiteX59" fmla="*/ 4372782 w 4457507"/>
              <a:gd name="connsiteY59" fmla="*/ 1074492 h 5515902"/>
              <a:gd name="connsiteX60" fmla="*/ 4368023 w 4457507"/>
              <a:gd name="connsiteY60" fmla="*/ 1044600 h 5515902"/>
              <a:gd name="connsiteX61" fmla="*/ 4362564 w 4457507"/>
              <a:gd name="connsiteY61" fmla="*/ 1023807 h 5515902"/>
              <a:gd name="connsiteX62" fmla="*/ 4359409 w 4457507"/>
              <a:gd name="connsiteY62" fmla="*/ 965734 h 5515902"/>
              <a:gd name="connsiteX63" fmla="*/ 4358670 w 4457507"/>
              <a:gd name="connsiteY63" fmla="*/ 867323 h 5515902"/>
              <a:gd name="connsiteX64" fmla="*/ 4352551 w 4457507"/>
              <a:gd name="connsiteY64" fmla="*/ 831512 h 5515902"/>
              <a:gd name="connsiteX65" fmla="*/ 4350436 w 4457507"/>
              <a:gd name="connsiteY65" fmla="*/ 830732 h 5515902"/>
              <a:gd name="connsiteX66" fmla="*/ 4350396 w 4457507"/>
              <a:gd name="connsiteY66" fmla="*/ 719189 h 5515902"/>
              <a:gd name="connsiteX67" fmla="*/ 4351552 w 4457507"/>
              <a:gd name="connsiteY67" fmla="*/ 711345 h 5515902"/>
              <a:gd name="connsiteX68" fmla="*/ 4352358 w 4457507"/>
              <a:gd name="connsiteY68" fmla="*/ 687487 h 5515902"/>
              <a:gd name="connsiteX69" fmla="*/ 4350384 w 4457507"/>
              <a:gd name="connsiteY69" fmla="*/ 682767 h 5515902"/>
              <a:gd name="connsiteX70" fmla="*/ 4350301 w 4457507"/>
              <a:gd name="connsiteY70" fmla="*/ 451435 h 5515902"/>
              <a:gd name="connsiteX71" fmla="*/ 4350733 w 4457507"/>
              <a:gd name="connsiteY71" fmla="*/ 447233 h 5515902"/>
              <a:gd name="connsiteX72" fmla="*/ 4352222 w 4457507"/>
              <a:gd name="connsiteY72" fmla="*/ 418707 h 5515902"/>
              <a:gd name="connsiteX73" fmla="*/ 4350273 w 4457507"/>
              <a:gd name="connsiteY73" fmla="*/ 372435 h 5515902"/>
              <a:gd name="connsiteX74" fmla="*/ 4350241 w 4457507"/>
              <a:gd name="connsiteY74" fmla="*/ 281168 h 5515902"/>
              <a:gd name="connsiteX75" fmla="*/ 4352388 w 4457507"/>
              <a:gd name="connsiteY75" fmla="*/ 257444 h 5515902"/>
              <a:gd name="connsiteX76" fmla="*/ 4371298 w 4457507"/>
              <a:gd name="connsiteY76" fmla="*/ 198781 h 5515902"/>
              <a:gd name="connsiteX77" fmla="*/ 4353201 w 4457507"/>
              <a:gd name="connsiteY77" fmla="*/ 168246 h 5515902"/>
              <a:gd name="connsiteX78" fmla="*/ 4350200 w 4457507"/>
              <a:gd name="connsiteY78" fmla="*/ 166699 h 5515902"/>
              <a:gd name="connsiteX79" fmla="*/ 4350188 w 4457507"/>
              <a:gd name="connsiteY79" fmla="*/ 134973 h 5515902"/>
              <a:gd name="connsiteX80" fmla="*/ 4321251 w 4457507"/>
              <a:gd name="connsiteY80" fmla="*/ 114809 h 5515902"/>
              <a:gd name="connsiteX81" fmla="*/ 3949065 w 4457507"/>
              <a:gd name="connsiteY81" fmla="*/ 115293 h 5515902"/>
              <a:gd name="connsiteX82" fmla="*/ 3121950 w 4457507"/>
              <a:gd name="connsiteY82" fmla="*/ 106657 h 5515902"/>
              <a:gd name="connsiteX83" fmla="*/ 127458 w 4457507"/>
              <a:gd name="connsiteY83" fmla="*/ 103043 h 5515902"/>
              <a:gd name="connsiteX84" fmla="*/ 0 w 4457507"/>
              <a:gd name="connsiteY84" fmla="*/ 0 h 5515902"/>
              <a:gd name="connsiteX85" fmla="*/ 4457507 w 4457507"/>
              <a:gd name="connsiteY85" fmla="*/ 0 h 5515902"/>
              <a:gd name="connsiteX86" fmla="*/ 4457507 w 4457507"/>
              <a:gd name="connsiteY86" fmla="*/ 5515902 h 5515902"/>
              <a:gd name="connsiteX87" fmla="*/ 0 w 4457507"/>
              <a:gd name="connsiteY87" fmla="*/ 5515902 h 5515902"/>
              <a:gd name="connsiteX0" fmla="*/ 134086 w 4464135"/>
              <a:gd name="connsiteY0" fmla="*/ 114630 h 5527489"/>
              <a:gd name="connsiteX1" fmla="*/ 125370 w 4464135"/>
              <a:gd name="connsiteY1" fmla="*/ 3951492 h 5527489"/>
              <a:gd name="connsiteX2" fmla="*/ 129564 w 4464135"/>
              <a:gd name="connsiteY2" fmla="*/ 5227536 h 5527489"/>
              <a:gd name="connsiteX3" fmla="*/ 127740 w 4464135"/>
              <a:gd name="connsiteY3" fmla="*/ 5291186 h 5527489"/>
              <a:gd name="connsiteX4" fmla="*/ 129366 w 4464135"/>
              <a:gd name="connsiteY4" fmla="*/ 5294657 h 5527489"/>
              <a:gd name="connsiteX5" fmla="*/ 129253 w 4464135"/>
              <a:gd name="connsiteY5" fmla="*/ 5297410 h 5527489"/>
              <a:gd name="connsiteX6" fmla="*/ 130010 w 4464135"/>
              <a:gd name="connsiteY6" fmla="*/ 5300520 h 5527489"/>
              <a:gd name="connsiteX7" fmla="*/ 131297 w 4464135"/>
              <a:gd name="connsiteY7" fmla="*/ 5312248 h 5527489"/>
              <a:gd name="connsiteX8" fmla="*/ 132053 w 4464135"/>
              <a:gd name="connsiteY8" fmla="*/ 5315359 h 5527489"/>
              <a:gd name="connsiteX9" fmla="*/ 132697 w 4464135"/>
              <a:gd name="connsiteY9" fmla="*/ 5321222 h 5527489"/>
              <a:gd name="connsiteX10" fmla="*/ 132583 w 4464135"/>
              <a:gd name="connsiteY10" fmla="*/ 5323975 h 5527489"/>
              <a:gd name="connsiteX11" fmla="*/ 133340 w 4464135"/>
              <a:gd name="connsiteY11" fmla="*/ 5327086 h 5527489"/>
              <a:gd name="connsiteX12" fmla="*/ 133984 w 4464135"/>
              <a:gd name="connsiteY12" fmla="*/ 5332949 h 5527489"/>
              <a:gd name="connsiteX13" fmla="*/ 133757 w 4464135"/>
              <a:gd name="connsiteY13" fmla="*/ 5338453 h 5527489"/>
              <a:gd name="connsiteX14" fmla="*/ 133642 w 4464135"/>
              <a:gd name="connsiteY14" fmla="*/ 5341205 h 5527489"/>
              <a:gd name="connsiteX15" fmla="*/ 133528 w 4464135"/>
              <a:gd name="connsiteY15" fmla="*/ 5343955 h 5527489"/>
              <a:gd name="connsiteX16" fmla="*/ 129702 w 4464135"/>
              <a:gd name="connsiteY16" fmla="*/ 5350770 h 5527489"/>
              <a:gd name="connsiteX17" fmla="*/ 127654 w 4464135"/>
              <a:gd name="connsiteY17" fmla="*/ 5391118 h 5527489"/>
              <a:gd name="connsiteX18" fmla="*/ 437166 w 4464135"/>
              <a:gd name="connsiteY18" fmla="*/ 5390825 h 5527489"/>
              <a:gd name="connsiteX19" fmla="*/ 4361989 w 4464135"/>
              <a:gd name="connsiteY19" fmla="*/ 5423001 h 5527489"/>
              <a:gd name="connsiteX20" fmla="*/ 4361934 w 4464135"/>
              <a:gd name="connsiteY20" fmla="*/ 5360605 h 5527489"/>
              <a:gd name="connsiteX21" fmla="*/ 4366408 w 4464135"/>
              <a:gd name="connsiteY21" fmla="*/ 5357656 h 5527489"/>
              <a:gd name="connsiteX22" fmla="*/ 4382934 w 4464135"/>
              <a:gd name="connsiteY22" fmla="*/ 5322350 h 5527489"/>
              <a:gd name="connsiteX23" fmla="*/ 4374510 w 4464135"/>
              <a:gd name="connsiteY23" fmla="*/ 5222590 h 5527489"/>
              <a:gd name="connsiteX24" fmla="*/ 4369069 w 4464135"/>
              <a:gd name="connsiteY24" fmla="*/ 5188458 h 5527489"/>
              <a:gd name="connsiteX25" fmla="*/ 4361749 w 4464135"/>
              <a:gd name="connsiteY25" fmla="*/ 5152192 h 5527489"/>
              <a:gd name="connsiteX26" fmla="*/ 4360344 w 4464135"/>
              <a:gd name="connsiteY26" fmla="*/ 3514588 h 5527489"/>
              <a:gd name="connsiteX27" fmla="*/ 4362268 w 4464135"/>
              <a:gd name="connsiteY27" fmla="*/ 3351901 h 5527489"/>
              <a:gd name="connsiteX28" fmla="*/ 4360797 w 4464135"/>
              <a:gd name="connsiteY28" fmla="*/ 3098530 h 5527489"/>
              <a:gd name="connsiteX29" fmla="*/ 4357491 w 4464135"/>
              <a:gd name="connsiteY29" fmla="*/ 2043190 h 5527489"/>
              <a:gd name="connsiteX30" fmla="*/ 4362007 w 4464135"/>
              <a:gd name="connsiteY30" fmla="*/ 1993394 h 5527489"/>
              <a:gd name="connsiteX31" fmla="*/ 4369324 w 4464135"/>
              <a:gd name="connsiteY31" fmla="*/ 1942792 h 5527489"/>
              <a:gd name="connsiteX32" fmla="*/ 4373445 w 4464135"/>
              <a:gd name="connsiteY32" fmla="*/ 1931983 h 5527489"/>
              <a:gd name="connsiteX33" fmla="*/ 4369904 w 4464135"/>
              <a:gd name="connsiteY33" fmla="*/ 1919375 h 5527489"/>
              <a:gd name="connsiteX34" fmla="*/ 4366438 w 4464135"/>
              <a:gd name="connsiteY34" fmla="*/ 1915628 h 5527489"/>
              <a:gd name="connsiteX35" fmla="*/ 4373274 w 4464135"/>
              <a:gd name="connsiteY35" fmla="*/ 1875376 h 5527489"/>
              <a:gd name="connsiteX36" fmla="*/ 4373462 w 4464135"/>
              <a:gd name="connsiteY36" fmla="*/ 1870510 h 5527489"/>
              <a:gd name="connsiteX37" fmla="*/ 4372457 w 4464135"/>
              <a:gd name="connsiteY37" fmla="*/ 1836963 h 5527489"/>
              <a:gd name="connsiteX38" fmla="*/ 4367384 w 4464135"/>
              <a:gd name="connsiteY38" fmla="*/ 1787067 h 5527489"/>
              <a:gd name="connsiteX39" fmla="*/ 4357392 w 4464135"/>
              <a:gd name="connsiteY39" fmla="*/ 1763484 h 5527489"/>
              <a:gd name="connsiteX40" fmla="*/ 4357338 w 4464135"/>
              <a:gd name="connsiteY40" fmla="*/ 1611519 h 5527489"/>
              <a:gd name="connsiteX41" fmla="*/ 4359378 w 4464135"/>
              <a:gd name="connsiteY41" fmla="*/ 1611278 h 5527489"/>
              <a:gd name="connsiteX42" fmla="*/ 4368831 w 4464135"/>
              <a:gd name="connsiteY42" fmla="*/ 1575879 h 5527489"/>
              <a:gd name="connsiteX43" fmla="*/ 4366353 w 4464135"/>
              <a:gd name="connsiteY43" fmla="*/ 1558579 h 5527489"/>
              <a:gd name="connsiteX44" fmla="*/ 4365772 w 4464135"/>
              <a:gd name="connsiteY44" fmla="*/ 1555555 h 5527489"/>
              <a:gd name="connsiteX45" fmla="*/ 4366786 w 4464135"/>
              <a:gd name="connsiteY45" fmla="*/ 1544308 h 5527489"/>
              <a:gd name="connsiteX46" fmla="*/ 4362899 w 4464135"/>
              <a:gd name="connsiteY46" fmla="*/ 1540075 h 5527489"/>
              <a:gd name="connsiteX47" fmla="*/ 4364466 w 4464135"/>
              <a:gd name="connsiteY47" fmla="*/ 1501984 h 5527489"/>
              <a:gd name="connsiteX48" fmla="*/ 4374781 w 4464135"/>
              <a:gd name="connsiteY48" fmla="*/ 1429386 h 5527489"/>
              <a:gd name="connsiteX49" fmla="*/ 4379021 w 4464135"/>
              <a:gd name="connsiteY49" fmla="*/ 1418198 h 5527489"/>
              <a:gd name="connsiteX50" fmla="*/ 4385733 w 4464135"/>
              <a:gd name="connsiteY50" fmla="*/ 1344176 h 5527489"/>
              <a:gd name="connsiteX51" fmla="*/ 4393050 w 4464135"/>
              <a:gd name="connsiteY51" fmla="*/ 1293576 h 5527489"/>
              <a:gd name="connsiteX52" fmla="*/ 4397172 w 4464135"/>
              <a:gd name="connsiteY52" fmla="*/ 1282767 h 5527489"/>
              <a:gd name="connsiteX53" fmla="*/ 4393630 w 4464135"/>
              <a:gd name="connsiteY53" fmla="*/ 1270159 h 5527489"/>
              <a:gd name="connsiteX54" fmla="*/ 4390164 w 4464135"/>
              <a:gd name="connsiteY54" fmla="*/ 1266412 h 5527489"/>
              <a:gd name="connsiteX55" fmla="*/ 4397000 w 4464135"/>
              <a:gd name="connsiteY55" fmla="*/ 1226161 h 5527489"/>
              <a:gd name="connsiteX56" fmla="*/ 4397188 w 4464135"/>
              <a:gd name="connsiteY56" fmla="*/ 1221294 h 5527489"/>
              <a:gd name="connsiteX57" fmla="*/ 4396182 w 4464135"/>
              <a:gd name="connsiteY57" fmla="*/ 1187746 h 5527489"/>
              <a:gd name="connsiteX58" fmla="*/ 4391111 w 4464135"/>
              <a:gd name="connsiteY58" fmla="*/ 1137852 h 5527489"/>
              <a:gd name="connsiteX59" fmla="*/ 4379410 w 4464135"/>
              <a:gd name="connsiteY59" fmla="*/ 1086079 h 5527489"/>
              <a:gd name="connsiteX60" fmla="*/ 4374651 w 4464135"/>
              <a:gd name="connsiteY60" fmla="*/ 1056187 h 5527489"/>
              <a:gd name="connsiteX61" fmla="*/ 4369192 w 4464135"/>
              <a:gd name="connsiteY61" fmla="*/ 1035394 h 5527489"/>
              <a:gd name="connsiteX62" fmla="*/ 4366037 w 4464135"/>
              <a:gd name="connsiteY62" fmla="*/ 977321 h 5527489"/>
              <a:gd name="connsiteX63" fmla="*/ 4365298 w 4464135"/>
              <a:gd name="connsiteY63" fmla="*/ 878910 h 5527489"/>
              <a:gd name="connsiteX64" fmla="*/ 4359179 w 4464135"/>
              <a:gd name="connsiteY64" fmla="*/ 843099 h 5527489"/>
              <a:gd name="connsiteX65" fmla="*/ 4357064 w 4464135"/>
              <a:gd name="connsiteY65" fmla="*/ 842319 h 5527489"/>
              <a:gd name="connsiteX66" fmla="*/ 4357024 w 4464135"/>
              <a:gd name="connsiteY66" fmla="*/ 730776 h 5527489"/>
              <a:gd name="connsiteX67" fmla="*/ 4358180 w 4464135"/>
              <a:gd name="connsiteY67" fmla="*/ 722932 h 5527489"/>
              <a:gd name="connsiteX68" fmla="*/ 4358986 w 4464135"/>
              <a:gd name="connsiteY68" fmla="*/ 699074 h 5527489"/>
              <a:gd name="connsiteX69" fmla="*/ 4357012 w 4464135"/>
              <a:gd name="connsiteY69" fmla="*/ 694354 h 5527489"/>
              <a:gd name="connsiteX70" fmla="*/ 4356929 w 4464135"/>
              <a:gd name="connsiteY70" fmla="*/ 463022 h 5527489"/>
              <a:gd name="connsiteX71" fmla="*/ 4357361 w 4464135"/>
              <a:gd name="connsiteY71" fmla="*/ 458820 h 5527489"/>
              <a:gd name="connsiteX72" fmla="*/ 4358850 w 4464135"/>
              <a:gd name="connsiteY72" fmla="*/ 430294 h 5527489"/>
              <a:gd name="connsiteX73" fmla="*/ 4356901 w 4464135"/>
              <a:gd name="connsiteY73" fmla="*/ 384022 h 5527489"/>
              <a:gd name="connsiteX74" fmla="*/ 4356869 w 4464135"/>
              <a:gd name="connsiteY74" fmla="*/ 292755 h 5527489"/>
              <a:gd name="connsiteX75" fmla="*/ 4359016 w 4464135"/>
              <a:gd name="connsiteY75" fmla="*/ 269031 h 5527489"/>
              <a:gd name="connsiteX76" fmla="*/ 4377926 w 4464135"/>
              <a:gd name="connsiteY76" fmla="*/ 210368 h 5527489"/>
              <a:gd name="connsiteX77" fmla="*/ 4359829 w 4464135"/>
              <a:gd name="connsiteY77" fmla="*/ 179833 h 5527489"/>
              <a:gd name="connsiteX78" fmla="*/ 4356828 w 4464135"/>
              <a:gd name="connsiteY78" fmla="*/ 178286 h 5527489"/>
              <a:gd name="connsiteX79" fmla="*/ 4356816 w 4464135"/>
              <a:gd name="connsiteY79" fmla="*/ 146560 h 5527489"/>
              <a:gd name="connsiteX80" fmla="*/ 4327879 w 4464135"/>
              <a:gd name="connsiteY80" fmla="*/ 126396 h 5527489"/>
              <a:gd name="connsiteX81" fmla="*/ 3955693 w 4464135"/>
              <a:gd name="connsiteY81" fmla="*/ 126880 h 5527489"/>
              <a:gd name="connsiteX82" fmla="*/ 3128578 w 4464135"/>
              <a:gd name="connsiteY82" fmla="*/ 118244 h 5527489"/>
              <a:gd name="connsiteX83" fmla="*/ 134086 w 4464135"/>
              <a:gd name="connsiteY83" fmla="*/ 114630 h 5527489"/>
              <a:gd name="connsiteX84" fmla="*/ 0 w 4464135"/>
              <a:gd name="connsiteY84" fmla="*/ 0 h 5527489"/>
              <a:gd name="connsiteX85" fmla="*/ 4464135 w 4464135"/>
              <a:gd name="connsiteY85" fmla="*/ 11587 h 5527489"/>
              <a:gd name="connsiteX86" fmla="*/ 4464135 w 4464135"/>
              <a:gd name="connsiteY86" fmla="*/ 5527489 h 5527489"/>
              <a:gd name="connsiteX87" fmla="*/ 6628 w 4464135"/>
              <a:gd name="connsiteY87" fmla="*/ 5527489 h 5527489"/>
              <a:gd name="connsiteX88" fmla="*/ 0 w 4464135"/>
              <a:gd name="connsiteY88" fmla="*/ 0 h 5527489"/>
              <a:gd name="connsiteX0" fmla="*/ 139379 w 4469428"/>
              <a:gd name="connsiteY0" fmla="*/ 114630 h 5528158"/>
              <a:gd name="connsiteX1" fmla="*/ 130663 w 4469428"/>
              <a:gd name="connsiteY1" fmla="*/ 3951492 h 5528158"/>
              <a:gd name="connsiteX2" fmla="*/ 134857 w 4469428"/>
              <a:gd name="connsiteY2" fmla="*/ 5227536 h 5528158"/>
              <a:gd name="connsiteX3" fmla="*/ 133033 w 4469428"/>
              <a:gd name="connsiteY3" fmla="*/ 5291186 h 5528158"/>
              <a:gd name="connsiteX4" fmla="*/ 134659 w 4469428"/>
              <a:gd name="connsiteY4" fmla="*/ 5294657 h 5528158"/>
              <a:gd name="connsiteX5" fmla="*/ 134546 w 4469428"/>
              <a:gd name="connsiteY5" fmla="*/ 5297410 h 5528158"/>
              <a:gd name="connsiteX6" fmla="*/ 135303 w 4469428"/>
              <a:gd name="connsiteY6" fmla="*/ 5300520 h 5528158"/>
              <a:gd name="connsiteX7" fmla="*/ 136590 w 4469428"/>
              <a:gd name="connsiteY7" fmla="*/ 5312248 h 5528158"/>
              <a:gd name="connsiteX8" fmla="*/ 137346 w 4469428"/>
              <a:gd name="connsiteY8" fmla="*/ 5315359 h 5528158"/>
              <a:gd name="connsiteX9" fmla="*/ 137990 w 4469428"/>
              <a:gd name="connsiteY9" fmla="*/ 5321222 h 5528158"/>
              <a:gd name="connsiteX10" fmla="*/ 137876 w 4469428"/>
              <a:gd name="connsiteY10" fmla="*/ 5323975 h 5528158"/>
              <a:gd name="connsiteX11" fmla="*/ 138633 w 4469428"/>
              <a:gd name="connsiteY11" fmla="*/ 5327086 h 5528158"/>
              <a:gd name="connsiteX12" fmla="*/ 139277 w 4469428"/>
              <a:gd name="connsiteY12" fmla="*/ 5332949 h 5528158"/>
              <a:gd name="connsiteX13" fmla="*/ 139050 w 4469428"/>
              <a:gd name="connsiteY13" fmla="*/ 5338453 h 5528158"/>
              <a:gd name="connsiteX14" fmla="*/ 138935 w 4469428"/>
              <a:gd name="connsiteY14" fmla="*/ 5341205 h 5528158"/>
              <a:gd name="connsiteX15" fmla="*/ 138821 w 4469428"/>
              <a:gd name="connsiteY15" fmla="*/ 5343955 h 5528158"/>
              <a:gd name="connsiteX16" fmla="*/ 134995 w 4469428"/>
              <a:gd name="connsiteY16" fmla="*/ 5350770 h 5528158"/>
              <a:gd name="connsiteX17" fmla="*/ 132947 w 4469428"/>
              <a:gd name="connsiteY17" fmla="*/ 5391118 h 5528158"/>
              <a:gd name="connsiteX18" fmla="*/ 442459 w 4469428"/>
              <a:gd name="connsiteY18" fmla="*/ 5390825 h 5528158"/>
              <a:gd name="connsiteX19" fmla="*/ 4367282 w 4469428"/>
              <a:gd name="connsiteY19" fmla="*/ 5423001 h 5528158"/>
              <a:gd name="connsiteX20" fmla="*/ 4367227 w 4469428"/>
              <a:gd name="connsiteY20" fmla="*/ 5360605 h 5528158"/>
              <a:gd name="connsiteX21" fmla="*/ 4371701 w 4469428"/>
              <a:gd name="connsiteY21" fmla="*/ 5357656 h 5528158"/>
              <a:gd name="connsiteX22" fmla="*/ 4388227 w 4469428"/>
              <a:gd name="connsiteY22" fmla="*/ 5322350 h 5528158"/>
              <a:gd name="connsiteX23" fmla="*/ 4379803 w 4469428"/>
              <a:gd name="connsiteY23" fmla="*/ 5222590 h 5528158"/>
              <a:gd name="connsiteX24" fmla="*/ 4374362 w 4469428"/>
              <a:gd name="connsiteY24" fmla="*/ 5188458 h 5528158"/>
              <a:gd name="connsiteX25" fmla="*/ 4367042 w 4469428"/>
              <a:gd name="connsiteY25" fmla="*/ 5152192 h 5528158"/>
              <a:gd name="connsiteX26" fmla="*/ 4365637 w 4469428"/>
              <a:gd name="connsiteY26" fmla="*/ 3514588 h 5528158"/>
              <a:gd name="connsiteX27" fmla="*/ 4367561 w 4469428"/>
              <a:gd name="connsiteY27" fmla="*/ 3351901 h 5528158"/>
              <a:gd name="connsiteX28" fmla="*/ 4366090 w 4469428"/>
              <a:gd name="connsiteY28" fmla="*/ 3098530 h 5528158"/>
              <a:gd name="connsiteX29" fmla="*/ 4362784 w 4469428"/>
              <a:gd name="connsiteY29" fmla="*/ 2043190 h 5528158"/>
              <a:gd name="connsiteX30" fmla="*/ 4367300 w 4469428"/>
              <a:gd name="connsiteY30" fmla="*/ 1993394 h 5528158"/>
              <a:gd name="connsiteX31" fmla="*/ 4374617 w 4469428"/>
              <a:gd name="connsiteY31" fmla="*/ 1942792 h 5528158"/>
              <a:gd name="connsiteX32" fmla="*/ 4378738 w 4469428"/>
              <a:gd name="connsiteY32" fmla="*/ 1931983 h 5528158"/>
              <a:gd name="connsiteX33" fmla="*/ 4375197 w 4469428"/>
              <a:gd name="connsiteY33" fmla="*/ 1919375 h 5528158"/>
              <a:gd name="connsiteX34" fmla="*/ 4371731 w 4469428"/>
              <a:gd name="connsiteY34" fmla="*/ 1915628 h 5528158"/>
              <a:gd name="connsiteX35" fmla="*/ 4378567 w 4469428"/>
              <a:gd name="connsiteY35" fmla="*/ 1875376 h 5528158"/>
              <a:gd name="connsiteX36" fmla="*/ 4378755 w 4469428"/>
              <a:gd name="connsiteY36" fmla="*/ 1870510 h 5528158"/>
              <a:gd name="connsiteX37" fmla="*/ 4377750 w 4469428"/>
              <a:gd name="connsiteY37" fmla="*/ 1836963 h 5528158"/>
              <a:gd name="connsiteX38" fmla="*/ 4372677 w 4469428"/>
              <a:gd name="connsiteY38" fmla="*/ 1787067 h 5528158"/>
              <a:gd name="connsiteX39" fmla="*/ 4362685 w 4469428"/>
              <a:gd name="connsiteY39" fmla="*/ 1763484 h 5528158"/>
              <a:gd name="connsiteX40" fmla="*/ 4362631 w 4469428"/>
              <a:gd name="connsiteY40" fmla="*/ 1611519 h 5528158"/>
              <a:gd name="connsiteX41" fmla="*/ 4364671 w 4469428"/>
              <a:gd name="connsiteY41" fmla="*/ 1611278 h 5528158"/>
              <a:gd name="connsiteX42" fmla="*/ 4374124 w 4469428"/>
              <a:gd name="connsiteY42" fmla="*/ 1575879 h 5528158"/>
              <a:gd name="connsiteX43" fmla="*/ 4371646 w 4469428"/>
              <a:gd name="connsiteY43" fmla="*/ 1558579 h 5528158"/>
              <a:gd name="connsiteX44" fmla="*/ 4371065 w 4469428"/>
              <a:gd name="connsiteY44" fmla="*/ 1555555 h 5528158"/>
              <a:gd name="connsiteX45" fmla="*/ 4372079 w 4469428"/>
              <a:gd name="connsiteY45" fmla="*/ 1544308 h 5528158"/>
              <a:gd name="connsiteX46" fmla="*/ 4368192 w 4469428"/>
              <a:gd name="connsiteY46" fmla="*/ 1540075 h 5528158"/>
              <a:gd name="connsiteX47" fmla="*/ 4369759 w 4469428"/>
              <a:gd name="connsiteY47" fmla="*/ 1501984 h 5528158"/>
              <a:gd name="connsiteX48" fmla="*/ 4380074 w 4469428"/>
              <a:gd name="connsiteY48" fmla="*/ 1429386 h 5528158"/>
              <a:gd name="connsiteX49" fmla="*/ 4384314 w 4469428"/>
              <a:gd name="connsiteY49" fmla="*/ 1418198 h 5528158"/>
              <a:gd name="connsiteX50" fmla="*/ 4391026 w 4469428"/>
              <a:gd name="connsiteY50" fmla="*/ 1344176 h 5528158"/>
              <a:gd name="connsiteX51" fmla="*/ 4398343 w 4469428"/>
              <a:gd name="connsiteY51" fmla="*/ 1293576 h 5528158"/>
              <a:gd name="connsiteX52" fmla="*/ 4402465 w 4469428"/>
              <a:gd name="connsiteY52" fmla="*/ 1282767 h 5528158"/>
              <a:gd name="connsiteX53" fmla="*/ 4398923 w 4469428"/>
              <a:gd name="connsiteY53" fmla="*/ 1270159 h 5528158"/>
              <a:gd name="connsiteX54" fmla="*/ 4395457 w 4469428"/>
              <a:gd name="connsiteY54" fmla="*/ 1266412 h 5528158"/>
              <a:gd name="connsiteX55" fmla="*/ 4402293 w 4469428"/>
              <a:gd name="connsiteY55" fmla="*/ 1226161 h 5528158"/>
              <a:gd name="connsiteX56" fmla="*/ 4402481 w 4469428"/>
              <a:gd name="connsiteY56" fmla="*/ 1221294 h 5528158"/>
              <a:gd name="connsiteX57" fmla="*/ 4401475 w 4469428"/>
              <a:gd name="connsiteY57" fmla="*/ 1187746 h 5528158"/>
              <a:gd name="connsiteX58" fmla="*/ 4396404 w 4469428"/>
              <a:gd name="connsiteY58" fmla="*/ 1137852 h 5528158"/>
              <a:gd name="connsiteX59" fmla="*/ 4384703 w 4469428"/>
              <a:gd name="connsiteY59" fmla="*/ 1086079 h 5528158"/>
              <a:gd name="connsiteX60" fmla="*/ 4379944 w 4469428"/>
              <a:gd name="connsiteY60" fmla="*/ 1056187 h 5528158"/>
              <a:gd name="connsiteX61" fmla="*/ 4374485 w 4469428"/>
              <a:gd name="connsiteY61" fmla="*/ 1035394 h 5528158"/>
              <a:gd name="connsiteX62" fmla="*/ 4371330 w 4469428"/>
              <a:gd name="connsiteY62" fmla="*/ 977321 h 5528158"/>
              <a:gd name="connsiteX63" fmla="*/ 4370591 w 4469428"/>
              <a:gd name="connsiteY63" fmla="*/ 878910 h 5528158"/>
              <a:gd name="connsiteX64" fmla="*/ 4364472 w 4469428"/>
              <a:gd name="connsiteY64" fmla="*/ 843099 h 5528158"/>
              <a:gd name="connsiteX65" fmla="*/ 4362357 w 4469428"/>
              <a:gd name="connsiteY65" fmla="*/ 842319 h 5528158"/>
              <a:gd name="connsiteX66" fmla="*/ 4362317 w 4469428"/>
              <a:gd name="connsiteY66" fmla="*/ 730776 h 5528158"/>
              <a:gd name="connsiteX67" fmla="*/ 4363473 w 4469428"/>
              <a:gd name="connsiteY67" fmla="*/ 722932 h 5528158"/>
              <a:gd name="connsiteX68" fmla="*/ 4364279 w 4469428"/>
              <a:gd name="connsiteY68" fmla="*/ 699074 h 5528158"/>
              <a:gd name="connsiteX69" fmla="*/ 4362305 w 4469428"/>
              <a:gd name="connsiteY69" fmla="*/ 694354 h 5528158"/>
              <a:gd name="connsiteX70" fmla="*/ 4362222 w 4469428"/>
              <a:gd name="connsiteY70" fmla="*/ 463022 h 5528158"/>
              <a:gd name="connsiteX71" fmla="*/ 4362654 w 4469428"/>
              <a:gd name="connsiteY71" fmla="*/ 458820 h 5528158"/>
              <a:gd name="connsiteX72" fmla="*/ 4364143 w 4469428"/>
              <a:gd name="connsiteY72" fmla="*/ 430294 h 5528158"/>
              <a:gd name="connsiteX73" fmla="*/ 4362194 w 4469428"/>
              <a:gd name="connsiteY73" fmla="*/ 384022 h 5528158"/>
              <a:gd name="connsiteX74" fmla="*/ 4362162 w 4469428"/>
              <a:gd name="connsiteY74" fmla="*/ 292755 h 5528158"/>
              <a:gd name="connsiteX75" fmla="*/ 4364309 w 4469428"/>
              <a:gd name="connsiteY75" fmla="*/ 269031 h 5528158"/>
              <a:gd name="connsiteX76" fmla="*/ 4383219 w 4469428"/>
              <a:gd name="connsiteY76" fmla="*/ 210368 h 5528158"/>
              <a:gd name="connsiteX77" fmla="*/ 4365122 w 4469428"/>
              <a:gd name="connsiteY77" fmla="*/ 179833 h 5528158"/>
              <a:gd name="connsiteX78" fmla="*/ 4362121 w 4469428"/>
              <a:gd name="connsiteY78" fmla="*/ 178286 h 5528158"/>
              <a:gd name="connsiteX79" fmla="*/ 4362109 w 4469428"/>
              <a:gd name="connsiteY79" fmla="*/ 146560 h 5528158"/>
              <a:gd name="connsiteX80" fmla="*/ 4333172 w 4469428"/>
              <a:gd name="connsiteY80" fmla="*/ 126396 h 5528158"/>
              <a:gd name="connsiteX81" fmla="*/ 3960986 w 4469428"/>
              <a:gd name="connsiteY81" fmla="*/ 126880 h 5528158"/>
              <a:gd name="connsiteX82" fmla="*/ 3133871 w 4469428"/>
              <a:gd name="connsiteY82" fmla="*/ 118244 h 5528158"/>
              <a:gd name="connsiteX83" fmla="*/ 139379 w 4469428"/>
              <a:gd name="connsiteY83" fmla="*/ 114630 h 5528158"/>
              <a:gd name="connsiteX84" fmla="*/ 5293 w 4469428"/>
              <a:gd name="connsiteY84" fmla="*/ 0 h 5528158"/>
              <a:gd name="connsiteX85" fmla="*/ 4469428 w 4469428"/>
              <a:gd name="connsiteY85" fmla="*/ 11587 h 5528158"/>
              <a:gd name="connsiteX86" fmla="*/ 4469428 w 4469428"/>
              <a:gd name="connsiteY86" fmla="*/ 5527489 h 5528158"/>
              <a:gd name="connsiteX87" fmla="*/ 0 w 4469428"/>
              <a:gd name="connsiteY87" fmla="*/ 5528158 h 5528158"/>
              <a:gd name="connsiteX88" fmla="*/ 5293 w 4469428"/>
              <a:gd name="connsiteY88" fmla="*/ 0 h 5528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4469428" h="5528158">
                <a:moveTo>
                  <a:pt x="139379" y="114630"/>
                </a:moveTo>
                <a:cubicBezTo>
                  <a:pt x="136474" y="1393584"/>
                  <a:pt x="133568" y="2672538"/>
                  <a:pt x="130663" y="3951492"/>
                </a:cubicBezTo>
                <a:lnTo>
                  <a:pt x="134857" y="5227536"/>
                </a:lnTo>
                <a:lnTo>
                  <a:pt x="133033" y="5291186"/>
                </a:lnTo>
                <a:cubicBezTo>
                  <a:pt x="132165" y="5293735"/>
                  <a:pt x="134303" y="5293191"/>
                  <a:pt x="134659" y="5294657"/>
                </a:cubicBezTo>
                <a:cubicBezTo>
                  <a:pt x="134818" y="5295314"/>
                  <a:pt x="134461" y="5296645"/>
                  <a:pt x="134546" y="5297410"/>
                </a:cubicBezTo>
                <a:cubicBezTo>
                  <a:pt x="134680" y="5298621"/>
                  <a:pt x="135050" y="5299484"/>
                  <a:pt x="135303" y="5300520"/>
                </a:cubicBezTo>
                <a:cubicBezTo>
                  <a:pt x="134955" y="5308925"/>
                  <a:pt x="134756" y="5304714"/>
                  <a:pt x="136590" y="5312248"/>
                </a:cubicBezTo>
                <a:lnTo>
                  <a:pt x="137346" y="5315359"/>
                </a:lnTo>
                <a:cubicBezTo>
                  <a:pt x="137085" y="5321668"/>
                  <a:pt x="137212" y="5314126"/>
                  <a:pt x="137990" y="5321222"/>
                </a:cubicBezTo>
                <a:cubicBezTo>
                  <a:pt x="138073" y="5321988"/>
                  <a:pt x="137792" y="5323209"/>
                  <a:pt x="137876" y="5323975"/>
                </a:cubicBezTo>
                <a:cubicBezTo>
                  <a:pt x="138009" y="5325186"/>
                  <a:pt x="138382" y="5326048"/>
                  <a:pt x="138633" y="5327086"/>
                </a:cubicBezTo>
                <a:cubicBezTo>
                  <a:pt x="138285" y="5335497"/>
                  <a:pt x="138636" y="5322525"/>
                  <a:pt x="139277" y="5332949"/>
                </a:cubicBezTo>
                <a:cubicBezTo>
                  <a:pt x="139376" y="5334574"/>
                  <a:pt x="139125" y="5336619"/>
                  <a:pt x="139050" y="5338453"/>
                </a:cubicBezTo>
                <a:cubicBezTo>
                  <a:pt x="139012" y="5339370"/>
                  <a:pt x="138973" y="5340288"/>
                  <a:pt x="138935" y="5341205"/>
                </a:cubicBezTo>
                <a:cubicBezTo>
                  <a:pt x="138896" y="5342122"/>
                  <a:pt x="139287" y="5342828"/>
                  <a:pt x="138821" y="5343955"/>
                </a:cubicBezTo>
                <a:lnTo>
                  <a:pt x="134995" y="5350770"/>
                </a:lnTo>
                <a:cubicBezTo>
                  <a:pt x="134312" y="5364219"/>
                  <a:pt x="133630" y="5377669"/>
                  <a:pt x="132947" y="5391118"/>
                </a:cubicBezTo>
                <a:lnTo>
                  <a:pt x="442459" y="5390825"/>
                </a:lnTo>
                <a:lnTo>
                  <a:pt x="4367282" y="5423001"/>
                </a:lnTo>
                <a:cubicBezTo>
                  <a:pt x="4370202" y="5399252"/>
                  <a:pt x="4367245" y="5381403"/>
                  <a:pt x="4367227" y="5360605"/>
                </a:cubicBezTo>
                <a:lnTo>
                  <a:pt x="4371701" y="5357656"/>
                </a:lnTo>
                <a:cubicBezTo>
                  <a:pt x="4379637" y="5348721"/>
                  <a:pt x="4388234" y="5329909"/>
                  <a:pt x="4388227" y="5322350"/>
                </a:cubicBezTo>
                <a:cubicBezTo>
                  <a:pt x="4367368" y="5279378"/>
                  <a:pt x="4382114" y="5244904"/>
                  <a:pt x="4379803" y="5222590"/>
                </a:cubicBezTo>
                <a:cubicBezTo>
                  <a:pt x="4377491" y="5200274"/>
                  <a:pt x="4380559" y="5196016"/>
                  <a:pt x="4374362" y="5188458"/>
                </a:cubicBezTo>
                <a:lnTo>
                  <a:pt x="4367042" y="5152192"/>
                </a:lnTo>
                <a:cubicBezTo>
                  <a:pt x="4366574" y="4606324"/>
                  <a:pt x="4366105" y="4060456"/>
                  <a:pt x="4365637" y="3514588"/>
                </a:cubicBezTo>
                <a:cubicBezTo>
                  <a:pt x="4371865" y="3495812"/>
                  <a:pt x="4373799" y="3345640"/>
                  <a:pt x="4367561" y="3351901"/>
                </a:cubicBezTo>
                <a:cubicBezTo>
                  <a:pt x="4366094" y="3273341"/>
                  <a:pt x="4367556" y="3177091"/>
                  <a:pt x="4366090" y="3098530"/>
                </a:cubicBezTo>
                <a:cubicBezTo>
                  <a:pt x="4350280" y="2752657"/>
                  <a:pt x="4363886" y="2394970"/>
                  <a:pt x="4362784" y="2043190"/>
                </a:cubicBezTo>
                <a:lnTo>
                  <a:pt x="4367300" y="1993394"/>
                </a:lnTo>
                <a:lnTo>
                  <a:pt x="4374617" y="1942792"/>
                </a:lnTo>
                <a:lnTo>
                  <a:pt x="4378738" y="1931983"/>
                </a:lnTo>
                <a:lnTo>
                  <a:pt x="4375197" y="1919375"/>
                </a:lnTo>
                <a:cubicBezTo>
                  <a:pt x="4374156" y="1917827"/>
                  <a:pt x="4372987" y="1916564"/>
                  <a:pt x="4371731" y="1915628"/>
                </a:cubicBezTo>
                <a:lnTo>
                  <a:pt x="4378567" y="1875376"/>
                </a:lnTo>
                <a:cubicBezTo>
                  <a:pt x="4378630" y="1873754"/>
                  <a:pt x="4378692" y="1872132"/>
                  <a:pt x="4378755" y="1870510"/>
                </a:cubicBezTo>
                <a:lnTo>
                  <a:pt x="4377750" y="1836963"/>
                </a:lnTo>
                <a:lnTo>
                  <a:pt x="4372677" y="1787067"/>
                </a:lnTo>
                <a:lnTo>
                  <a:pt x="4362685" y="1763484"/>
                </a:lnTo>
                <a:lnTo>
                  <a:pt x="4362631" y="1611519"/>
                </a:lnTo>
                <a:lnTo>
                  <a:pt x="4364671" y="1611278"/>
                </a:lnTo>
                <a:cubicBezTo>
                  <a:pt x="4366758" y="1602131"/>
                  <a:pt x="4359453" y="1573438"/>
                  <a:pt x="4374124" y="1575879"/>
                </a:cubicBezTo>
                <a:cubicBezTo>
                  <a:pt x="4373751" y="1570076"/>
                  <a:pt x="4372775" y="1564350"/>
                  <a:pt x="4371646" y="1558579"/>
                </a:cubicBezTo>
                <a:cubicBezTo>
                  <a:pt x="4371453" y="1557570"/>
                  <a:pt x="4371259" y="1556563"/>
                  <a:pt x="4371065" y="1555555"/>
                </a:cubicBezTo>
                <a:lnTo>
                  <a:pt x="4372079" y="1544308"/>
                </a:lnTo>
                <a:lnTo>
                  <a:pt x="4368192" y="1540075"/>
                </a:lnTo>
                <a:cubicBezTo>
                  <a:pt x="4368714" y="1527378"/>
                  <a:pt x="4369237" y="1514681"/>
                  <a:pt x="4369759" y="1501984"/>
                </a:cubicBezTo>
                <a:cubicBezTo>
                  <a:pt x="4380299" y="1485701"/>
                  <a:pt x="4375432" y="1454918"/>
                  <a:pt x="4380074" y="1429386"/>
                </a:cubicBezTo>
                <a:lnTo>
                  <a:pt x="4384314" y="1418198"/>
                </a:lnTo>
                <a:lnTo>
                  <a:pt x="4391026" y="1344176"/>
                </a:lnTo>
                <a:lnTo>
                  <a:pt x="4398343" y="1293576"/>
                </a:lnTo>
                <a:lnTo>
                  <a:pt x="4402465" y="1282767"/>
                </a:lnTo>
                <a:lnTo>
                  <a:pt x="4398923" y="1270159"/>
                </a:lnTo>
                <a:cubicBezTo>
                  <a:pt x="4397882" y="1268610"/>
                  <a:pt x="4396712" y="1267349"/>
                  <a:pt x="4395457" y="1266412"/>
                </a:cubicBezTo>
                <a:lnTo>
                  <a:pt x="4402293" y="1226161"/>
                </a:lnTo>
                <a:cubicBezTo>
                  <a:pt x="4402355" y="1224538"/>
                  <a:pt x="4402419" y="1222916"/>
                  <a:pt x="4402481" y="1221294"/>
                </a:cubicBezTo>
                <a:cubicBezTo>
                  <a:pt x="4402146" y="1210111"/>
                  <a:pt x="4401811" y="1198928"/>
                  <a:pt x="4401475" y="1187746"/>
                </a:cubicBezTo>
                <a:lnTo>
                  <a:pt x="4396404" y="1137852"/>
                </a:lnTo>
                <a:cubicBezTo>
                  <a:pt x="4392504" y="1121351"/>
                  <a:pt x="4376596" y="1106460"/>
                  <a:pt x="4384703" y="1086079"/>
                </a:cubicBezTo>
                <a:cubicBezTo>
                  <a:pt x="4375710" y="1090599"/>
                  <a:pt x="4387543" y="1061876"/>
                  <a:pt x="4379944" y="1056187"/>
                </a:cubicBezTo>
                <a:cubicBezTo>
                  <a:pt x="4373628" y="1052847"/>
                  <a:pt x="4375745" y="1043354"/>
                  <a:pt x="4374485" y="1035394"/>
                </a:cubicBezTo>
                <a:cubicBezTo>
                  <a:pt x="4368596" y="1028447"/>
                  <a:pt x="4368321" y="989938"/>
                  <a:pt x="4371330" y="977321"/>
                </a:cubicBezTo>
                <a:cubicBezTo>
                  <a:pt x="4383769" y="942771"/>
                  <a:pt x="4361342" y="906710"/>
                  <a:pt x="4370591" y="878910"/>
                </a:cubicBezTo>
                <a:cubicBezTo>
                  <a:pt x="4369448" y="856541"/>
                  <a:pt x="4366261" y="849352"/>
                  <a:pt x="4364472" y="843099"/>
                </a:cubicBezTo>
                <a:lnTo>
                  <a:pt x="4362357" y="842319"/>
                </a:lnTo>
                <a:cubicBezTo>
                  <a:pt x="4362344" y="805138"/>
                  <a:pt x="4362330" y="767957"/>
                  <a:pt x="4362317" y="730776"/>
                </a:cubicBezTo>
                <a:lnTo>
                  <a:pt x="4363473" y="722932"/>
                </a:lnTo>
                <a:cubicBezTo>
                  <a:pt x="4364576" y="714652"/>
                  <a:pt x="4365200" y="706561"/>
                  <a:pt x="4364279" y="699074"/>
                </a:cubicBezTo>
                <a:lnTo>
                  <a:pt x="4362305" y="694354"/>
                </a:lnTo>
                <a:cubicBezTo>
                  <a:pt x="4362277" y="617243"/>
                  <a:pt x="4362250" y="540133"/>
                  <a:pt x="4362222" y="463022"/>
                </a:cubicBezTo>
                <a:lnTo>
                  <a:pt x="4362654" y="458820"/>
                </a:lnTo>
                <a:cubicBezTo>
                  <a:pt x="4363650" y="445764"/>
                  <a:pt x="4364149" y="435215"/>
                  <a:pt x="4364143" y="430294"/>
                </a:cubicBezTo>
                <a:cubicBezTo>
                  <a:pt x="4363494" y="414870"/>
                  <a:pt x="4362843" y="399446"/>
                  <a:pt x="4362194" y="384022"/>
                </a:cubicBezTo>
                <a:cubicBezTo>
                  <a:pt x="4362183" y="353600"/>
                  <a:pt x="4362173" y="323177"/>
                  <a:pt x="4362162" y="292755"/>
                </a:cubicBezTo>
                <a:lnTo>
                  <a:pt x="4364309" y="269031"/>
                </a:lnTo>
                <a:cubicBezTo>
                  <a:pt x="4367872" y="250663"/>
                  <a:pt x="4373785" y="231370"/>
                  <a:pt x="4383219" y="210368"/>
                </a:cubicBezTo>
                <a:cubicBezTo>
                  <a:pt x="4383177" y="167508"/>
                  <a:pt x="4374760" y="180998"/>
                  <a:pt x="4365122" y="179833"/>
                </a:cubicBezTo>
                <a:lnTo>
                  <a:pt x="4362121" y="178286"/>
                </a:lnTo>
                <a:cubicBezTo>
                  <a:pt x="4362117" y="167710"/>
                  <a:pt x="4362114" y="157135"/>
                  <a:pt x="4362109" y="146560"/>
                </a:cubicBezTo>
                <a:lnTo>
                  <a:pt x="4333172" y="126396"/>
                </a:lnTo>
                <a:lnTo>
                  <a:pt x="3960986" y="126880"/>
                </a:lnTo>
                <a:lnTo>
                  <a:pt x="3133871" y="118244"/>
                </a:lnTo>
                <a:lnTo>
                  <a:pt x="139379" y="114630"/>
                </a:lnTo>
                <a:close/>
                <a:moveTo>
                  <a:pt x="5293" y="0"/>
                </a:moveTo>
                <a:lnTo>
                  <a:pt x="4469428" y="11587"/>
                </a:lnTo>
                <a:lnTo>
                  <a:pt x="4469428" y="5527489"/>
                </a:lnTo>
                <a:lnTo>
                  <a:pt x="0" y="5528158"/>
                </a:lnTo>
                <a:cubicBezTo>
                  <a:pt x="0" y="3689524"/>
                  <a:pt x="5293" y="1838634"/>
                  <a:pt x="52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80537C-5E67-4185-94E7-D0828C0FA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11013944" y="5321142"/>
            <a:ext cx="444795" cy="178264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5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7C4707-9C68-44ED-A6DE-88FF7A50F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9060A4-9EDF-4FB5-87A8-A9FC83E4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663" y="217714"/>
            <a:ext cx="6968018" cy="6640286"/>
          </a:xfrm>
          <a:custGeom>
            <a:avLst/>
            <a:gdLst>
              <a:gd name="connsiteX0" fmla="*/ 6352331 w 6968018"/>
              <a:gd name="connsiteY0" fmla="*/ 0 h 6643444"/>
              <a:gd name="connsiteX1" fmla="*/ 6968018 w 6968018"/>
              <a:gd name="connsiteY1" fmla="*/ 6643444 h 6643444"/>
              <a:gd name="connsiteX2" fmla="*/ 561128 w 6968018"/>
              <a:gd name="connsiteY2" fmla="*/ 6643444 h 6643444"/>
              <a:gd name="connsiteX3" fmla="*/ 0 w 6968018"/>
              <a:gd name="connsiteY3" fmla="*/ 588709 h 664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8018" h="6643444">
                <a:moveTo>
                  <a:pt x="6352331" y="0"/>
                </a:moveTo>
                <a:lnTo>
                  <a:pt x="6968018" y="6643444"/>
                </a:lnTo>
                <a:lnTo>
                  <a:pt x="561128" y="6643444"/>
                </a:lnTo>
                <a:lnTo>
                  <a:pt x="0" y="588709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937A4B0-1638-4AFA-91A5-60F8BB498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764" y="379444"/>
            <a:ext cx="6678117" cy="6490996"/>
          </a:xfrm>
          <a:custGeom>
            <a:avLst/>
            <a:gdLst>
              <a:gd name="connsiteX0" fmla="*/ 6004504 w 6647705"/>
              <a:gd name="connsiteY0" fmla="*/ 217 h 6461436"/>
              <a:gd name="connsiteX1" fmla="*/ 6043316 w 6647705"/>
              <a:gd name="connsiteY1" fmla="*/ 21512 h 6461436"/>
              <a:gd name="connsiteX2" fmla="*/ 6200652 w 6647705"/>
              <a:gd name="connsiteY2" fmla="*/ 1719217 h 6461436"/>
              <a:gd name="connsiteX3" fmla="*/ 6206825 w 6647705"/>
              <a:gd name="connsiteY3" fmla="*/ 1785827 h 6461436"/>
              <a:gd name="connsiteX4" fmla="*/ 6221227 w 6647705"/>
              <a:gd name="connsiteY4" fmla="*/ 1822016 h 6461436"/>
              <a:gd name="connsiteX5" fmla="*/ 6237305 w 6647705"/>
              <a:gd name="connsiteY5" fmla="*/ 1858891 h 6461436"/>
              <a:gd name="connsiteX6" fmla="*/ 6245339 w 6647705"/>
              <a:gd name="connsiteY6" fmla="*/ 2011010 h 6461436"/>
              <a:gd name="connsiteX7" fmla="*/ 6243065 w 6647705"/>
              <a:gd name="connsiteY7" fmla="*/ 2066060 h 6461436"/>
              <a:gd name="connsiteX8" fmla="*/ 6238739 w 6647705"/>
              <a:gd name="connsiteY8" fmla="*/ 2104210 h 6461436"/>
              <a:gd name="connsiteX9" fmla="*/ 6237021 w 6647705"/>
              <a:gd name="connsiteY9" fmla="*/ 2111648 h 6461436"/>
              <a:gd name="connsiteX10" fmla="*/ 6259718 w 6647705"/>
              <a:gd name="connsiteY10" fmla="*/ 2356556 h 6461436"/>
              <a:gd name="connsiteX11" fmla="*/ 6264060 w 6647705"/>
              <a:gd name="connsiteY11" fmla="*/ 2374375 h 6461436"/>
              <a:gd name="connsiteX12" fmla="*/ 6267041 w 6647705"/>
              <a:gd name="connsiteY12" fmla="*/ 2435573 h 6461436"/>
              <a:gd name="connsiteX13" fmla="*/ 6271496 w 6647705"/>
              <a:gd name="connsiteY13" fmla="*/ 2444087 h 6461436"/>
              <a:gd name="connsiteX14" fmla="*/ 6647705 w 6647705"/>
              <a:gd name="connsiteY14" fmla="*/ 6461436 h 6461436"/>
              <a:gd name="connsiteX15" fmla="*/ 545408 w 6647705"/>
              <a:gd name="connsiteY15" fmla="*/ 6461436 h 6461436"/>
              <a:gd name="connsiteX16" fmla="*/ 544170 w 6647705"/>
              <a:gd name="connsiteY16" fmla="*/ 6448085 h 6461436"/>
              <a:gd name="connsiteX17" fmla="*/ 533573 w 6647705"/>
              <a:gd name="connsiteY17" fmla="*/ 6434067 h 6461436"/>
              <a:gd name="connsiteX18" fmla="*/ 522439 w 6647705"/>
              <a:gd name="connsiteY18" fmla="*/ 6388375 h 6461436"/>
              <a:gd name="connsiteX19" fmla="*/ 518228 w 6647705"/>
              <a:gd name="connsiteY19" fmla="*/ 6357352 h 6461436"/>
              <a:gd name="connsiteX20" fmla="*/ 518072 w 6647705"/>
              <a:gd name="connsiteY20" fmla="*/ 6352810 h 6461436"/>
              <a:gd name="connsiteX21" fmla="*/ 523971 w 6647705"/>
              <a:gd name="connsiteY21" fmla="*/ 6314577 h 6461436"/>
              <a:gd name="connsiteX22" fmla="*/ 518934 w 6647705"/>
              <a:gd name="connsiteY22" fmla="*/ 6311532 h 6461436"/>
              <a:gd name="connsiteX23" fmla="*/ 513042 w 6647705"/>
              <a:gd name="connsiteY23" fmla="*/ 6300271 h 6461436"/>
              <a:gd name="connsiteX24" fmla="*/ 517740 w 6647705"/>
              <a:gd name="connsiteY24" fmla="*/ 6289716 h 6461436"/>
              <a:gd name="connsiteX25" fmla="*/ 523418 w 6647705"/>
              <a:gd name="connsiteY25" fmla="*/ 6241814 h 6461436"/>
              <a:gd name="connsiteX26" fmla="*/ 523922 w 6647705"/>
              <a:gd name="connsiteY26" fmla="*/ 6229603 h 6461436"/>
              <a:gd name="connsiteX27" fmla="*/ 67 w 6647705"/>
              <a:gd name="connsiteY27" fmla="*/ 577048 h 6461436"/>
              <a:gd name="connsiteX28" fmla="*/ 34408 w 6647705"/>
              <a:gd name="connsiteY28" fmla="*/ 548975 h 6461436"/>
              <a:gd name="connsiteX29" fmla="*/ 6004504 w 6647705"/>
              <a:gd name="connsiteY29" fmla="*/ 217 h 6461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647705" h="6461436">
                <a:moveTo>
                  <a:pt x="6004504" y="217"/>
                </a:moveTo>
                <a:cubicBezTo>
                  <a:pt x="6024678" y="-1575"/>
                  <a:pt x="6042004" y="7929"/>
                  <a:pt x="6043316" y="21512"/>
                </a:cubicBezTo>
                <a:lnTo>
                  <a:pt x="6200652" y="1719217"/>
                </a:lnTo>
                <a:lnTo>
                  <a:pt x="6206825" y="1785827"/>
                </a:lnTo>
                <a:lnTo>
                  <a:pt x="6221227" y="1822016"/>
                </a:lnTo>
                <a:cubicBezTo>
                  <a:pt x="6213856" y="1837795"/>
                  <a:pt x="6231996" y="1847154"/>
                  <a:pt x="6237305" y="1858891"/>
                </a:cubicBezTo>
                <a:lnTo>
                  <a:pt x="6245339" y="2011010"/>
                </a:lnTo>
                <a:lnTo>
                  <a:pt x="6243065" y="2066060"/>
                </a:lnTo>
                <a:lnTo>
                  <a:pt x="6238739" y="2104210"/>
                </a:lnTo>
                <a:lnTo>
                  <a:pt x="6237021" y="2111648"/>
                </a:lnTo>
                <a:lnTo>
                  <a:pt x="6259718" y="2356556"/>
                </a:lnTo>
                <a:lnTo>
                  <a:pt x="6264060" y="2374375"/>
                </a:lnTo>
                <a:lnTo>
                  <a:pt x="6267041" y="2435573"/>
                </a:lnTo>
                <a:lnTo>
                  <a:pt x="6271496" y="2444087"/>
                </a:lnTo>
                <a:lnTo>
                  <a:pt x="6647705" y="6461436"/>
                </a:lnTo>
                <a:lnTo>
                  <a:pt x="545408" y="6461436"/>
                </a:lnTo>
                <a:lnTo>
                  <a:pt x="544170" y="6448085"/>
                </a:lnTo>
                <a:lnTo>
                  <a:pt x="533573" y="6434067"/>
                </a:lnTo>
                <a:lnTo>
                  <a:pt x="522439" y="6388375"/>
                </a:lnTo>
                <a:lnTo>
                  <a:pt x="518228" y="6357352"/>
                </a:lnTo>
                <a:lnTo>
                  <a:pt x="518072" y="6352810"/>
                </a:lnTo>
                <a:lnTo>
                  <a:pt x="523971" y="6314577"/>
                </a:lnTo>
                <a:cubicBezTo>
                  <a:pt x="522183" y="6313865"/>
                  <a:pt x="520483" y="6312841"/>
                  <a:pt x="518934" y="6311532"/>
                </a:cubicBezTo>
                <a:lnTo>
                  <a:pt x="513042" y="6300271"/>
                </a:lnTo>
                <a:lnTo>
                  <a:pt x="517740" y="6289716"/>
                </a:lnTo>
                <a:lnTo>
                  <a:pt x="523418" y="6241814"/>
                </a:lnTo>
                <a:lnTo>
                  <a:pt x="523922" y="6229603"/>
                </a:lnTo>
                <a:lnTo>
                  <a:pt x="67" y="577048"/>
                </a:lnTo>
                <a:cubicBezTo>
                  <a:pt x="-1138" y="563427"/>
                  <a:pt x="14205" y="550882"/>
                  <a:pt x="34408" y="548975"/>
                </a:cubicBezTo>
                <a:cubicBezTo>
                  <a:pt x="2024440" y="366055"/>
                  <a:pt x="4014473" y="183136"/>
                  <a:pt x="6004504" y="217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 descr="Kacamata di atas buku">
            <a:extLst>
              <a:ext uri="{FF2B5EF4-FFF2-40B4-BE49-F238E27FC236}">
                <a16:creationId xmlns:a16="http://schemas.microsoft.com/office/drawing/2014/main" id="{23887E65-4A9D-4C96-B921-7B7613E457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4000"/>
          </a:blip>
          <a:srcRect l="3254" r="28585" b="-1"/>
          <a:stretch/>
        </p:blipFill>
        <p:spPr>
          <a:xfrm>
            <a:off x="457850" y="379444"/>
            <a:ext cx="6678117" cy="6490996"/>
          </a:xfrm>
          <a:custGeom>
            <a:avLst/>
            <a:gdLst/>
            <a:ahLst/>
            <a:cxnLst/>
            <a:rect l="l" t="t" r="r" b="b"/>
            <a:pathLst>
              <a:path w="6647705" h="6461436">
                <a:moveTo>
                  <a:pt x="6004504" y="217"/>
                </a:moveTo>
                <a:cubicBezTo>
                  <a:pt x="6024678" y="-1575"/>
                  <a:pt x="6042004" y="7929"/>
                  <a:pt x="6043316" y="21512"/>
                </a:cubicBezTo>
                <a:lnTo>
                  <a:pt x="6200652" y="1719217"/>
                </a:lnTo>
                <a:lnTo>
                  <a:pt x="6206825" y="1785827"/>
                </a:lnTo>
                <a:lnTo>
                  <a:pt x="6221227" y="1822016"/>
                </a:lnTo>
                <a:cubicBezTo>
                  <a:pt x="6213856" y="1837795"/>
                  <a:pt x="6231996" y="1847154"/>
                  <a:pt x="6237305" y="1858891"/>
                </a:cubicBezTo>
                <a:lnTo>
                  <a:pt x="6245339" y="2011010"/>
                </a:lnTo>
                <a:lnTo>
                  <a:pt x="6243065" y="2066060"/>
                </a:lnTo>
                <a:lnTo>
                  <a:pt x="6238739" y="2104210"/>
                </a:lnTo>
                <a:lnTo>
                  <a:pt x="6237021" y="2111648"/>
                </a:lnTo>
                <a:lnTo>
                  <a:pt x="6259718" y="2356556"/>
                </a:lnTo>
                <a:lnTo>
                  <a:pt x="6264060" y="2374375"/>
                </a:lnTo>
                <a:lnTo>
                  <a:pt x="6267041" y="2435573"/>
                </a:lnTo>
                <a:lnTo>
                  <a:pt x="6271496" y="2444087"/>
                </a:lnTo>
                <a:lnTo>
                  <a:pt x="6647705" y="6461436"/>
                </a:lnTo>
                <a:lnTo>
                  <a:pt x="545408" y="6461436"/>
                </a:lnTo>
                <a:lnTo>
                  <a:pt x="544170" y="6448085"/>
                </a:lnTo>
                <a:lnTo>
                  <a:pt x="533573" y="6434067"/>
                </a:lnTo>
                <a:lnTo>
                  <a:pt x="522439" y="6388375"/>
                </a:lnTo>
                <a:lnTo>
                  <a:pt x="518228" y="6357352"/>
                </a:lnTo>
                <a:lnTo>
                  <a:pt x="518072" y="6352810"/>
                </a:lnTo>
                <a:lnTo>
                  <a:pt x="523971" y="6314577"/>
                </a:lnTo>
                <a:cubicBezTo>
                  <a:pt x="522183" y="6313865"/>
                  <a:pt x="520483" y="6312841"/>
                  <a:pt x="518934" y="6311532"/>
                </a:cubicBezTo>
                <a:lnTo>
                  <a:pt x="513042" y="6300271"/>
                </a:lnTo>
                <a:lnTo>
                  <a:pt x="517740" y="6289716"/>
                </a:lnTo>
                <a:lnTo>
                  <a:pt x="523418" y="6241814"/>
                </a:lnTo>
                <a:lnTo>
                  <a:pt x="523922" y="6229603"/>
                </a:lnTo>
                <a:lnTo>
                  <a:pt x="67" y="577048"/>
                </a:lnTo>
                <a:cubicBezTo>
                  <a:pt x="-1138" y="563427"/>
                  <a:pt x="14205" y="550882"/>
                  <a:pt x="34408" y="548975"/>
                </a:cubicBezTo>
                <a:cubicBezTo>
                  <a:pt x="2024440" y="366055"/>
                  <a:pt x="4014473" y="183136"/>
                  <a:pt x="6004504" y="21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73617A-E931-4021-B146-BDE2417BA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659673"/>
            <a:ext cx="5572992" cy="1916505"/>
          </a:xfrm>
        </p:spPr>
        <p:txBody>
          <a:bodyPr>
            <a:normAutofit/>
          </a:bodyPr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fasilitator</a:t>
            </a:r>
            <a:endParaRPr lang="en-ID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376AD7-5814-4A2B-B3FC-395355E39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830335">
            <a:off x="463402" y="118600"/>
            <a:ext cx="444795" cy="1868387"/>
          </a:xfrm>
          <a:custGeom>
            <a:avLst/>
            <a:gdLst>
              <a:gd name="connsiteX0" fmla="*/ 0 w 444795"/>
              <a:gd name="connsiteY0" fmla="*/ 78388 h 1868387"/>
              <a:gd name="connsiteX1" fmla="*/ 39454 w 444795"/>
              <a:gd name="connsiteY1" fmla="*/ 66552 h 1868387"/>
              <a:gd name="connsiteX2" fmla="*/ 139617 w 444795"/>
              <a:gd name="connsiteY2" fmla="*/ 42263 h 1868387"/>
              <a:gd name="connsiteX3" fmla="*/ 193778 w 444795"/>
              <a:gd name="connsiteY3" fmla="*/ 51160 h 1868387"/>
              <a:gd name="connsiteX4" fmla="*/ 261389 w 444795"/>
              <a:gd name="connsiteY4" fmla="*/ 36852 h 1868387"/>
              <a:gd name="connsiteX5" fmla="*/ 274876 w 444795"/>
              <a:gd name="connsiteY5" fmla="*/ 37840 h 1868387"/>
              <a:gd name="connsiteX6" fmla="*/ 280032 w 444795"/>
              <a:gd name="connsiteY6" fmla="*/ 48921 h 1868387"/>
              <a:gd name="connsiteX7" fmla="*/ 284781 w 444795"/>
              <a:gd name="connsiteY7" fmla="*/ 50980 h 1868387"/>
              <a:gd name="connsiteX8" fmla="*/ 300007 w 444795"/>
              <a:gd name="connsiteY8" fmla="*/ 37078 h 1868387"/>
              <a:gd name="connsiteX9" fmla="*/ 375999 w 444795"/>
              <a:gd name="connsiteY9" fmla="*/ 45281 h 1868387"/>
              <a:gd name="connsiteX10" fmla="*/ 417584 w 444795"/>
              <a:gd name="connsiteY10" fmla="*/ 9727 h 1868387"/>
              <a:gd name="connsiteX11" fmla="*/ 444795 w 444795"/>
              <a:gd name="connsiteY11" fmla="*/ 0 h 1868387"/>
              <a:gd name="connsiteX12" fmla="*/ 444795 w 444795"/>
              <a:gd name="connsiteY12" fmla="*/ 1864840 h 1868387"/>
              <a:gd name="connsiteX13" fmla="*/ 430079 w 444795"/>
              <a:gd name="connsiteY13" fmla="*/ 1860813 h 1868387"/>
              <a:gd name="connsiteX14" fmla="*/ 383783 w 444795"/>
              <a:gd name="connsiteY14" fmla="*/ 1862444 h 1868387"/>
              <a:gd name="connsiteX15" fmla="*/ 370358 w 444795"/>
              <a:gd name="connsiteY15" fmla="*/ 1868387 h 1868387"/>
              <a:gd name="connsiteX16" fmla="*/ 336658 w 444795"/>
              <a:gd name="connsiteY16" fmla="*/ 1868387 h 1868387"/>
              <a:gd name="connsiteX17" fmla="*/ 306546 w 444795"/>
              <a:gd name="connsiteY17" fmla="*/ 1858526 h 1868387"/>
              <a:gd name="connsiteX18" fmla="*/ 236457 w 444795"/>
              <a:gd name="connsiteY18" fmla="*/ 1847671 h 1868387"/>
              <a:gd name="connsiteX19" fmla="*/ 205722 w 444795"/>
              <a:gd name="connsiteY19" fmla="*/ 1841430 h 1868387"/>
              <a:gd name="connsiteX20" fmla="*/ 181807 w 444795"/>
              <a:gd name="connsiteY20" fmla="*/ 1823771 h 1868387"/>
              <a:gd name="connsiteX21" fmla="*/ 178439 w 444795"/>
              <a:gd name="connsiteY21" fmla="*/ 1808957 h 1868387"/>
              <a:gd name="connsiteX22" fmla="*/ 161935 w 444795"/>
              <a:gd name="connsiteY22" fmla="*/ 1803551 h 1868387"/>
              <a:gd name="connsiteX23" fmla="*/ 158071 w 444795"/>
              <a:gd name="connsiteY23" fmla="*/ 1799541 h 1868387"/>
              <a:gd name="connsiteX24" fmla="*/ 135376 w 444795"/>
              <a:gd name="connsiteY24" fmla="*/ 1779136 h 1868387"/>
              <a:gd name="connsiteX25" fmla="*/ 132952 w 444795"/>
              <a:gd name="connsiteY25" fmla="*/ 1786380 h 1868387"/>
              <a:gd name="connsiteX26" fmla="*/ 0 w 444795"/>
              <a:gd name="connsiteY26" fmla="*/ 1663146 h 186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44795" h="1868387">
                <a:moveTo>
                  <a:pt x="0" y="78388"/>
                </a:moveTo>
                <a:lnTo>
                  <a:pt x="39454" y="66552"/>
                </a:lnTo>
                <a:cubicBezTo>
                  <a:pt x="73377" y="59047"/>
                  <a:pt x="108602" y="54461"/>
                  <a:pt x="139617" y="42263"/>
                </a:cubicBezTo>
                <a:cubicBezTo>
                  <a:pt x="180799" y="87869"/>
                  <a:pt x="156173" y="44723"/>
                  <a:pt x="193778" y="51160"/>
                </a:cubicBezTo>
                <a:lnTo>
                  <a:pt x="261389" y="36852"/>
                </a:lnTo>
                <a:lnTo>
                  <a:pt x="274876" y="37840"/>
                </a:lnTo>
                <a:lnTo>
                  <a:pt x="280032" y="48921"/>
                </a:lnTo>
                <a:lnTo>
                  <a:pt x="284781" y="50980"/>
                </a:lnTo>
                <a:lnTo>
                  <a:pt x="300007" y="37078"/>
                </a:lnTo>
                <a:cubicBezTo>
                  <a:pt x="322467" y="29589"/>
                  <a:pt x="353078" y="47149"/>
                  <a:pt x="375999" y="45281"/>
                </a:cubicBezTo>
                <a:cubicBezTo>
                  <a:pt x="382977" y="27666"/>
                  <a:pt x="397501" y="17994"/>
                  <a:pt x="417584" y="9727"/>
                </a:cubicBezTo>
                <a:lnTo>
                  <a:pt x="444795" y="0"/>
                </a:lnTo>
                <a:lnTo>
                  <a:pt x="444795" y="1864840"/>
                </a:lnTo>
                <a:lnTo>
                  <a:pt x="430079" y="1860813"/>
                </a:lnTo>
                <a:cubicBezTo>
                  <a:pt x="411946" y="1857931"/>
                  <a:pt x="392950" y="1858479"/>
                  <a:pt x="383783" y="1862444"/>
                </a:cubicBezTo>
                <a:lnTo>
                  <a:pt x="370358" y="1868387"/>
                </a:lnTo>
                <a:lnTo>
                  <a:pt x="336658" y="1868387"/>
                </a:lnTo>
                <a:lnTo>
                  <a:pt x="306546" y="1858526"/>
                </a:lnTo>
                <a:cubicBezTo>
                  <a:pt x="280888" y="1847233"/>
                  <a:pt x="256422" y="1834783"/>
                  <a:pt x="236457" y="1847671"/>
                </a:cubicBezTo>
                <a:cubicBezTo>
                  <a:pt x="224964" y="1848497"/>
                  <a:pt x="214878" y="1845991"/>
                  <a:pt x="205722" y="1841430"/>
                </a:cubicBezTo>
                <a:lnTo>
                  <a:pt x="181807" y="1823771"/>
                </a:lnTo>
                <a:lnTo>
                  <a:pt x="178439" y="1808957"/>
                </a:lnTo>
                <a:lnTo>
                  <a:pt x="161935" y="1803551"/>
                </a:lnTo>
                <a:lnTo>
                  <a:pt x="158071" y="1799541"/>
                </a:lnTo>
                <a:cubicBezTo>
                  <a:pt x="150700" y="1791836"/>
                  <a:pt x="143295" y="1784610"/>
                  <a:pt x="135376" y="1779136"/>
                </a:cubicBezTo>
                <a:lnTo>
                  <a:pt x="132952" y="1786380"/>
                </a:lnTo>
                <a:lnTo>
                  <a:pt x="0" y="1663146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D7DC-76EF-4C99-89DF-FCF21A964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830" y="1711564"/>
            <a:ext cx="3447012" cy="311610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 err="1"/>
              <a:t>Memberikan</a:t>
            </a:r>
            <a:r>
              <a:rPr lang="en-US" sz="1800" dirty="0"/>
              <a:t> </a:t>
            </a:r>
            <a:r>
              <a:rPr lang="en-US" sz="1800" dirty="0" err="1"/>
              <a:t>jenis</a:t>
            </a:r>
            <a:r>
              <a:rPr lang="en-US" sz="1800" dirty="0"/>
              <a:t> </a:t>
            </a:r>
            <a:r>
              <a:rPr lang="en-US" sz="1800" dirty="0" err="1"/>
              <a:t>profesi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masing-masing </a:t>
            </a:r>
            <a:r>
              <a:rPr lang="en-US" sz="1800" dirty="0" err="1"/>
              <a:t>peserta</a:t>
            </a:r>
            <a:r>
              <a:rPr lang="en-US" sz="1800" dirty="0"/>
              <a:t> </a:t>
            </a:r>
            <a:r>
              <a:rPr lang="en-US" sz="1800" dirty="0" err="1"/>
              <a:t>melalui</a:t>
            </a:r>
            <a:r>
              <a:rPr lang="en-US" sz="1800" dirty="0"/>
              <a:t> private chat zoom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cara</a:t>
            </a:r>
            <a:r>
              <a:rPr lang="en-US" sz="1800" dirty="0"/>
              <a:t> lain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syarat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diketahui</a:t>
            </a:r>
            <a:r>
              <a:rPr lang="en-US" sz="1800" dirty="0"/>
              <a:t> oleh </a:t>
            </a:r>
            <a:r>
              <a:rPr lang="en-US" sz="1800" dirty="0" err="1"/>
              <a:t>peserta</a:t>
            </a:r>
            <a:r>
              <a:rPr lang="en-US" sz="1800" dirty="0"/>
              <a:t> </a:t>
            </a:r>
            <a:r>
              <a:rPr lang="en-US" sz="1800" dirty="0" err="1"/>
              <a:t>lainnya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Mencatat</a:t>
            </a:r>
            <a:r>
              <a:rPr lang="en-US" sz="1800" dirty="0"/>
              <a:t> </a:t>
            </a:r>
            <a:r>
              <a:rPr lang="en-US" sz="1800" dirty="0" err="1"/>
              <a:t>berapa</a:t>
            </a:r>
            <a:r>
              <a:rPr lang="en-US" sz="1800" dirty="0"/>
              <a:t> </a:t>
            </a:r>
            <a:r>
              <a:rPr lang="en-US" sz="1800" dirty="0" err="1"/>
              <a:t>jenis</a:t>
            </a:r>
            <a:r>
              <a:rPr lang="en-US" sz="1800" dirty="0"/>
              <a:t> </a:t>
            </a:r>
            <a:r>
              <a:rPr lang="en-US" sz="1800" dirty="0" err="1"/>
              <a:t>profesi</a:t>
            </a:r>
            <a:r>
              <a:rPr lang="en-US" sz="1800" dirty="0"/>
              <a:t> yang </a:t>
            </a:r>
            <a:r>
              <a:rPr lang="en-US" sz="1800" dirty="0" err="1"/>
              <a:t>berhasil</a:t>
            </a:r>
            <a:r>
              <a:rPr lang="en-US" sz="1800" dirty="0"/>
              <a:t> </a:t>
            </a:r>
            <a:r>
              <a:rPr lang="en-US" sz="1800" dirty="0" err="1"/>
              <a:t>ditebak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 err="1"/>
              <a:t>Memberi</a:t>
            </a:r>
            <a:r>
              <a:rPr lang="en-US" sz="1800" dirty="0"/>
              <a:t> </a:t>
            </a:r>
            <a:r>
              <a:rPr lang="en-US" sz="1800" dirty="0" err="1"/>
              <a:t>semangat</a:t>
            </a:r>
            <a:r>
              <a:rPr lang="en-US" sz="1800" dirty="0"/>
              <a:t> dan </a:t>
            </a:r>
            <a:r>
              <a:rPr lang="en-US" sz="1800" dirty="0" err="1"/>
              <a:t>mengingatkan</a:t>
            </a:r>
            <a:r>
              <a:rPr lang="en-US" sz="1800" dirty="0"/>
              <a:t> </a:t>
            </a:r>
            <a:r>
              <a:rPr lang="en-US" sz="1800" dirty="0" err="1"/>
              <a:t>jumlah</a:t>
            </a:r>
            <a:r>
              <a:rPr lang="en-US" sz="1800" dirty="0"/>
              <a:t> </a:t>
            </a:r>
            <a:r>
              <a:rPr lang="en-US" sz="1800" dirty="0" err="1"/>
              <a:t>waktu</a:t>
            </a:r>
            <a:r>
              <a:rPr lang="en-US" sz="1800" dirty="0"/>
              <a:t> yang </a:t>
            </a:r>
            <a:r>
              <a:rPr lang="en-US" sz="1800" dirty="0" err="1"/>
              <a:t>tersisa</a:t>
            </a:r>
            <a:endParaRPr lang="en-ID" sz="1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2D2835C-DDE9-4332-9476-94B711F05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7647015-EE9A-4F89-A88A-DC5786E66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B275C9D-23AD-4120-B860-4A6498810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7793833-C4D8-475A-86F4-45B2FFCF4F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DF05EB-F6AC-4339-BC6E-8D652768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10412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128</Words>
  <Application>Microsoft Office PowerPoint</Application>
  <PresentationFormat>Layar Lebar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4</vt:i4>
      </vt:variant>
    </vt:vector>
  </HeadingPairs>
  <TitlesOfParts>
    <vt:vector size="8" baseType="lpstr">
      <vt:lpstr>Arial</vt:lpstr>
      <vt:lpstr>Consolas</vt:lpstr>
      <vt:lpstr>Franklin Gothic Heavy</vt:lpstr>
      <vt:lpstr>StreetscapeVTI</vt:lpstr>
      <vt:lpstr>WHO AM I?</vt:lpstr>
      <vt:lpstr>Rules of Game</vt:lpstr>
      <vt:lpstr>Contoh daftar profesi</vt:lpstr>
      <vt:lpstr>Tugas fasilitator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AM I?</dc:title>
  <dc:creator>izzudin abdurahman</dc:creator>
  <cp:lastModifiedBy>izzudin abdurahman</cp:lastModifiedBy>
  <cp:revision>2</cp:revision>
  <dcterms:created xsi:type="dcterms:W3CDTF">2021-10-06T04:17:10Z</dcterms:created>
  <dcterms:modified xsi:type="dcterms:W3CDTF">2025-11-01T04:13:59Z</dcterms:modified>
</cp:coreProperties>
</file>