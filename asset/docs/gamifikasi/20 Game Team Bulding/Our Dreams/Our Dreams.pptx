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683202F-CA0E-456B-98EE-A6F93A3E8497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AA41974E-BA71-4991-ADFA-C28D876E53BA}">
      <dgm:prSet/>
      <dgm:spPr/>
      <dgm:t>
        <a:bodyPr/>
        <a:lstStyle/>
        <a:p>
          <a:pPr>
            <a:defRPr cap="all"/>
          </a:pPr>
          <a:r>
            <a:rPr lang="en-US"/>
            <a:t>For Having FUN</a:t>
          </a:r>
        </a:p>
      </dgm:t>
    </dgm:pt>
    <dgm:pt modelId="{D8CB94B4-3EDA-44ED-A582-632D33C69E9B}" type="parTrans" cxnId="{161D8401-DB17-4F90-AD10-4E899067559E}">
      <dgm:prSet/>
      <dgm:spPr/>
      <dgm:t>
        <a:bodyPr/>
        <a:lstStyle/>
        <a:p>
          <a:endParaRPr lang="en-US"/>
        </a:p>
      </dgm:t>
    </dgm:pt>
    <dgm:pt modelId="{A2DC9B8D-9D88-40A5-8D7F-64A756FC0158}" type="sibTrans" cxnId="{161D8401-DB17-4F90-AD10-4E899067559E}">
      <dgm:prSet/>
      <dgm:spPr/>
      <dgm:t>
        <a:bodyPr/>
        <a:lstStyle/>
        <a:p>
          <a:endParaRPr lang="en-US"/>
        </a:p>
      </dgm:t>
    </dgm:pt>
    <dgm:pt modelId="{E0952B9C-97E6-43D6-80B3-03FB6A70EA55}">
      <dgm:prSet/>
      <dgm:spPr/>
      <dgm:t>
        <a:bodyPr/>
        <a:lstStyle/>
        <a:p>
          <a:pPr>
            <a:defRPr cap="all"/>
          </a:pPr>
          <a:r>
            <a:rPr lang="en-US"/>
            <a:t>Great TEAMWORK</a:t>
          </a:r>
        </a:p>
      </dgm:t>
    </dgm:pt>
    <dgm:pt modelId="{64BAD3C1-0B24-4F6C-BBEA-90D2CC644D4A}" type="parTrans" cxnId="{521C6051-6CC3-4AA9-A074-4F814B130BC9}">
      <dgm:prSet/>
      <dgm:spPr/>
      <dgm:t>
        <a:bodyPr/>
        <a:lstStyle/>
        <a:p>
          <a:endParaRPr lang="en-US"/>
        </a:p>
      </dgm:t>
    </dgm:pt>
    <dgm:pt modelId="{B795F5B7-BFD4-4F03-BCAE-45209B8A8C9C}" type="sibTrans" cxnId="{521C6051-6CC3-4AA9-A074-4F814B130BC9}">
      <dgm:prSet/>
      <dgm:spPr/>
      <dgm:t>
        <a:bodyPr/>
        <a:lstStyle/>
        <a:p>
          <a:endParaRPr lang="en-US"/>
        </a:p>
      </dgm:t>
    </dgm:pt>
    <dgm:pt modelId="{281D0B47-0A56-455C-9893-99E78C18332D}">
      <dgm:prSet/>
      <dgm:spPr/>
      <dgm:t>
        <a:bodyPr/>
        <a:lstStyle/>
        <a:p>
          <a:pPr>
            <a:defRPr cap="all"/>
          </a:pPr>
          <a:r>
            <a:rPr lang="en-US" dirty="0"/>
            <a:t>Visioner</a:t>
          </a:r>
        </a:p>
      </dgm:t>
    </dgm:pt>
    <dgm:pt modelId="{657E8669-23F6-4FF4-BD6C-8793260FD49F}" type="parTrans" cxnId="{98363A2A-D5FB-4D3A-B2F3-0329EF0921B7}">
      <dgm:prSet/>
      <dgm:spPr/>
      <dgm:t>
        <a:bodyPr/>
        <a:lstStyle/>
        <a:p>
          <a:endParaRPr lang="en-US"/>
        </a:p>
      </dgm:t>
    </dgm:pt>
    <dgm:pt modelId="{3970A4CC-12F0-413D-B2AC-1408AEDF9D20}" type="sibTrans" cxnId="{98363A2A-D5FB-4D3A-B2F3-0329EF0921B7}">
      <dgm:prSet/>
      <dgm:spPr/>
      <dgm:t>
        <a:bodyPr/>
        <a:lstStyle/>
        <a:p>
          <a:endParaRPr lang="en-US"/>
        </a:p>
      </dgm:t>
    </dgm:pt>
    <dgm:pt modelId="{14BB33A2-9821-4FB0-A7B2-D3E2A62D4F6C}" type="pres">
      <dgm:prSet presAssocID="{8683202F-CA0E-456B-98EE-A6F93A3E8497}" presName="root" presStyleCnt="0">
        <dgm:presLayoutVars>
          <dgm:dir/>
          <dgm:resizeHandles val="exact"/>
        </dgm:presLayoutVars>
      </dgm:prSet>
      <dgm:spPr/>
    </dgm:pt>
    <dgm:pt modelId="{FD33A330-1DE9-4B3A-AFE6-3A3E67487799}" type="pres">
      <dgm:prSet presAssocID="{AA41974E-BA71-4991-ADFA-C28D876E53BA}" presName="compNode" presStyleCnt="0"/>
      <dgm:spPr/>
    </dgm:pt>
    <dgm:pt modelId="{0F90B8AE-D7A3-4762-879C-225F83481818}" type="pres">
      <dgm:prSet presAssocID="{AA41974E-BA71-4991-ADFA-C28D876E53BA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6399EE53-E419-4551-A3D3-6F164043CD02}" type="pres">
      <dgm:prSet presAssocID="{AA41974E-BA71-4991-ADFA-C28D876E53B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6F6FB0BD-9C57-4ED7-8765-6F389B3C171F}" type="pres">
      <dgm:prSet presAssocID="{AA41974E-BA71-4991-ADFA-C28D876E53BA}" presName="spaceRect" presStyleCnt="0"/>
      <dgm:spPr/>
    </dgm:pt>
    <dgm:pt modelId="{DF93648D-1B21-443B-A8E5-EE4FC9EF4A3D}" type="pres">
      <dgm:prSet presAssocID="{AA41974E-BA71-4991-ADFA-C28D876E53BA}" presName="textRect" presStyleLbl="revTx" presStyleIdx="0" presStyleCnt="3">
        <dgm:presLayoutVars>
          <dgm:chMax val="1"/>
          <dgm:chPref val="1"/>
        </dgm:presLayoutVars>
      </dgm:prSet>
      <dgm:spPr/>
    </dgm:pt>
    <dgm:pt modelId="{D2603BCD-F8C1-4AD3-B366-99563C01381B}" type="pres">
      <dgm:prSet presAssocID="{A2DC9B8D-9D88-40A5-8D7F-64A756FC0158}" presName="sibTrans" presStyleCnt="0"/>
      <dgm:spPr/>
    </dgm:pt>
    <dgm:pt modelId="{101869E0-5084-4F52-80DC-06C45B49A89C}" type="pres">
      <dgm:prSet presAssocID="{E0952B9C-97E6-43D6-80B3-03FB6A70EA55}" presName="compNode" presStyleCnt="0"/>
      <dgm:spPr/>
    </dgm:pt>
    <dgm:pt modelId="{12A37D0A-9771-4F8C-A4C0-A29220A7008F}" type="pres">
      <dgm:prSet presAssocID="{E0952B9C-97E6-43D6-80B3-03FB6A70EA55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7567DF01-7EE7-4D79-8623-3833D127A636}" type="pres">
      <dgm:prSet presAssocID="{E0952B9C-97E6-43D6-80B3-03FB6A70EA5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m"/>
        </a:ext>
      </dgm:extLst>
    </dgm:pt>
    <dgm:pt modelId="{2415979E-855F-4A68-9AF6-FC8A23DD9859}" type="pres">
      <dgm:prSet presAssocID="{E0952B9C-97E6-43D6-80B3-03FB6A70EA55}" presName="spaceRect" presStyleCnt="0"/>
      <dgm:spPr/>
    </dgm:pt>
    <dgm:pt modelId="{6E805FA6-FE42-4A8C-95D0-8338575E73B6}" type="pres">
      <dgm:prSet presAssocID="{E0952B9C-97E6-43D6-80B3-03FB6A70EA55}" presName="textRect" presStyleLbl="revTx" presStyleIdx="1" presStyleCnt="3">
        <dgm:presLayoutVars>
          <dgm:chMax val="1"/>
          <dgm:chPref val="1"/>
        </dgm:presLayoutVars>
      </dgm:prSet>
      <dgm:spPr/>
    </dgm:pt>
    <dgm:pt modelId="{AC9934B1-7758-41C5-A8D1-E1B32FE05CFB}" type="pres">
      <dgm:prSet presAssocID="{B795F5B7-BFD4-4F03-BCAE-45209B8A8C9C}" presName="sibTrans" presStyleCnt="0"/>
      <dgm:spPr/>
    </dgm:pt>
    <dgm:pt modelId="{ABF33814-6C5E-4F95-B898-14B6C7B4CEFE}" type="pres">
      <dgm:prSet presAssocID="{281D0B47-0A56-455C-9893-99E78C18332D}" presName="compNode" presStyleCnt="0"/>
      <dgm:spPr/>
    </dgm:pt>
    <dgm:pt modelId="{4783C0D2-B7BA-4758-B580-30001AF6A93F}" type="pres">
      <dgm:prSet presAssocID="{281D0B47-0A56-455C-9893-99E78C18332D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25E78514-16E8-47DF-9A24-979F89BAD2DA}" type="pres">
      <dgm:prSet presAssocID="{281D0B47-0A56-455C-9893-99E78C18332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2ABAC17B-609F-4390-859D-E3C3139B3804}" type="pres">
      <dgm:prSet presAssocID="{281D0B47-0A56-455C-9893-99E78C18332D}" presName="spaceRect" presStyleCnt="0"/>
      <dgm:spPr/>
    </dgm:pt>
    <dgm:pt modelId="{18A254B8-1103-4FAD-97D8-4A1859545882}" type="pres">
      <dgm:prSet presAssocID="{281D0B47-0A56-455C-9893-99E78C18332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61D8401-DB17-4F90-AD10-4E899067559E}" srcId="{8683202F-CA0E-456B-98EE-A6F93A3E8497}" destId="{AA41974E-BA71-4991-ADFA-C28D876E53BA}" srcOrd="0" destOrd="0" parTransId="{D8CB94B4-3EDA-44ED-A582-632D33C69E9B}" sibTransId="{A2DC9B8D-9D88-40A5-8D7F-64A756FC0158}"/>
    <dgm:cxn modelId="{98363A2A-D5FB-4D3A-B2F3-0329EF0921B7}" srcId="{8683202F-CA0E-456B-98EE-A6F93A3E8497}" destId="{281D0B47-0A56-455C-9893-99E78C18332D}" srcOrd="2" destOrd="0" parTransId="{657E8669-23F6-4FF4-BD6C-8793260FD49F}" sibTransId="{3970A4CC-12F0-413D-B2AC-1408AEDF9D20}"/>
    <dgm:cxn modelId="{485FF633-AABF-4B0E-8E1D-76F3BA5945E2}" type="presOf" srcId="{AA41974E-BA71-4991-ADFA-C28D876E53BA}" destId="{DF93648D-1B21-443B-A8E5-EE4FC9EF4A3D}" srcOrd="0" destOrd="0" presId="urn:microsoft.com/office/officeart/2018/5/layout/IconLeafLabelList"/>
    <dgm:cxn modelId="{0C36E03E-16B1-4150-BB0C-CFFD81E665CA}" type="presOf" srcId="{281D0B47-0A56-455C-9893-99E78C18332D}" destId="{18A254B8-1103-4FAD-97D8-4A1859545882}" srcOrd="0" destOrd="0" presId="urn:microsoft.com/office/officeart/2018/5/layout/IconLeafLabelList"/>
    <dgm:cxn modelId="{521C6051-6CC3-4AA9-A074-4F814B130BC9}" srcId="{8683202F-CA0E-456B-98EE-A6F93A3E8497}" destId="{E0952B9C-97E6-43D6-80B3-03FB6A70EA55}" srcOrd="1" destOrd="0" parTransId="{64BAD3C1-0B24-4F6C-BBEA-90D2CC644D4A}" sibTransId="{B795F5B7-BFD4-4F03-BCAE-45209B8A8C9C}"/>
    <dgm:cxn modelId="{96528357-601A-4167-930A-39C6512702D5}" type="presOf" srcId="{8683202F-CA0E-456B-98EE-A6F93A3E8497}" destId="{14BB33A2-9821-4FB0-A7B2-D3E2A62D4F6C}" srcOrd="0" destOrd="0" presId="urn:microsoft.com/office/officeart/2018/5/layout/IconLeafLabelList"/>
    <dgm:cxn modelId="{72A455A9-2DE4-4BBC-9FF6-878DAE50B617}" type="presOf" srcId="{E0952B9C-97E6-43D6-80B3-03FB6A70EA55}" destId="{6E805FA6-FE42-4A8C-95D0-8338575E73B6}" srcOrd="0" destOrd="0" presId="urn:microsoft.com/office/officeart/2018/5/layout/IconLeafLabelList"/>
    <dgm:cxn modelId="{B1061E30-FE03-4662-B961-8C0BAF330556}" type="presParOf" srcId="{14BB33A2-9821-4FB0-A7B2-D3E2A62D4F6C}" destId="{FD33A330-1DE9-4B3A-AFE6-3A3E67487799}" srcOrd="0" destOrd="0" presId="urn:microsoft.com/office/officeart/2018/5/layout/IconLeafLabelList"/>
    <dgm:cxn modelId="{717207A7-7407-4355-B4E9-958C1B4B92A1}" type="presParOf" srcId="{FD33A330-1DE9-4B3A-AFE6-3A3E67487799}" destId="{0F90B8AE-D7A3-4762-879C-225F83481818}" srcOrd="0" destOrd="0" presId="urn:microsoft.com/office/officeart/2018/5/layout/IconLeafLabelList"/>
    <dgm:cxn modelId="{47BF1AA8-356D-4AB5-ACEC-AF10A5A84CA1}" type="presParOf" srcId="{FD33A330-1DE9-4B3A-AFE6-3A3E67487799}" destId="{6399EE53-E419-4551-A3D3-6F164043CD02}" srcOrd="1" destOrd="0" presId="urn:microsoft.com/office/officeart/2018/5/layout/IconLeafLabelList"/>
    <dgm:cxn modelId="{EDD18A97-C8C5-4139-8816-033E270A4133}" type="presParOf" srcId="{FD33A330-1DE9-4B3A-AFE6-3A3E67487799}" destId="{6F6FB0BD-9C57-4ED7-8765-6F389B3C171F}" srcOrd="2" destOrd="0" presId="urn:microsoft.com/office/officeart/2018/5/layout/IconLeafLabelList"/>
    <dgm:cxn modelId="{0CF6A854-B6E2-4CD6-9F29-9ABD8190D21B}" type="presParOf" srcId="{FD33A330-1DE9-4B3A-AFE6-3A3E67487799}" destId="{DF93648D-1B21-443B-A8E5-EE4FC9EF4A3D}" srcOrd="3" destOrd="0" presId="urn:microsoft.com/office/officeart/2018/5/layout/IconLeafLabelList"/>
    <dgm:cxn modelId="{7389BDC2-D4E5-4BC8-B5EB-E7A4E5023B87}" type="presParOf" srcId="{14BB33A2-9821-4FB0-A7B2-D3E2A62D4F6C}" destId="{D2603BCD-F8C1-4AD3-B366-99563C01381B}" srcOrd="1" destOrd="0" presId="urn:microsoft.com/office/officeart/2018/5/layout/IconLeafLabelList"/>
    <dgm:cxn modelId="{26962B5C-A547-4F65-B978-42A3F7AA3036}" type="presParOf" srcId="{14BB33A2-9821-4FB0-A7B2-D3E2A62D4F6C}" destId="{101869E0-5084-4F52-80DC-06C45B49A89C}" srcOrd="2" destOrd="0" presId="urn:microsoft.com/office/officeart/2018/5/layout/IconLeafLabelList"/>
    <dgm:cxn modelId="{51BD0D69-EBDA-4EE1-986B-76A4276EC08F}" type="presParOf" srcId="{101869E0-5084-4F52-80DC-06C45B49A89C}" destId="{12A37D0A-9771-4F8C-A4C0-A29220A7008F}" srcOrd="0" destOrd="0" presId="urn:microsoft.com/office/officeart/2018/5/layout/IconLeafLabelList"/>
    <dgm:cxn modelId="{0F93B6F7-1390-4B2A-82E8-58DFDC59C006}" type="presParOf" srcId="{101869E0-5084-4F52-80DC-06C45B49A89C}" destId="{7567DF01-7EE7-4D79-8623-3833D127A636}" srcOrd="1" destOrd="0" presId="urn:microsoft.com/office/officeart/2018/5/layout/IconLeafLabelList"/>
    <dgm:cxn modelId="{A65BAE0A-F051-4C5A-8009-D218148DEFAD}" type="presParOf" srcId="{101869E0-5084-4F52-80DC-06C45B49A89C}" destId="{2415979E-855F-4A68-9AF6-FC8A23DD9859}" srcOrd="2" destOrd="0" presId="urn:microsoft.com/office/officeart/2018/5/layout/IconLeafLabelList"/>
    <dgm:cxn modelId="{8D0B446D-A687-468E-89B4-A7A72CED37C6}" type="presParOf" srcId="{101869E0-5084-4F52-80DC-06C45B49A89C}" destId="{6E805FA6-FE42-4A8C-95D0-8338575E73B6}" srcOrd="3" destOrd="0" presId="urn:microsoft.com/office/officeart/2018/5/layout/IconLeafLabelList"/>
    <dgm:cxn modelId="{B1FCCB55-B348-44BC-8968-E7FE5DA08900}" type="presParOf" srcId="{14BB33A2-9821-4FB0-A7B2-D3E2A62D4F6C}" destId="{AC9934B1-7758-41C5-A8D1-E1B32FE05CFB}" srcOrd="3" destOrd="0" presId="urn:microsoft.com/office/officeart/2018/5/layout/IconLeafLabelList"/>
    <dgm:cxn modelId="{9CF5252B-340D-406E-BFC6-2849C1D46E07}" type="presParOf" srcId="{14BB33A2-9821-4FB0-A7B2-D3E2A62D4F6C}" destId="{ABF33814-6C5E-4F95-B898-14B6C7B4CEFE}" srcOrd="4" destOrd="0" presId="urn:microsoft.com/office/officeart/2018/5/layout/IconLeafLabelList"/>
    <dgm:cxn modelId="{8DAA48E9-008E-401A-8379-80AF2A2CAE5D}" type="presParOf" srcId="{ABF33814-6C5E-4F95-B898-14B6C7B4CEFE}" destId="{4783C0D2-B7BA-4758-B580-30001AF6A93F}" srcOrd="0" destOrd="0" presId="urn:microsoft.com/office/officeart/2018/5/layout/IconLeafLabelList"/>
    <dgm:cxn modelId="{9BD7D077-DB91-4A36-8DA3-2E6C3CF05258}" type="presParOf" srcId="{ABF33814-6C5E-4F95-B898-14B6C7B4CEFE}" destId="{25E78514-16E8-47DF-9A24-979F89BAD2DA}" srcOrd="1" destOrd="0" presId="urn:microsoft.com/office/officeart/2018/5/layout/IconLeafLabelList"/>
    <dgm:cxn modelId="{E4E97AD9-C250-47F6-B0A1-8ED5258AAD88}" type="presParOf" srcId="{ABF33814-6C5E-4F95-B898-14B6C7B4CEFE}" destId="{2ABAC17B-609F-4390-859D-E3C3139B3804}" srcOrd="2" destOrd="0" presId="urn:microsoft.com/office/officeart/2018/5/layout/IconLeafLabelList"/>
    <dgm:cxn modelId="{7B1F922B-3A9F-4FB7-9F0C-FC39379D0265}" type="presParOf" srcId="{ABF33814-6C5E-4F95-B898-14B6C7B4CEFE}" destId="{18A254B8-1103-4FAD-97D8-4A1859545882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90B8AE-D7A3-4762-879C-225F83481818}">
      <dsp:nvSpPr>
        <dsp:cNvPr id="0" name=""/>
        <dsp:cNvSpPr/>
      </dsp:nvSpPr>
      <dsp:spPr>
        <a:xfrm>
          <a:off x="712684" y="96969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99EE53-E419-4551-A3D3-6F164043CD02}">
      <dsp:nvSpPr>
        <dsp:cNvPr id="0" name=""/>
        <dsp:cNvSpPr/>
      </dsp:nvSpPr>
      <dsp:spPr>
        <a:xfrm>
          <a:off x="1129497" y="513782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93648D-1B21-443B-A8E5-EE4FC9EF4A3D}">
      <dsp:nvSpPr>
        <dsp:cNvPr id="0" name=""/>
        <dsp:cNvSpPr/>
      </dsp:nvSpPr>
      <dsp:spPr>
        <a:xfrm>
          <a:off x="87465" y="2661970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4000" kern="1200"/>
            <a:t>For Having FUN</a:t>
          </a:r>
        </a:p>
      </dsp:txBody>
      <dsp:txXfrm>
        <a:off x="87465" y="2661970"/>
        <a:ext cx="3206250" cy="720000"/>
      </dsp:txXfrm>
    </dsp:sp>
    <dsp:sp modelId="{12A37D0A-9771-4F8C-A4C0-A29220A7008F}">
      <dsp:nvSpPr>
        <dsp:cNvPr id="0" name=""/>
        <dsp:cNvSpPr/>
      </dsp:nvSpPr>
      <dsp:spPr>
        <a:xfrm>
          <a:off x="4480028" y="96969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67DF01-7EE7-4D79-8623-3833D127A636}">
      <dsp:nvSpPr>
        <dsp:cNvPr id="0" name=""/>
        <dsp:cNvSpPr/>
      </dsp:nvSpPr>
      <dsp:spPr>
        <a:xfrm>
          <a:off x="4896840" y="513782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805FA6-FE42-4A8C-95D0-8338575E73B6}">
      <dsp:nvSpPr>
        <dsp:cNvPr id="0" name=""/>
        <dsp:cNvSpPr/>
      </dsp:nvSpPr>
      <dsp:spPr>
        <a:xfrm>
          <a:off x="3854809" y="2661970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4000" kern="1200"/>
            <a:t>Great TEAMWORK</a:t>
          </a:r>
        </a:p>
      </dsp:txBody>
      <dsp:txXfrm>
        <a:off x="3854809" y="2661970"/>
        <a:ext cx="3206250" cy="720000"/>
      </dsp:txXfrm>
    </dsp:sp>
    <dsp:sp modelId="{4783C0D2-B7BA-4758-B580-30001AF6A93F}">
      <dsp:nvSpPr>
        <dsp:cNvPr id="0" name=""/>
        <dsp:cNvSpPr/>
      </dsp:nvSpPr>
      <dsp:spPr>
        <a:xfrm>
          <a:off x="8247372" y="96969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E78514-16E8-47DF-9A24-979F89BAD2DA}">
      <dsp:nvSpPr>
        <dsp:cNvPr id="0" name=""/>
        <dsp:cNvSpPr/>
      </dsp:nvSpPr>
      <dsp:spPr>
        <a:xfrm>
          <a:off x="8664184" y="513782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A254B8-1103-4FAD-97D8-4A1859545882}">
      <dsp:nvSpPr>
        <dsp:cNvPr id="0" name=""/>
        <dsp:cNvSpPr/>
      </dsp:nvSpPr>
      <dsp:spPr>
        <a:xfrm>
          <a:off x="7622153" y="2661970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4000" kern="1200" dirty="0"/>
            <a:t>Visioner</a:t>
          </a:r>
        </a:p>
      </dsp:txBody>
      <dsp:txXfrm>
        <a:off x="7622153" y="2661970"/>
        <a:ext cx="3206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DA381740-063A-41A4-836D-85D14980EEF0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Autofit/>
          </a:bodyPr>
          <a:lstStyle>
            <a:lvl1pPr algn="l"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CD474-E5E1-4D01-97F6-0C9FC0933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10/2/2021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6BBC7-EB9B-4B36-88E9-DBF65D27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86C7-DD8D-492F-9A9A-A7B3EBE27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414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8098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218C0-6540-400C-BB51-353D5FD5C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1CD69-43B3-4FF7-AA41-30C36C957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F300D-5CBE-47E9-A193-E23C8314D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7DF3F-C51A-4DB1-9FCE-E3E0D8E92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69CF4-FAAB-44EF-A2A5-8352B4AA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417A8947-4521-4FE1-8E44-27363435CE1B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3596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9384"/>
            <a:ext cx="5181600" cy="42519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9384"/>
            <a:ext cx="5181600" cy="425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32FCA-14C6-4497-9C27-3F5806244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descr="Tag=AccentColor&#10;Flavor=Light&#10;Target=FillAndLine">
            <a:extLst>
              <a:ext uri="{FF2B5EF4-FFF2-40B4-BE49-F238E27FC236}">
                <a16:creationId xmlns:a16="http://schemas.microsoft.com/office/drawing/2014/main" id="{2FAAC677-2D37-4F63-9C4B-711A2988EE0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908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38528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26080"/>
            <a:ext cx="5157787" cy="32644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38528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26080"/>
            <a:ext cx="5183188" cy="3264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10/2/2021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 descr="Tag=AccentColor&#10;Flavor=Light&#10;Target=FillAndLine">
            <a:extLst>
              <a:ext uri="{FF2B5EF4-FFF2-40B4-BE49-F238E27FC236}">
                <a16:creationId xmlns:a16="http://schemas.microsoft.com/office/drawing/2014/main" id="{F634C457-AEBF-47D7-9200-BAD05D138B1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1098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9AC0-40CD-4451-BF00-5E2FC7B74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704" y="1728216"/>
            <a:ext cx="7781544" cy="3392424"/>
          </a:xfrm>
        </p:spPr>
        <p:txBody>
          <a:bodyPr>
            <a:normAutofit/>
          </a:bodyPr>
          <a:lstStyle>
            <a:lvl1pPr algn="ctr">
              <a:defRPr sz="7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D9A32-9C83-452B-BC69-CC6E95D3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10/2/2021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87B83E-E23E-42DE-876D-F55908A97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C03A8-D428-4010-B413-13B1E9922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6" descr="Tag=AccentColor&#10;Flavor=Light&#10;Target=FillAndLine">
            <a:extLst>
              <a:ext uri="{FF2B5EF4-FFF2-40B4-BE49-F238E27FC236}">
                <a16:creationId xmlns:a16="http://schemas.microsoft.com/office/drawing/2014/main" id="{17F03060-85EC-4182-8C18-C6EE0D373E4B}"/>
              </a:ext>
            </a:extLst>
          </p:cNvPr>
          <p:cNvSpPr/>
          <p:nvPr/>
        </p:nvSpPr>
        <p:spPr>
          <a:xfrm>
            <a:off x="3974206" y="5126892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9997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816A0-77C4-4A3F-87BD-A7321E3C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10/2/2021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181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548640"/>
            <a:ext cx="6053328" cy="5431536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2237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4C988-A6DB-469A-B8AA-31866F36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2797492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006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1920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548640"/>
            <a:ext cx="6053328" cy="54315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1920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C2F5B-DDDD-4E64-94A9-99E46F4B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2798064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778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CF8D-FF51-4FD8-B968-A2C85073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61A953-02EA-491B-A215-AF8420D74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84D1E-BC98-44E4-8D2C-89CCDC293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019EB-9C2B-4833-B72A-147694159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6E764-5688-45F5-94ED-A7357D2F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043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0E3CB6-3025-40BF-A04B-A7B0CB4C0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DD5CB3-8B24-48C7-89D3-8DCAD36A4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BC931-E2BF-4C1D-91AA-89F82F82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8A135-AEE9-4483-957E-3D143318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DEFD4-A052-46B3-B2AE-F3091D8A2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283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45051-2045-45DA-935E-2E3CA1A69ADC}" type="datetimeFigureOut">
              <a:rPr lang="en-US" smtClean="0"/>
              <a:t>10/2/2021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139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1" r:id="rId6"/>
    <p:sldLayoutId id="2147483777" r:id="rId7"/>
    <p:sldLayoutId id="2147483778" r:id="rId8"/>
    <p:sldLayoutId id="2147483779" r:id="rId9"/>
    <p:sldLayoutId id="2147483780" r:id="rId10"/>
    <p:sldLayoutId id="2147483782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142E38-1508-4681-A8E9-53EF9BA04F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0338" y="640080"/>
            <a:ext cx="3734014" cy="3566160"/>
          </a:xfrm>
        </p:spPr>
        <p:txBody>
          <a:bodyPr anchor="b">
            <a:normAutofit/>
          </a:bodyPr>
          <a:lstStyle/>
          <a:p>
            <a:r>
              <a:rPr lang="en-US" sz="8000" dirty="0"/>
              <a:t>dream canvas</a:t>
            </a:r>
            <a:endParaRPr lang="en-ID" sz="8000" dirty="0"/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27432"/>
          </a:xfrm>
          <a:custGeom>
            <a:avLst/>
            <a:gdLst>
              <a:gd name="connsiteX0" fmla="*/ 0 w 3474720"/>
              <a:gd name="connsiteY0" fmla="*/ 0 h 27432"/>
              <a:gd name="connsiteX1" fmla="*/ 660197 w 3474720"/>
              <a:gd name="connsiteY1" fmla="*/ 0 h 27432"/>
              <a:gd name="connsiteX2" fmla="*/ 1355141 w 3474720"/>
              <a:gd name="connsiteY2" fmla="*/ 0 h 27432"/>
              <a:gd name="connsiteX3" fmla="*/ 2084832 w 3474720"/>
              <a:gd name="connsiteY3" fmla="*/ 0 h 27432"/>
              <a:gd name="connsiteX4" fmla="*/ 2814523 w 3474720"/>
              <a:gd name="connsiteY4" fmla="*/ 0 h 27432"/>
              <a:gd name="connsiteX5" fmla="*/ 3474720 w 3474720"/>
              <a:gd name="connsiteY5" fmla="*/ 0 h 27432"/>
              <a:gd name="connsiteX6" fmla="*/ 3474720 w 3474720"/>
              <a:gd name="connsiteY6" fmla="*/ 27432 h 27432"/>
              <a:gd name="connsiteX7" fmla="*/ 2710282 w 3474720"/>
              <a:gd name="connsiteY7" fmla="*/ 27432 h 27432"/>
              <a:gd name="connsiteX8" fmla="*/ 1945843 w 3474720"/>
              <a:gd name="connsiteY8" fmla="*/ 27432 h 27432"/>
              <a:gd name="connsiteX9" fmla="*/ 1250899 w 3474720"/>
              <a:gd name="connsiteY9" fmla="*/ 27432 h 27432"/>
              <a:gd name="connsiteX10" fmla="*/ 0 w 3474720"/>
              <a:gd name="connsiteY10" fmla="*/ 27432 h 27432"/>
              <a:gd name="connsiteX11" fmla="*/ 0 w 3474720"/>
              <a:gd name="connsiteY11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474720" h="27432" fill="none" extrusionOk="0">
                <a:moveTo>
                  <a:pt x="0" y="0"/>
                </a:moveTo>
                <a:cubicBezTo>
                  <a:pt x="307185" y="-8713"/>
                  <a:pt x="392307" y="-13121"/>
                  <a:pt x="660197" y="0"/>
                </a:cubicBezTo>
                <a:cubicBezTo>
                  <a:pt x="928087" y="13121"/>
                  <a:pt x="1167029" y="-2668"/>
                  <a:pt x="1355141" y="0"/>
                </a:cubicBezTo>
                <a:cubicBezTo>
                  <a:pt x="1543253" y="2668"/>
                  <a:pt x="1739408" y="-6709"/>
                  <a:pt x="2084832" y="0"/>
                </a:cubicBezTo>
                <a:cubicBezTo>
                  <a:pt x="2430256" y="6709"/>
                  <a:pt x="2538889" y="29706"/>
                  <a:pt x="2814523" y="0"/>
                </a:cubicBezTo>
                <a:cubicBezTo>
                  <a:pt x="3090157" y="-29706"/>
                  <a:pt x="3152920" y="-15446"/>
                  <a:pt x="3474720" y="0"/>
                </a:cubicBezTo>
                <a:cubicBezTo>
                  <a:pt x="3473554" y="7395"/>
                  <a:pt x="3474765" y="21864"/>
                  <a:pt x="3474720" y="27432"/>
                </a:cubicBezTo>
                <a:cubicBezTo>
                  <a:pt x="3275380" y="12730"/>
                  <a:pt x="2958934" y="10130"/>
                  <a:pt x="2710282" y="27432"/>
                </a:cubicBezTo>
                <a:cubicBezTo>
                  <a:pt x="2461630" y="44734"/>
                  <a:pt x="2131168" y="43757"/>
                  <a:pt x="1945843" y="27432"/>
                </a:cubicBezTo>
                <a:cubicBezTo>
                  <a:pt x="1760518" y="11107"/>
                  <a:pt x="1444829" y="-3738"/>
                  <a:pt x="1250899" y="27432"/>
                </a:cubicBezTo>
                <a:cubicBezTo>
                  <a:pt x="1056969" y="58602"/>
                  <a:pt x="444992" y="52761"/>
                  <a:pt x="0" y="27432"/>
                </a:cubicBezTo>
                <a:cubicBezTo>
                  <a:pt x="-503" y="20663"/>
                  <a:pt x="1168" y="5855"/>
                  <a:pt x="0" y="0"/>
                </a:cubicBezTo>
                <a:close/>
              </a:path>
              <a:path w="3474720" h="27432" stroke="0" extrusionOk="0">
                <a:moveTo>
                  <a:pt x="0" y="0"/>
                </a:moveTo>
                <a:cubicBezTo>
                  <a:pt x="300114" y="-5103"/>
                  <a:pt x="525093" y="-25284"/>
                  <a:pt x="660197" y="0"/>
                </a:cubicBezTo>
                <a:cubicBezTo>
                  <a:pt x="795301" y="25284"/>
                  <a:pt x="1023172" y="17955"/>
                  <a:pt x="1250899" y="0"/>
                </a:cubicBezTo>
                <a:cubicBezTo>
                  <a:pt x="1478626" y="-17955"/>
                  <a:pt x="1782079" y="-27844"/>
                  <a:pt x="2015338" y="0"/>
                </a:cubicBezTo>
                <a:cubicBezTo>
                  <a:pt x="2248597" y="27844"/>
                  <a:pt x="2491007" y="27648"/>
                  <a:pt x="2675534" y="0"/>
                </a:cubicBezTo>
                <a:cubicBezTo>
                  <a:pt x="2860061" y="-27648"/>
                  <a:pt x="3088679" y="-3661"/>
                  <a:pt x="3474720" y="0"/>
                </a:cubicBezTo>
                <a:cubicBezTo>
                  <a:pt x="3474913" y="12649"/>
                  <a:pt x="3473732" y="17989"/>
                  <a:pt x="3474720" y="27432"/>
                </a:cubicBezTo>
                <a:cubicBezTo>
                  <a:pt x="3317198" y="15714"/>
                  <a:pt x="2959205" y="52182"/>
                  <a:pt x="2779776" y="27432"/>
                </a:cubicBezTo>
                <a:cubicBezTo>
                  <a:pt x="2600347" y="2682"/>
                  <a:pt x="2382660" y="-684"/>
                  <a:pt x="2015338" y="27432"/>
                </a:cubicBezTo>
                <a:cubicBezTo>
                  <a:pt x="1648016" y="55548"/>
                  <a:pt x="1641073" y="39646"/>
                  <a:pt x="1424635" y="27432"/>
                </a:cubicBezTo>
                <a:cubicBezTo>
                  <a:pt x="1208197" y="15218"/>
                  <a:pt x="1021559" y="15893"/>
                  <a:pt x="729691" y="27432"/>
                </a:cubicBezTo>
                <a:cubicBezTo>
                  <a:pt x="437823" y="38971"/>
                  <a:pt x="153856" y="-2647"/>
                  <a:pt x="0" y="27432"/>
                </a:cubicBezTo>
                <a:cubicBezTo>
                  <a:pt x="1300" y="19678"/>
                  <a:pt x="-86" y="12044"/>
                  <a:pt x="0" y="0"/>
                </a:cubicBezTo>
                <a:close/>
              </a:path>
            </a:pathLst>
          </a:custGeom>
          <a:solidFill>
            <a:srgbClr val="48E6FC"/>
          </a:solidFill>
          <a:ln w="38100" cap="rnd">
            <a:solidFill>
              <a:srgbClr val="48E6FC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icture containing icon&#10;&#10;Description automatically generated">
            <a:extLst>
              <a:ext uri="{FF2B5EF4-FFF2-40B4-BE49-F238E27FC236}">
                <a16:creationId xmlns:a16="http://schemas.microsoft.com/office/drawing/2014/main" id="{31E3AE24-1C41-4DCB-909A-8BDE24B680E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86" r="12386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282982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47B6BBF-09F2-4A29-AE4E-3771E2924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9A2C3C-3CC8-42D3-9FB6-2E263163D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34029"/>
            <a:ext cx="10921640" cy="1314698"/>
          </a:xfrm>
        </p:spPr>
        <p:txBody>
          <a:bodyPr anchor="ctr">
            <a:normAutofit/>
          </a:bodyPr>
          <a:lstStyle/>
          <a:p>
            <a:pPr algn="ctr"/>
            <a:r>
              <a:rPr lang="en-US" sz="7200"/>
              <a:t>purpose</a:t>
            </a:r>
            <a:endParaRPr lang="en-ID" sz="7200"/>
          </a:p>
        </p:txBody>
      </p:sp>
      <p:sp>
        <p:nvSpPr>
          <p:cNvPr id="11" name="Rectangle 22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48305" y="2241737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C2ECC47-A4E6-4828-9D58-1DA0FE4600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1819521"/>
              </p:ext>
            </p:extLst>
          </p:nvPr>
        </p:nvGraphicFramePr>
        <p:xfrm>
          <a:off x="632647" y="2805098"/>
          <a:ext cx="10915869" cy="34789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71248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ED1D94F-BC8C-4ABD-9133-E5FE8FD01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729C8613-E821-4D72-BF13-99B5EAC3F1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8F0FD84-24F1-46E2-B572-50098AFC8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5512" y="494951"/>
            <a:ext cx="4023360" cy="5722227"/>
          </a:xfrm>
        </p:spPr>
        <p:txBody>
          <a:bodyPr>
            <a:normAutofit/>
          </a:bodyPr>
          <a:lstStyle/>
          <a:p>
            <a:r>
              <a:rPr lang="en-US" sz="7200" dirty="0"/>
              <a:t>Rules of Game</a:t>
            </a:r>
            <a:endParaRPr lang="en-ID" sz="720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B86D467-06FB-483B-A9DB-DDA19E616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850392"/>
            <a:ext cx="5824728" cy="5001768"/>
          </a:xfrm>
        </p:spPr>
        <p:txBody>
          <a:bodyPr anchor="ctr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Setiap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 team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akan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diberikan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kanvas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 virtual (google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jamboard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Tugas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 team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diminta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untuk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melukis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sebuah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karya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dengan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tema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 “O</a:t>
            </a:r>
            <a:r>
              <a:rPr lang="en-US" b="1" dirty="0" err="1">
                <a:latin typeface="Calibri"/>
              </a:rPr>
              <a:t>ur</a:t>
            </a:r>
            <a:r>
              <a:rPr lang="en-US" b="1" dirty="0">
                <a:latin typeface="Calibri"/>
              </a:rPr>
              <a:t> Vision Together”</a:t>
            </a:r>
            <a:endParaRPr lang="en-US" sz="2800" b="1" dirty="0">
              <a:latin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en-ID" dirty="0">
                <a:latin typeface="Calibri"/>
              </a:rPr>
              <a:t>E</a:t>
            </a:r>
            <a:r>
              <a:rPr kumimoji="0" lang="en-ID" sz="2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kspresikan</a:t>
            </a:r>
            <a:r>
              <a:rPr kumimoji="0" lang="en-ID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kreatifitas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inovasi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 dan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terobosan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 team Anda pada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gambar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tersebut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Waktu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melukis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lang="en-US">
                <a:latin typeface="Calibri"/>
              </a:rPr>
              <a:t>5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menit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 dan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hasil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karya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akan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 di capture oleh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fasilitator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14" name="sketchy content container">
            <a:extLst>
              <a:ext uri="{FF2B5EF4-FFF2-40B4-BE49-F238E27FC236}">
                <a16:creationId xmlns:a16="http://schemas.microsoft.com/office/drawing/2014/main" id="{65C49067-A40C-4881-A0C6-21B612551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75" y="494951"/>
            <a:ext cx="6229604" cy="5722227"/>
          </a:xfrm>
          <a:custGeom>
            <a:avLst/>
            <a:gdLst>
              <a:gd name="connsiteX0" fmla="*/ 0 w 6229604"/>
              <a:gd name="connsiteY0" fmla="*/ 0 h 5722227"/>
              <a:gd name="connsiteX1" fmla="*/ 629882 w 6229604"/>
              <a:gd name="connsiteY1" fmla="*/ 0 h 5722227"/>
              <a:gd name="connsiteX2" fmla="*/ 1135172 w 6229604"/>
              <a:gd name="connsiteY2" fmla="*/ 0 h 5722227"/>
              <a:gd name="connsiteX3" fmla="*/ 1951943 w 6229604"/>
              <a:gd name="connsiteY3" fmla="*/ 0 h 5722227"/>
              <a:gd name="connsiteX4" fmla="*/ 2581825 w 6229604"/>
              <a:gd name="connsiteY4" fmla="*/ 0 h 5722227"/>
              <a:gd name="connsiteX5" fmla="*/ 3211707 w 6229604"/>
              <a:gd name="connsiteY5" fmla="*/ 0 h 5722227"/>
              <a:gd name="connsiteX6" fmla="*/ 4028477 w 6229604"/>
              <a:gd name="connsiteY6" fmla="*/ 0 h 5722227"/>
              <a:gd name="connsiteX7" fmla="*/ 4596063 w 6229604"/>
              <a:gd name="connsiteY7" fmla="*/ 0 h 5722227"/>
              <a:gd name="connsiteX8" fmla="*/ 5412834 w 6229604"/>
              <a:gd name="connsiteY8" fmla="*/ 0 h 5722227"/>
              <a:gd name="connsiteX9" fmla="*/ 6229604 w 6229604"/>
              <a:gd name="connsiteY9" fmla="*/ 0 h 5722227"/>
              <a:gd name="connsiteX10" fmla="*/ 6229604 w 6229604"/>
              <a:gd name="connsiteY10" fmla="*/ 635803 h 5722227"/>
              <a:gd name="connsiteX11" fmla="*/ 6229604 w 6229604"/>
              <a:gd name="connsiteY11" fmla="*/ 1271606 h 5722227"/>
              <a:gd name="connsiteX12" fmla="*/ 6229604 w 6229604"/>
              <a:gd name="connsiteY12" fmla="*/ 1964631 h 5722227"/>
              <a:gd name="connsiteX13" fmla="*/ 6229604 w 6229604"/>
              <a:gd name="connsiteY13" fmla="*/ 2428767 h 5722227"/>
              <a:gd name="connsiteX14" fmla="*/ 6229604 w 6229604"/>
              <a:gd name="connsiteY14" fmla="*/ 3064570 h 5722227"/>
              <a:gd name="connsiteX15" fmla="*/ 6229604 w 6229604"/>
              <a:gd name="connsiteY15" fmla="*/ 3700373 h 5722227"/>
              <a:gd name="connsiteX16" fmla="*/ 6229604 w 6229604"/>
              <a:gd name="connsiteY16" fmla="*/ 4336176 h 5722227"/>
              <a:gd name="connsiteX17" fmla="*/ 6229604 w 6229604"/>
              <a:gd name="connsiteY17" fmla="*/ 5029202 h 5722227"/>
              <a:gd name="connsiteX18" fmla="*/ 6229604 w 6229604"/>
              <a:gd name="connsiteY18" fmla="*/ 5722227 h 5722227"/>
              <a:gd name="connsiteX19" fmla="*/ 5475130 w 6229604"/>
              <a:gd name="connsiteY19" fmla="*/ 5722227 h 5722227"/>
              <a:gd name="connsiteX20" fmla="*/ 4907544 w 6229604"/>
              <a:gd name="connsiteY20" fmla="*/ 5722227 h 5722227"/>
              <a:gd name="connsiteX21" fmla="*/ 4090773 w 6229604"/>
              <a:gd name="connsiteY21" fmla="*/ 5722227 h 5722227"/>
              <a:gd name="connsiteX22" fmla="*/ 3398595 w 6229604"/>
              <a:gd name="connsiteY22" fmla="*/ 5722227 h 5722227"/>
              <a:gd name="connsiteX23" fmla="*/ 2831009 w 6229604"/>
              <a:gd name="connsiteY23" fmla="*/ 5722227 h 5722227"/>
              <a:gd name="connsiteX24" fmla="*/ 2138831 w 6229604"/>
              <a:gd name="connsiteY24" fmla="*/ 5722227 h 5722227"/>
              <a:gd name="connsiteX25" fmla="*/ 1633541 w 6229604"/>
              <a:gd name="connsiteY25" fmla="*/ 5722227 h 5722227"/>
              <a:gd name="connsiteX26" fmla="*/ 1128251 w 6229604"/>
              <a:gd name="connsiteY26" fmla="*/ 5722227 h 5722227"/>
              <a:gd name="connsiteX27" fmla="*/ 0 w 6229604"/>
              <a:gd name="connsiteY27" fmla="*/ 5722227 h 5722227"/>
              <a:gd name="connsiteX28" fmla="*/ 0 w 6229604"/>
              <a:gd name="connsiteY28" fmla="*/ 5200869 h 5722227"/>
              <a:gd name="connsiteX29" fmla="*/ 0 w 6229604"/>
              <a:gd name="connsiteY29" fmla="*/ 4450621 h 5722227"/>
              <a:gd name="connsiteX30" fmla="*/ 0 w 6229604"/>
              <a:gd name="connsiteY30" fmla="*/ 3872040 h 5722227"/>
              <a:gd name="connsiteX31" fmla="*/ 0 w 6229604"/>
              <a:gd name="connsiteY31" fmla="*/ 3407904 h 5722227"/>
              <a:gd name="connsiteX32" fmla="*/ 0 w 6229604"/>
              <a:gd name="connsiteY32" fmla="*/ 2714879 h 5722227"/>
              <a:gd name="connsiteX33" fmla="*/ 0 w 6229604"/>
              <a:gd name="connsiteY33" fmla="*/ 2193520 h 5722227"/>
              <a:gd name="connsiteX34" fmla="*/ 0 w 6229604"/>
              <a:gd name="connsiteY34" fmla="*/ 1500495 h 5722227"/>
              <a:gd name="connsiteX35" fmla="*/ 0 w 6229604"/>
              <a:gd name="connsiteY35" fmla="*/ 750248 h 5722227"/>
              <a:gd name="connsiteX36" fmla="*/ 0 w 6229604"/>
              <a:gd name="connsiteY36" fmla="*/ 0 h 5722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6229604" h="5722227" extrusionOk="0">
                <a:moveTo>
                  <a:pt x="0" y="0"/>
                </a:moveTo>
                <a:cubicBezTo>
                  <a:pt x="134765" y="733"/>
                  <a:pt x="359555" y="-15387"/>
                  <a:pt x="629882" y="0"/>
                </a:cubicBezTo>
                <a:cubicBezTo>
                  <a:pt x="900209" y="15387"/>
                  <a:pt x="965450" y="15937"/>
                  <a:pt x="1135172" y="0"/>
                </a:cubicBezTo>
                <a:cubicBezTo>
                  <a:pt x="1304894" y="-15937"/>
                  <a:pt x="1787212" y="10921"/>
                  <a:pt x="1951943" y="0"/>
                </a:cubicBezTo>
                <a:cubicBezTo>
                  <a:pt x="2116674" y="-10921"/>
                  <a:pt x="2378222" y="13313"/>
                  <a:pt x="2581825" y="0"/>
                </a:cubicBezTo>
                <a:cubicBezTo>
                  <a:pt x="2785428" y="-13313"/>
                  <a:pt x="2915218" y="19972"/>
                  <a:pt x="3211707" y="0"/>
                </a:cubicBezTo>
                <a:cubicBezTo>
                  <a:pt x="3508196" y="-19972"/>
                  <a:pt x="3832828" y="-34359"/>
                  <a:pt x="4028477" y="0"/>
                </a:cubicBezTo>
                <a:cubicBezTo>
                  <a:pt x="4224126" y="34359"/>
                  <a:pt x="4361257" y="4467"/>
                  <a:pt x="4596063" y="0"/>
                </a:cubicBezTo>
                <a:cubicBezTo>
                  <a:pt x="4830869" y="-4467"/>
                  <a:pt x="5091403" y="-7365"/>
                  <a:pt x="5412834" y="0"/>
                </a:cubicBezTo>
                <a:cubicBezTo>
                  <a:pt x="5734265" y="7365"/>
                  <a:pt x="6034988" y="-26786"/>
                  <a:pt x="6229604" y="0"/>
                </a:cubicBezTo>
                <a:cubicBezTo>
                  <a:pt x="6208296" y="256153"/>
                  <a:pt x="6219810" y="335049"/>
                  <a:pt x="6229604" y="635803"/>
                </a:cubicBezTo>
                <a:cubicBezTo>
                  <a:pt x="6239398" y="936557"/>
                  <a:pt x="6230184" y="1092448"/>
                  <a:pt x="6229604" y="1271606"/>
                </a:cubicBezTo>
                <a:cubicBezTo>
                  <a:pt x="6229024" y="1450764"/>
                  <a:pt x="6217841" y="1797531"/>
                  <a:pt x="6229604" y="1964631"/>
                </a:cubicBezTo>
                <a:cubicBezTo>
                  <a:pt x="6241367" y="2131731"/>
                  <a:pt x="6220367" y="2235822"/>
                  <a:pt x="6229604" y="2428767"/>
                </a:cubicBezTo>
                <a:cubicBezTo>
                  <a:pt x="6238841" y="2621712"/>
                  <a:pt x="6220929" y="2925917"/>
                  <a:pt x="6229604" y="3064570"/>
                </a:cubicBezTo>
                <a:cubicBezTo>
                  <a:pt x="6238279" y="3203223"/>
                  <a:pt x="6256755" y="3501958"/>
                  <a:pt x="6229604" y="3700373"/>
                </a:cubicBezTo>
                <a:cubicBezTo>
                  <a:pt x="6202453" y="3898788"/>
                  <a:pt x="6201714" y="4046823"/>
                  <a:pt x="6229604" y="4336176"/>
                </a:cubicBezTo>
                <a:cubicBezTo>
                  <a:pt x="6257494" y="4625529"/>
                  <a:pt x="6258821" y="4774033"/>
                  <a:pt x="6229604" y="5029202"/>
                </a:cubicBezTo>
                <a:cubicBezTo>
                  <a:pt x="6200387" y="5284371"/>
                  <a:pt x="6233334" y="5383875"/>
                  <a:pt x="6229604" y="5722227"/>
                </a:cubicBezTo>
                <a:cubicBezTo>
                  <a:pt x="6016393" y="5707881"/>
                  <a:pt x="5684528" y="5751176"/>
                  <a:pt x="5475130" y="5722227"/>
                </a:cubicBezTo>
                <a:cubicBezTo>
                  <a:pt x="5265732" y="5693278"/>
                  <a:pt x="5082862" y="5732690"/>
                  <a:pt x="4907544" y="5722227"/>
                </a:cubicBezTo>
                <a:cubicBezTo>
                  <a:pt x="4732226" y="5711764"/>
                  <a:pt x="4474837" y="5716289"/>
                  <a:pt x="4090773" y="5722227"/>
                </a:cubicBezTo>
                <a:cubicBezTo>
                  <a:pt x="3706709" y="5728165"/>
                  <a:pt x="3645902" y="5723973"/>
                  <a:pt x="3398595" y="5722227"/>
                </a:cubicBezTo>
                <a:cubicBezTo>
                  <a:pt x="3151288" y="5720481"/>
                  <a:pt x="3001606" y="5732695"/>
                  <a:pt x="2831009" y="5722227"/>
                </a:cubicBezTo>
                <a:cubicBezTo>
                  <a:pt x="2660412" y="5711759"/>
                  <a:pt x="2424161" y="5689878"/>
                  <a:pt x="2138831" y="5722227"/>
                </a:cubicBezTo>
                <a:cubicBezTo>
                  <a:pt x="1853501" y="5754576"/>
                  <a:pt x="1788223" y="5720540"/>
                  <a:pt x="1633541" y="5722227"/>
                </a:cubicBezTo>
                <a:cubicBezTo>
                  <a:pt x="1478859" y="5723915"/>
                  <a:pt x="1324151" y="5739059"/>
                  <a:pt x="1128251" y="5722227"/>
                </a:cubicBezTo>
                <a:cubicBezTo>
                  <a:pt x="932351" y="5705396"/>
                  <a:pt x="522340" y="5691488"/>
                  <a:pt x="0" y="5722227"/>
                </a:cubicBezTo>
                <a:cubicBezTo>
                  <a:pt x="-8445" y="5596771"/>
                  <a:pt x="-11215" y="5344833"/>
                  <a:pt x="0" y="5200869"/>
                </a:cubicBezTo>
                <a:cubicBezTo>
                  <a:pt x="11215" y="5056905"/>
                  <a:pt x="20310" y="4693766"/>
                  <a:pt x="0" y="4450621"/>
                </a:cubicBezTo>
                <a:cubicBezTo>
                  <a:pt x="-20310" y="4207476"/>
                  <a:pt x="817" y="4075053"/>
                  <a:pt x="0" y="3872040"/>
                </a:cubicBezTo>
                <a:cubicBezTo>
                  <a:pt x="-817" y="3669027"/>
                  <a:pt x="-21729" y="3595882"/>
                  <a:pt x="0" y="3407904"/>
                </a:cubicBezTo>
                <a:cubicBezTo>
                  <a:pt x="21729" y="3219926"/>
                  <a:pt x="-30605" y="3052469"/>
                  <a:pt x="0" y="2714879"/>
                </a:cubicBezTo>
                <a:cubicBezTo>
                  <a:pt x="30605" y="2377289"/>
                  <a:pt x="-16081" y="2430808"/>
                  <a:pt x="0" y="2193520"/>
                </a:cubicBezTo>
                <a:cubicBezTo>
                  <a:pt x="16081" y="1956232"/>
                  <a:pt x="18120" y="1817979"/>
                  <a:pt x="0" y="1500495"/>
                </a:cubicBezTo>
                <a:cubicBezTo>
                  <a:pt x="-18120" y="1183011"/>
                  <a:pt x="23969" y="972269"/>
                  <a:pt x="0" y="750248"/>
                </a:cubicBezTo>
                <a:cubicBezTo>
                  <a:pt x="-23969" y="528227"/>
                  <a:pt x="-3769" y="358360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655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SketchyVTI">
  <a:themeElements>
    <a:clrScheme name="SketchyVTI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4650E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Custom 2">
      <a:majorFont>
        <a:latin typeface="Modern Love"/>
        <a:ea typeface=""/>
        <a:cs typeface=""/>
      </a:majorFont>
      <a:minorFont>
        <a:latin typeface="The Ha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yVTI" id="{A6D2C935-A6E4-4DD9-BCC5-5AE2504DB8EA}" vid="{F0754072-50B6-4C01-B911-67246C9F58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59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Modern Love</vt:lpstr>
      <vt:lpstr>The Hand</vt:lpstr>
      <vt:lpstr>Wingdings</vt:lpstr>
      <vt:lpstr>SketchyVTI</vt:lpstr>
      <vt:lpstr>dream canvas</vt:lpstr>
      <vt:lpstr>purpose</vt:lpstr>
      <vt:lpstr>Rules of Game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dream canvas</dc:title>
  <dc:creator>izzudin abdurahman</dc:creator>
  <cp:lastModifiedBy>izzudin abdurahman</cp:lastModifiedBy>
  <cp:revision>2</cp:revision>
  <dcterms:created xsi:type="dcterms:W3CDTF">2021-09-13T07:22:05Z</dcterms:created>
  <dcterms:modified xsi:type="dcterms:W3CDTF">2021-10-02T04:01:13Z</dcterms:modified>
</cp:coreProperties>
</file>