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0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8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6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3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7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14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32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10/9/2021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7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10/9/2021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C0BCA8-B9D5-4F84-B063-ABE683EE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athletic game&#10;&#10;Description automatically generated">
            <a:extLst>
              <a:ext uri="{FF2B5EF4-FFF2-40B4-BE49-F238E27FC236}">
                <a16:creationId xmlns:a16="http://schemas.microsoft.com/office/drawing/2014/main" id="{D9E8E838-C7C8-4BB7-A2CD-79DF602179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48D7B7-CAFA-4089-A365-6371A76FE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144236 w 12192000"/>
              <a:gd name="connsiteY0" fmla="*/ 859953 h 6858000"/>
              <a:gd name="connsiteX1" fmla="*/ 954990 w 12192000"/>
              <a:gd name="connsiteY1" fmla="*/ 3049201 h 6858000"/>
              <a:gd name="connsiteX2" fmla="*/ 954990 w 12192000"/>
              <a:gd name="connsiteY2" fmla="*/ 3317710 h 6858000"/>
              <a:gd name="connsiteX3" fmla="*/ 954990 w 12192000"/>
              <a:gd name="connsiteY3" fmla="*/ 6057900 h 6858000"/>
              <a:gd name="connsiteX4" fmla="*/ 5334000 w 12192000"/>
              <a:gd name="connsiteY4" fmla="*/ 6057900 h 6858000"/>
              <a:gd name="connsiteX5" fmla="*/ 5334000 w 12192000"/>
              <a:gd name="connsiteY5" fmla="*/ 3049201 h 6858000"/>
              <a:gd name="connsiteX6" fmla="*/ 3144755 w 12192000"/>
              <a:gd name="connsiteY6" fmla="*/ 859953 h 6858000"/>
              <a:gd name="connsiteX7" fmla="*/ 0 w 12192000"/>
              <a:gd name="connsiteY7" fmla="*/ 0 h 6858000"/>
              <a:gd name="connsiteX8" fmla="*/ 12192000 w 12192000"/>
              <a:gd name="connsiteY8" fmla="*/ 0 h 6858000"/>
              <a:gd name="connsiteX9" fmla="*/ 121920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3144236" y="859953"/>
                </a:moveTo>
                <a:cubicBezTo>
                  <a:pt x="1935127" y="859953"/>
                  <a:pt x="954990" y="1840119"/>
                  <a:pt x="954990" y="3049201"/>
                </a:cubicBezTo>
                <a:lnTo>
                  <a:pt x="954990" y="3317710"/>
                </a:lnTo>
                <a:lnTo>
                  <a:pt x="954990" y="6057900"/>
                </a:lnTo>
                <a:lnTo>
                  <a:pt x="5334000" y="6057900"/>
                </a:lnTo>
                <a:lnTo>
                  <a:pt x="5334000" y="3049201"/>
                </a:lnTo>
                <a:cubicBezTo>
                  <a:pt x="5334000" y="1840119"/>
                  <a:pt x="4353860" y="859953"/>
                  <a:pt x="3144755" y="85995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B83F1-3DBE-46BF-9016-969EC6924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5663" y="1161232"/>
            <a:ext cx="5004176" cy="248547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SCATTEGORIES</a:t>
            </a:r>
            <a:endParaRPr lang="en-ID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76E355-DC49-4AFB-88DE-62B854B9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9851" y="4003443"/>
            <a:ext cx="0" cy="2054457"/>
          </a:xfrm>
          <a:prstGeom prst="line">
            <a:avLst/>
          </a:prstGeom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35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D491A-EB82-462D-943B-FBA32E13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How to play 1</a:t>
            </a:r>
            <a:endParaRPr lang="en-ID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A8834-6C80-45B7-9A40-4C4F3769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977" y="876300"/>
            <a:ext cx="5608565" cy="5181600"/>
          </a:xfrm>
        </p:spPr>
        <p:txBody>
          <a:bodyPr anchor="b">
            <a:normAutofit/>
          </a:bodyPr>
          <a:lstStyle/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menyiapkan</a:t>
            </a:r>
            <a:r>
              <a:rPr lang="en-US" dirty="0"/>
              <a:t> 6 </a:t>
            </a:r>
            <a:r>
              <a:rPr lang="en-US" dirty="0" err="1"/>
              <a:t>lembar</a:t>
            </a:r>
            <a:r>
              <a:rPr lang="en-US" dirty="0"/>
              <a:t> </a:t>
            </a:r>
            <a:r>
              <a:rPr lang="en-US" dirty="0" err="1"/>
              <a:t>kertas</a:t>
            </a:r>
            <a:r>
              <a:rPr lang="en-US" dirty="0"/>
              <a:t> dan 1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pulpen</a:t>
            </a:r>
            <a:endParaRPr lang="en-US" dirty="0"/>
          </a:p>
          <a:p>
            <a:r>
              <a:rPr lang="en-US" dirty="0" err="1"/>
              <a:t>Permainan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peserta</a:t>
            </a:r>
            <a:endParaRPr lang="en-US" dirty="0"/>
          </a:p>
          <a:p>
            <a:r>
              <a:rPr lang="en-US" dirty="0"/>
              <a:t>Game master </a:t>
            </a:r>
            <a:r>
              <a:rPr lang="en-US" dirty="0" err="1"/>
              <a:t>menayangkan</a:t>
            </a:r>
            <a:r>
              <a:rPr lang="en-US" dirty="0"/>
              <a:t> slide </a:t>
            </a:r>
            <a:r>
              <a:rPr lang="en-US" dirty="0" err="1"/>
              <a:t>berisi</a:t>
            </a:r>
            <a:r>
              <a:rPr lang="en-US" dirty="0"/>
              <a:t> Letter dan </a:t>
            </a:r>
            <a:r>
              <a:rPr lang="en-US" dirty="0" err="1"/>
              <a:t>Kategori</a:t>
            </a:r>
            <a:endParaRPr lang="en-US" dirty="0"/>
          </a:p>
          <a:p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jawabannya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Letter dan </a:t>
            </a:r>
            <a:r>
              <a:rPr lang="en-US" dirty="0" err="1"/>
              <a:t>Kategori</a:t>
            </a:r>
            <a:r>
              <a:rPr lang="en-US" dirty="0"/>
              <a:t> yang </a:t>
            </a:r>
            <a:r>
              <a:rPr lang="en-US" dirty="0" err="1"/>
              <a:t>diminta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230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5347E-4EF2-4AAE-956F-FE9D65E2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How to play 2</a:t>
            </a:r>
            <a:endParaRPr lang="en-ID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97BC5-1EE0-40AF-A4E7-71163EFC5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137" y="1521898"/>
            <a:ext cx="5608565" cy="5181600"/>
          </a:xfrm>
        </p:spPr>
        <p:txBody>
          <a:bodyPr anchor="b">
            <a:normAutofit/>
          </a:bodyPr>
          <a:lstStyle/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menyiapkan</a:t>
            </a:r>
            <a:r>
              <a:rPr lang="en-US" dirty="0"/>
              <a:t> 6 </a:t>
            </a:r>
            <a:r>
              <a:rPr lang="en-US" dirty="0" err="1"/>
              <a:t>lembar</a:t>
            </a:r>
            <a:r>
              <a:rPr lang="en-US" dirty="0"/>
              <a:t> </a:t>
            </a:r>
            <a:r>
              <a:rPr lang="en-US" dirty="0" err="1"/>
              <a:t>kertas</a:t>
            </a:r>
            <a:r>
              <a:rPr lang="en-US" dirty="0"/>
              <a:t> dan 1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pulpen</a:t>
            </a:r>
            <a:endParaRPr lang="en-US" dirty="0"/>
          </a:p>
          <a:p>
            <a:r>
              <a:rPr lang="en-US" dirty="0" err="1"/>
              <a:t>Permainan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per </a:t>
            </a:r>
            <a:r>
              <a:rPr lang="en-US" dirty="0" err="1"/>
              <a:t>tim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menugaskan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orang </a:t>
            </a:r>
            <a:r>
              <a:rPr lang="en-US" dirty="0" err="1"/>
              <a:t>membernya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notulen</a:t>
            </a:r>
            <a:endParaRPr lang="en-US" dirty="0"/>
          </a:p>
          <a:p>
            <a:r>
              <a:rPr lang="en-US" dirty="0" err="1"/>
              <a:t>Fasilitator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menayangkan</a:t>
            </a:r>
            <a:r>
              <a:rPr lang="en-US" dirty="0"/>
              <a:t> slide </a:t>
            </a:r>
            <a:r>
              <a:rPr lang="en-US" dirty="0" err="1"/>
              <a:t>berisi</a:t>
            </a:r>
            <a:r>
              <a:rPr lang="en-US" dirty="0"/>
              <a:t> Letter dan </a:t>
            </a:r>
            <a:r>
              <a:rPr lang="en-US" dirty="0" err="1"/>
              <a:t>Kategori</a:t>
            </a:r>
            <a:endParaRPr lang="en-US" dirty="0"/>
          </a:p>
          <a:p>
            <a:r>
              <a:rPr lang="en-US" dirty="0" err="1"/>
              <a:t>Notulen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Letter dan </a:t>
            </a:r>
            <a:r>
              <a:rPr lang="en-US" dirty="0" err="1"/>
              <a:t>Kategori</a:t>
            </a:r>
            <a:r>
              <a:rPr lang="en-US" dirty="0"/>
              <a:t> yang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 dan </a:t>
            </a:r>
            <a:r>
              <a:rPr lang="en-US" dirty="0" err="1"/>
              <a:t>kesepakatan</a:t>
            </a:r>
            <a:r>
              <a:rPr lang="en-US" dirty="0"/>
              <a:t> </a:t>
            </a:r>
            <a:r>
              <a:rPr lang="en-US" dirty="0" err="1"/>
              <a:t>tim</a:t>
            </a:r>
            <a:endParaRPr lang="en-ID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7724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F8D76-5B78-414F-A365-95F1204D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59" y="0"/>
            <a:ext cx="5311082" cy="21623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Rules of the game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endParaRPr lang="en-US" kern="1200" dirty="0">
              <a:latin typeface="+mj-lt"/>
              <a:ea typeface="+mj-ea"/>
              <a:cs typeface="+mj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3426138"/>
            <a:ext cx="0" cy="2629328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1E8CBF-0021-4CC3-936C-D22CCEAE3A8F}"/>
              </a:ext>
            </a:extLst>
          </p:cNvPr>
          <p:cNvSpPr txBox="1"/>
          <p:nvPr/>
        </p:nvSpPr>
        <p:spPr>
          <a:xfrm>
            <a:off x="1561178" y="3887020"/>
            <a:ext cx="4523363" cy="2780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70000"/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Kata </a:t>
            </a:r>
            <a:r>
              <a:rPr lang="en-US" sz="2400" b="1" dirty="0" err="1">
                <a:solidFill>
                  <a:schemeClr val="tx2"/>
                </a:solidFill>
              </a:rPr>
              <a:t>harus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merupakan</a:t>
            </a:r>
            <a:r>
              <a:rPr lang="en-US" sz="2400" b="1" dirty="0">
                <a:solidFill>
                  <a:schemeClr val="tx2"/>
                </a:solidFill>
              </a:rPr>
              <a:t> kata </a:t>
            </a:r>
            <a:r>
              <a:rPr lang="en-US" sz="2400" b="1" dirty="0" err="1">
                <a:solidFill>
                  <a:schemeClr val="tx2"/>
                </a:solidFill>
              </a:rPr>
              <a:t>asli</a:t>
            </a: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70000"/>
              <a:buFont typeface="+mj-lt"/>
              <a:buAutoNum type="arabicPeriod"/>
            </a:pPr>
            <a:r>
              <a:rPr lang="en-US" sz="2400" b="1" dirty="0" err="1">
                <a:solidFill>
                  <a:schemeClr val="tx2"/>
                </a:solidFill>
              </a:rPr>
              <a:t>Tidak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boleh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menggunakan</a:t>
            </a:r>
            <a:r>
              <a:rPr lang="en-US" sz="2400" b="1" dirty="0">
                <a:solidFill>
                  <a:schemeClr val="tx2"/>
                </a:solidFill>
              </a:rPr>
              <a:t> kata </a:t>
            </a:r>
            <a:r>
              <a:rPr lang="en-US" sz="2400" b="1" dirty="0" err="1">
                <a:solidFill>
                  <a:schemeClr val="tx2"/>
                </a:solidFill>
              </a:rPr>
              <a:t>tambahan</a:t>
            </a:r>
            <a:r>
              <a:rPr lang="en-US" sz="2400" b="1" dirty="0">
                <a:solidFill>
                  <a:schemeClr val="tx2"/>
                </a:solidFill>
              </a:rPr>
              <a:t>, </a:t>
            </a:r>
            <a:r>
              <a:rPr lang="en-US" sz="2400" b="1" dirty="0" err="1">
                <a:solidFill>
                  <a:schemeClr val="tx2"/>
                </a:solidFill>
              </a:rPr>
              <a:t>misalnya</a:t>
            </a:r>
            <a:r>
              <a:rPr lang="en-US" sz="2400" b="1" dirty="0">
                <a:solidFill>
                  <a:schemeClr val="tx2"/>
                </a:solidFill>
              </a:rPr>
              <a:t>: </a:t>
            </a:r>
            <a:r>
              <a:rPr lang="en-US" sz="2400" b="1" dirty="0" err="1">
                <a:solidFill>
                  <a:schemeClr val="tx2"/>
                </a:solidFill>
              </a:rPr>
              <a:t>sebuah</a:t>
            </a:r>
            <a:r>
              <a:rPr lang="en-US" sz="2400" b="1" dirty="0">
                <a:solidFill>
                  <a:schemeClr val="tx2"/>
                </a:solidFill>
              </a:rPr>
              <a:t>, </a:t>
            </a:r>
            <a:r>
              <a:rPr lang="en-US" sz="2400" b="1" dirty="0" err="1">
                <a:solidFill>
                  <a:schemeClr val="tx2"/>
                </a:solidFill>
              </a:rPr>
              <a:t>sebungkus</a:t>
            </a:r>
            <a:r>
              <a:rPr lang="en-US" sz="2400" b="1" dirty="0">
                <a:solidFill>
                  <a:schemeClr val="tx2"/>
                </a:solidFill>
              </a:rPr>
              <a:t>, </a:t>
            </a:r>
            <a:r>
              <a:rPr lang="en-US" sz="2400" b="1" dirty="0" err="1">
                <a:solidFill>
                  <a:schemeClr val="tx2"/>
                </a:solidFill>
              </a:rPr>
              <a:t>sekeranjang</a:t>
            </a:r>
            <a:r>
              <a:rPr lang="en-US" sz="2400" b="1" dirty="0">
                <a:solidFill>
                  <a:schemeClr val="tx2"/>
                </a:solidFill>
              </a:rPr>
              <a:t>, </a:t>
            </a:r>
            <a:r>
              <a:rPr lang="en-US" sz="2400" b="1" dirty="0" err="1">
                <a:solidFill>
                  <a:schemeClr val="tx2"/>
                </a:solidFill>
              </a:rPr>
              <a:t>dll</a:t>
            </a: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70000"/>
              <a:buFont typeface="+mj-lt"/>
              <a:buAutoNum type="arabicPeriod"/>
            </a:pPr>
            <a:r>
              <a:rPr lang="en-US" sz="2400" b="1" dirty="0" err="1">
                <a:solidFill>
                  <a:schemeClr val="tx2"/>
                </a:solidFill>
              </a:rPr>
              <a:t>Tidak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boleh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ada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jawaban</a:t>
            </a:r>
            <a:r>
              <a:rPr lang="en-US" sz="2400" b="1" dirty="0">
                <a:solidFill>
                  <a:schemeClr val="tx2"/>
                </a:solidFill>
              </a:rPr>
              <a:t> yang </a:t>
            </a:r>
            <a:r>
              <a:rPr lang="en-US" sz="2400" b="1" dirty="0" err="1">
                <a:solidFill>
                  <a:schemeClr val="tx2"/>
                </a:solidFill>
              </a:rPr>
              <a:t>sama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dalam</a:t>
            </a:r>
            <a:r>
              <a:rPr lang="en-US" sz="2400" b="1" dirty="0">
                <a:solidFill>
                  <a:schemeClr val="tx2"/>
                </a:solidFill>
              </a:rPr>
              <a:t> 1 list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70000"/>
              <a:buFont typeface="+mj-lt"/>
              <a:buAutoNum type="arabicPeriod"/>
            </a:pPr>
            <a:endParaRPr lang="en-US" sz="2400" b="1" dirty="0">
              <a:solidFill>
                <a:schemeClr val="tx2"/>
              </a:solidFill>
            </a:endParaRP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AB40ADE7-9BA3-41BB-830E-8715DF570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257301"/>
            <a:ext cx="4419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0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0FCDF-7233-4947-B5EC-1ABA0E761CBB}"/>
              </a:ext>
            </a:extLst>
          </p:cNvPr>
          <p:cNvSpPr txBox="1"/>
          <p:nvPr/>
        </p:nvSpPr>
        <p:spPr>
          <a:xfrm>
            <a:off x="975360" y="1074509"/>
            <a:ext cx="34747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 b="1" dirty="0"/>
              <a:t>A</a:t>
            </a:r>
            <a:endParaRPr lang="en-ID" sz="30000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766579-1671-4000-9FAE-D0F8A02FD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10572"/>
              </p:ext>
            </p:extLst>
          </p:nvPr>
        </p:nvGraphicFramePr>
        <p:xfrm>
          <a:off x="4551889" y="443060"/>
          <a:ext cx="6664751" cy="56121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64751">
                  <a:extLst>
                    <a:ext uri="{9D8B030D-6E8A-4147-A177-3AD203B41FA5}">
                      <a16:colId xmlns:a16="http://schemas.microsoft.com/office/drawing/2014/main" val="754701962"/>
                    </a:ext>
                  </a:extLst>
                </a:gridCol>
              </a:tblGrid>
              <a:tr h="716437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KATEGORI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217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MAKANAN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56732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PELAJARAN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2507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JUDUL LAGU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98225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AKTIVITAS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473503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GAMES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040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AKSESORIS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762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SOFTWARE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05973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BINATANG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20056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RASI BINTANG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91841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NAMA NEGARA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7666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73068D-14A4-42E9-BD3E-EC40BD2D2F68}"/>
              </a:ext>
            </a:extLst>
          </p:cNvPr>
          <p:cNvSpPr txBox="1"/>
          <p:nvPr/>
        </p:nvSpPr>
        <p:spPr>
          <a:xfrm>
            <a:off x="735291" y="716437"/>
            <a:ext cx="244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Letter: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0BC58-1094-41EB-A835-CC77E257382C}"/>
              </a:ext>
            </a:extLst>
          </p:cNvPr>
          <p:cNvSpPr txBox="1"/>
          <p:nvPr/>
        </p:nvSpPr>
        <p:spPr>
          <a:xfrm>
            <a:off x="3932548" y="6141562"/>
            <a:ext cx="4326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CONTOH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318299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0FCDF-7233-4947-B5EC-1ABA0E761CBB}"/>
              </a:ext>
            </a:extLst>
          </p:cNvPr>
          <p:cNvSpPr txBox="1"/>
          <p:nvPr/>
        </p:nvSpPr>
        <p:spPr>
          <a:xfrm>
            <a:off x="975360" y="1074509"/>
            <a:ext cx="34747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 b="1" dirty="0"/>
              <a:t>C</a:t>
            </a:r>
            <a:endParaRPr lang="en-ID" sz="30000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766579-1671-4000-9FAE-D0F8A02FD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751018"/>
              </p:ext>
            </p:extLst>
          </p:nvPr>
        </p:nvGraphicFramePr>
        <p:xfrm>
          <a:off x="4551889" y="443060"/>
          <a:ext cx="6664751" cy="56121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64751">
                  <a:extLst>
                    <a:ext uri="{9D8B030D-6E8A-4147-A177-3AD203B41FA5}">
                      <a16:colId xmlns:a16="http://schemas.microsoft.com/office/drawing/2014/main" val="754701962"/>
                    </a:ext>
                  </a:extLst>
                </a:gridCol>
              </a:tblGrid>
              <a:tr h="716437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KATEGORI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217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SAYURAN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56732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PEMAIN BOLA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2507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NAMA JALAN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98225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KEBIASAAN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473503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NAMA TOKOH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040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BRAND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762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BAHASA PEMROGRAMAN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05973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ELEKTRONIK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20056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WEBSITE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91841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JENIS PAKAIAN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7666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73068D-14A4-42E9-BD3E-EC40BD2D2F68}"/>
              </a:ext>
            </a:extLst>
          </p:cNvPr>
          <p:cNvSpPr txBox="1"/>
          <p:nvPr/>
        </p:nvSpPr>
        <p:spPr>
          <a:xfrm>
            <a:off x="735291" y="716437"/>
            <a:ext cx="244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Letter: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0BC58-1094-41EB-A835-CC77E257382C}"/>
              </a:ext>
            </a:extLst>
          </p:cNvPr>
          <p:cNvSpPr txBox="1"/>
          <p:nvPr/>
        </p:nvSpPr>
        <p:spPr>
          <a:xfrm>
            <a:off x="975361" y="6141562"/>
            <a:ext cx="1036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LEVEL 1: LIST 1 (5 MINUTES)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332581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0FCDF-7233-4947-B5EC-1ABA0E761CBB}"/>
              </a:ext>
            </a:extLst>
          </p:cNvPr>
          <p:cNvSpPr txBox="1"/>
          <p:nvPr/>
        </p:nvSpPr>
        <p:spPr>
          <a:xfrm>
            <a:off x="975360" y="1074509"/>
            <a:ext cx="34747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0" b="1" dirty="0"/>
              <a:t>I</a:t>
            </a:r>
            <a:endParaRPr lang="en-ID" sz="30000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766579-1671-4000-9FAE-D0F8A02FD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82453"/>
              </p:ext>
            </p:extLst>
          </p:nvPr>
        </p:nvGraphicFramePr>
        <p:xfrm>
          <a:off x="4551889" y="443060"/>
          <a:ext cx="6664751" cy="57211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64751">
                  <a:extLst>
                    <a:ext uri="{9D8B030D-6E8A-4147-A177-3AD203B41FA5}">
                      <a16:colId xmlns:a16="http://schemas.microsoft.com/office/drawing/2014/main" val="754701962"/>
                    </a:ext>
                  </a:extLst>
                </a:gridCol>
              </a:tblGrid>
              <a:tr h="716437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KATEGORI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217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IBU KOTA NEGARA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56732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HOBI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2507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BUNGA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98225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HEWAN TERNAK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473503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NEGARA ASIA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04030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BRAND JAMAN DULU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76277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AGAMA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05973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SIFAT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20056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SOSIAL MEDIA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91841"/>
                  </a:ext>
                </a:extLst>
              </a:tr>
              <a:tr h="485019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VITAMIN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7666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73068D-14A4-42E9-BD3E-EC40BD2D2F68}"/>
              </a:ext>
            </a:extLst>
          </p:cNvPr>
          <p:cNvSpPr txBox="1"/>
          <p:nvPr/>
        </p:nvSpPr>
        <p:spPr>
          <a:xfrm>
            <a:off x="735291" y="716437"/>
            <a:ext cx="244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Letter: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0BC58-1094-41EB-A835-CC77E257382C}"/>
              </a:ext>
            </a:extLst>
          </p:cNvPr>
          <p:cNvSpPr txBox="1"/>
          <p:nvPr/>
        </p:nvSpPr>
        <p:spPr>
          <a:xfrm>
            <a:off x="975361" y="6141562"/>
            <a:ext cx="1036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LEVEL 1: LIST 2 (5 MINUTES)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2340662989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201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 Pro Light</vt:lpstr>
      <vt:lpstr>VaultVTI</vt:lpstr>
      <vt:lpstr>SCATTEGORIES</vt:lpstr>
      <vt:lpstr>How to play 1</vt:lpstr>
      <vt:lpstr>How to play 2</vt:lpstr>
      <vt:lpstr>Rules of the game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SCATTEGORIES</dc:title>
  <dc:creator>izzudin abdurahman</dc:creator>
  <cp:lastModifiedBy>izzudin abdurahman</cp:lastModifiedBy>
  <cp:revision>2</cp:revision>
  <dcterms:created xsi:type="dcterms:W3CDTF">2021-10-09T09:45:58Z</dcterms:created>
  <dcterms:modified xsi:type="dcterms:W3CDTF">2021-10-09T13:21:50Z</dcterms:modified>
</cp:coreProperties>
</file>