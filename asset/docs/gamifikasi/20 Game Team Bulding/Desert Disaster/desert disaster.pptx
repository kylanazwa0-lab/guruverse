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1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56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8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5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3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5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7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2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1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1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9/14/2021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5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6F5F07B-A917-442C-82D5-5719737E9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sunset, sky, outdoor, sun&#10;&#10;Description automatically generated">
            <a:extLst>
              <a:ext uri="{FF2B5EF4-FFF2-40B4-BE49-F238E27FC236}">
                <a16:creationId xmlns:a16="http://schemas.microsoft.com/office/drawing/2014/main" id="{D4F9A2AA-8AE4-44F7-A923-A3FE51A653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30"/>
          <a:stretch/>
        </p:blipFill>
        <p:spPr>
          <a:xfrm>
            <a:off x="9" y="-1119"/>
            <a:ext cx="12191982" cy="685911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C3E48C-655A-4982-8E73-7FB0D9E6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" y="3307170"/>
            <a:ext cx="12191982" cy="3558767"/>
          </a:xfrm>
          <a:prstGeom prst="rect">
            <a:avLst/>
          </a:prstGeom>
          <a:gradFill>
            <a:gsLst>
              <a:gs pos="89000">
                <a:srgbClr val="000000">
                  <a:alpha val="0"/>
                </a:srgbClr>
              </a:gs>
              <a:gs pos="0">
                <a:schemeClr val="tx1"/>
              </a:gs>
              <a:gs pos="56000">
                <a:srgbClr val="000000">
                  <a:alpha val="26000"/>
                </a:srgbClr>
              </a:gs>
              <a:gs pos="14000">
                <a:srgbClr val="000000">
                  <a:alpha val="37000"/>
                </a:srgbClr>
              </a:gs>
              <a:gs pos="0">
                <a:srgbClr val="000000">
                  <a:alpha val="2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3CF12-D812-475D-986C-B8A7C5DC4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308" y="2838734"/>
            <a:ext cx="8625385" cy="2729554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Desert Disaster</a:t>
            </a:r>
            <a:endParaRPr lang="en-ID"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12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1" name="Rectangle 220">
            <a:extLst>
              <a:ext uri="{FF2B5EF4-FFF2-40B4-BE49-F238E27FC236}">
                <a16:creationId xmlns:a16="http://schemas.microsoft.com/office/drawing/2014/main" id="{11AC88F6-55CB-496B-8AD8-9ABD2E6E3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F53D3C3-F24F-4317-98B6-A05ECD30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" y="1713"/>
            <a:ext cx="5289354" cy="68661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E3550F2B-CBE4-4A6F-81B1-37EE3C0A3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20" r="27300"/>
          <a:stretch/>
        </p:blipFill>
        <p:spPr>
          <a:xfrm>
            <a:off x="-1" y="1"/>
            <a:ext cx="5295331" cy="6875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E1C1D-379E-42A8-8575-1353B192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4" y="1395699"/>
            <a:ext cx="4223965" cy="41118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FC5C1-972C-4381-9426-59F50339C859}"/>
              </a:ext>
            </a:extLst>
          </p:cNvPr>
          <p:cNvSpPr txBox="1"/>
          <p:nvPr/>
        </p:nvSpPr>
        <p:spPr>
          <a:xfrm>
            <a:off x="5295330" y="402130"/>
            <a:ext cx="6890692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Pada </a:t>
            </a:r>
            <a:r>
              <a:rPr lang="en-US" sz="2000" b="1" dirty="0" err="1">
                <a:solidFill>
                  <a:schemeClr val="tx2"/>
                </a:solidFill>
              </a:rPr>
              <a:t>pukul</a:t>
            </a:r>
            <a:r>
              <a:rPr lang="en-US" sz="2000" b="1" dirty="0">
                <a:solidFill>
                  <a:schemeClr val="tx2"/>
                </a:solidFill>
              </a:rPr>
              <a:t> 11 </a:t>
            </a:r>
            <a:r>
              <a:rPr lang="en-US" sz="2000" b="1" dirty="0" err="1">
                <a:solidFill>
                  <a:schemeClr val="tx2"/>
                </a:solidFill>
              </a:rPr>
              <a:t>siang</a:t>
            </a:r>
            <a:r>
              <a:rPr lang="en-US" sz="2000" b="1" dirty="0">
                <a:solidFill>
                  <a:schemeClr val="tx2"/>
                </a:solidFill>
              </a:rPr>
              <a:t> di </a:t>
            </a:r>
            <a:r>
              <a:rPr lang="en-US" sz="2000" b="1" dirty="0" err="1">
                <a:solidFill>
                  <a:schemeClr val="tx2"/>
                </a:solidFill>
              </a:rPr>
              <a:t>akhir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bulan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juni</a:t>
            </a:r>
            <a:r>
              <a:rPr lang="en-US" sz="2000" b="1" dirty="0">
                <a:solidFill>
                  <a:schemeClr val="tx2"/>
                </a:solidFill>
              </a:rPr>
              <a:t>, Anda </a:t>
            </a:r>
            <a:r>
              <a:rPr lang="en-US" sz="2000" b="1" dirty="0" err="1">
                <a:solidFill>
                  <a:schemeClr val="tx2"/>
                </a:solidFill>
              </a:rPr>
              <a:t>baru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saja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jatuh</a:t>
            </a:r>
            <a:r>
              <a:rPr lang="en-US" sz="2000" b="1" dirty="0">
                <a:solidFill>
                  <a:schemeClr val="tx2"/>
                </a:solidFill>
              </a:rPr>
              <a:t> di </a:t>
            </a:r>
            <a:r>
              <a:rPr lang="en-US" sz="2000" b="1" dirty="0" err="1">
                <a:solidFill>
                  <a:schemeClr val="tx2"/>
                </a:solidFill>
              </a:rPr>
              <a:t>tengah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padang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pasir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luas</a:t>
            </a:r>
            <a:r>
              <a:rPr lang="en-US" sz="2000" b="1" dirty="0">
                <a:solidFill>
                  <a:schemeClr val="tx2"/>
                </a:solidFill>
              </a:rPr>
              <a:t> di </a:t>
            </a:r>
            <a:r>
              <a:rPr lang="en-US" sz="2000" b="1" dirty="0" err="1">
                <a:solidFill>
                  <a:schemeClr val="tx2"/>
                </a:solidFill>
              </a:rPr>
              <a:t>daerah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selatan</a:t>
            </a:r>
            <a:r>
              <a:rPr lang="en-US" sz="2000" b="1" dirty="0">
                <a:solidFill>
                  <a:schemeClr val="tx2"/>
                </a:solidFill>
              </a:rPr>
              <a:t> Saudi </a:t>
            </a:r>
            <a:r>
              <a:rPr lang="en-US" sz="2000" b="1" dirty="0" err="1">
                <a:solidFill>
                  <a:schemeClr val="tx2"/>
                </a:solidFill>
              </a:rPr>
              <a:t>arabia</a:t>
            </a:r>
            <a:r>
              <a:rPr lang="en-US" sz="2000" b="1" dirty="0">
                <a:solidFill>
                  <a:schemeClr val="tx2"/>
                </a:solidFill>
              </a:rPr>
              <a:t>. </a:t>
            </a:r>
            <a:r>
              <a:rPr lang="en-US" sz="2000" b="1" dirty="0" err="1">
                <a:solidFill>
                  <a:schemeClr val="tx2"/>
                </a:solidFill>
              </a:rPr>
              <a:t>Pesawat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membawa</a:t>
            </a:r>
            <a:r>
              <a:rPr lang="en-US" sz="2000" b="1" dirty="0">
                <a:solidFill>
                  <a:schemeClr val="tx2"/>
                </a:solidFill>
              </a:rPr>
              <a:t> Anda </a:t>
            </a:r>
            <a:r>
              <a:rPr lang="en-US" sz="2000" b="1" dirty="0" err="1">
                <a:solidFill>
                  <a:schemeClr val="tx2"/>
                </a:solidFill>
              </a:rPr>
              <a:t>terbakar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habis</a:t>
            </a:r>
            <a:r>
              <a:rPr lang="en-US" sz="2000" b="1" dirty="0">
                <a:solidFill>
                  <a:schemeClr val="tx2"/>
                </a:solidFill>
              </a:rPr>
              <a:t> dan pilot </a:t>
            </a:r>
            <a:r>
              <a:rPr lang="en-US" sz="2000" b="1" dirty="0" err="1">
                <a:solidFill>
                  <a:schemeClr val="tx2"/>
                </a:solidFill>
              </a:rPr>
              <a:t>serta</a:t>
            </a:r>
            <a:r>
              <a:rPr lang="en-US" sz="2000" b="1" dirty="0">
                <a:solidFill>
                  <a:schemeClr val="tx2"/>
                </a:solidFill>
              </a:rPr>
              <a:t> co-</a:t>
            </a:r>
            <a:r>
              <a:rPr lang="en-US" sz="2000" b="1" dirty="0" err="1">
                <a:solidFill>
                  <a:schemeClr val="tx2"/>
                </a:solidFill>
              </a:rPr>
              <a:t>pilotnya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tewas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seketika</a:t>
            </a:r>
            <a:r>
              <a:rPr lang="en-US" sz="2000" b="1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Indikasi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diketahui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sebelum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pesawat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jatuh</a:t>
            </a:r>
            <a:r>
              <a:rPr lang="en-US" sz="2000" b="1" dirty="0">
                <a:solidFill>
                  <a:schemeClr val="tx2"/>
                </a:solidFill>
              </a:rPr>
              <a:t>, Anda </a:t>
            </a:r>
            <a:r>
              <a:rPr lang="en-US" sz="2000" b="1" dirty="0" err="1">
                <a:solidFill>
                  <a:schemeClr val="tx2"/>
                </a:solidFill>
              </a:rPr>
              <a:t>berada</a:t>
            </a:r>
            <a:r>
              <a:rPr lang="en-US" sz="2000" b="1" dirty="0">
                <a:solidFill>
                  <a:schemeClr val="tx2"/>
                </a:solidFill>
              </a:rPr>
              <a:t> pada </a:t>
            </a:r>
            <a:r>
              <a:rPr lang="en-US" sz="2000" b="1" dirty="0" err="1">
                <a:solidFill>
                  <a:schemeClr val="tx2"/>
                </a:solidFill>
              </a:rPr>
              <a:t>posisi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melenceng</a:t>
            </a:r>
            <a:r>
              <a:rPr lang="en-US" sz="2000" b="1" dirty="0">
                <a:solidFill>
                  <a:schemeClr val="tx2"/>
                </a:solidFill>
              </a:rPr>
              <a:t> 120 KM </a:t>
            </a:r>
            <a:r>
              <a:rPr lang="en-US" sz="2000" b="1" dirty="0" err="1">
                <a:solidFill>
                  <a:schemeClr val="tx2"/>
                </a:solidFill>
              </a:rPr>
              <a:t>dari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jalur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penerbangan</a:t>
            </a:r>
            <a:r>
              <a:rPr lang="en-US" sz="2000" b="1" dirty="0">
                <a:solidFill>
                  <a:schemeClr val="tx2"/>
                </a:solidFill>
              </a:rPr>
              <a:t>. </a:t>
            </a:r>
            <a:r>
              <a:rPr lang="en-US" sz="2000" b="1" dirty="0" err="1">
                <a:solidFill>
                  <a:schemeClr val="tx2"/>
                </a:solidFill>
              </a:rPr>
              <a:t>Posisi</a:t>
            </a:r>
            <a:r>
              <a:rPr lang="en-US" sz="2000" b="1" dirty="0">
                <a:solidFill>
                  <a:schemeClr val="tx2"/>
                </a:solidFill>
              </a:rPr>
              <a:t> Anda </a:t>
            </a:r>
            <a:r>
              <a:rPr lang="en-US" sz="2000" b="1" dirty="0" err="1">
                <a:solidFill>
                  <a:schemeClr val="tx2"/>
                </a:solidFill>
              </a:rPr>
              <a:t>jatuh</a:t>
            </a:r>
            <a:r>
              <a:rPr lang="en-US" sz="2000" b="1" dirty="0">
                <a:solidFill>
                  <a:schemeClr val="tx2"/>
                </a:solidFill>
              </a:rPr>
              <a:t> 100 KM </a:t>
            </a:r>
            <a:r>
              <a:rPr lang="en-US" sz="2000" b="1" dirty="0" err="1">
                <a:solidFill>
                  <a:schemeClr val="tx2"/>
                </a:solidFill>
              </a:rPr>
              <a:t>dari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pertambangan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disinyalir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dekat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dengan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pemukiman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warga</a:t>
            </a:r>
            <a:r>
              <a:rPr lang="en-US" sz="2000" b="1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Anda </a:t>
            </a:r>
            <a:r>
              <a:rPr lang="en-US" sz="2000" b="1" dirty="0" err="1">
                <a:solidFill>
                  <a:schemeClr val="tx2"/>
                </a:solidFill>
              </a:rPr>
              <a:t>jatuh</a:t>
            </a:r>
            <a:r>
              <a:rPr lang="en-US" sz="2000" b="1" dirty="0">
                <a:solidFill>
                  <a:schemeClr val="tx2"/>
                </a:solidFill>
              </a:rPr>
              <a:t> di </a:t>
            </a:r>
            <a:r>
              <a:rPr lang="en-US" sz="2000" b="1" dirty="0" err="1">
                <a:solidFill>
                  <a:schemeClr val="tx2"/>
                </a:solidFill>
              </a:rPr>
              <a:t>tempat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cukup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datar</a:t>
            </a:r>
            <a:r>
              <a:rPr lang="en-US" sz="2000" b="1" dirty="0">
                <a:solidFill>
                  <a:schemeClr val="tx2"/>
                </a:solidFill>
              </a:rPr>
              <a:t>, dan di </a:t>
            </a:r>
            <a:r>
              <a:rPr lang="en-US" sz="2000" b="1" dirty="0" err="1">
                <a:solidFill>
                  <a:schemeClr val="tx2"/>
                </a:solidFill>
              </a:rPr>
              <a:t>sekitarnya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terdapat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semak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padang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pasir</a:t>
            </a:r>
            <a:r>
              <a:rPr lang="en-US" sz="2000" b="1" dirty="0">
                <a:solidFill>
                  <a:schemeClr val="tx2"/>
                </a:solidFill>
              </a:rPr>
              <a:t>, </a:t>
            </a:r>
            <a:r>
              <a:rPr lang="en-US" sz="2000" b="1" dirty="0" err="1">
                <a:solidFill>
                  <a:schemeClr val="tx2"/>
                </a:solidFill>
              </a:rPr>
              <a:t>selebihnya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adalah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gurun</a:t>
            </a:r>
            <a:r>
              <a:rPr lang="en-US" sz="2000" b="1" dirty="0">
                <a:solidFill>
                  <a:schemeClr val="tx2"/>
                </a:solidFill>
              </a:rPr>
              <a:t> yang sangat </a:t>
            </a:r>
            <a:r>
              <a:rPr lang="en-US" sz="2000" b="1" dirty="0" err="1">
                <a:solidFill>
                  <a:schemeClr val="tx2"/>
                </a:solidFill>
              </a:rPr>
              <a:t>gersang</a:t>
            </a:r>
            <a:r>
              <a:rPr lang="en-US" sz="2000" b="1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710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1" name="Rectangle 220">
            <a:extLst>
              <a:ext uri="{FF2B5EF4-FFF2-40B4-BE49-F238E27FC236}">
                <a16:creationId xmlns:a16="http://schemas.microsoft.com/office/drawing/2014/main" id="{11AC88F6-55CB-496B-8AD8-9ABD2E6E3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F53D3C3-F24F-4317-98B6-A05ECD30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" y="1713"/>
            <a:ext cx="5289354" cy="68661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E3550F2B-CBE4-4A6F-81B1-37EE3C0A3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20" r="27300"/>
          <a:stretch/>
        </p:blipFill>
        <p:spPr>
          <a:xfrm>
            <a:off x="-1" y="1"/>
            <a:ext cx="5295331" cy="6875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E1C1D-379E-42A8-8575-1353B192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4" y="1395699"/>
            <a:ext cx="4223965" cy="41118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FC5C1-972C-4381-9426-59F50339C859}"/>
              </a:ext>
            </a:extLst>
          </p:cNvPr>
          <p:cNvSpPr txBox="1"/>
          <p:nvPr/>
        </p:nvSpPr>
        <p:spPr>
          <a:xfrm>
            <a:off x="5295330" y="554530"/>
            <a:ext cx="6890692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Suhu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udara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saat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itu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mencapai</a:t>
            </a:r>
            <a:r>
              <a:rPr lang="en-US" sz="2000" b="1" dirty="0">
                <a:solidFill>
                  <a:schemeClr val="tx2"/>
                </a:solidFill>
              </a:rPr>
              <a:t> 45 </a:t>
            </a:r>
            <a:r>
              <a:rPr lang="en-US" sz="2000" b="1" dirty="0" err="1">
                <a:solidFill>
                  <a:schemeClr val="tx2"/>
                </a:solidFill>
              </a:rPr>
              <a:t>derajat</a:t>
            </a:r>
            <a:r>
              <a:rPr lang="en-US" sz="2000" b="1" dirty="0">
                <a:solidFill>
                  <a:schemeClr val="tx2"/>
                </a:solidFill>
              </a:rPr>
              <a:t> Celsius. </a:t>
            </a:r>
            <a:r>
              <a:rPr lang="en-US" sz="2000" b="1" dirty="0" err="1">
                <a:solidFill>
                  <a:schemeClr val="tx2"/>
                </a:solidFill>
              </a:rPr>
              <a:t>Saat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kejadian</a:t>
            </a:r>
            <a:r>
              <a:rPr lang="en-US" sz="2000" b="1" dirty="0">
                <a:solidFill>
                  <a:schemeClr val="tx2"/>
                </a:solidFill>
              </a:rPr>
              <a:t>, Anda </a:t>
            </a:r>
            <a:r>
              <a:rPr lang="en-US" sz="2000" b="1" dirty="0" err="1">
                <a:solidFill>
                  <a:schemeClr val="tx2"/>
                </a:solidFill>
              </a:rPr>
              <a:t>hanya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sedang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berpakaian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ringan</a:t>
            </a:r>
            <a:r>
              <a:rPr lang="en-US" sz="2000" b="1" dirty="0">
                <a:solidFill>
                  <a:schemeClr val="tx2"/>
                </a:solidFill>
              </a:rPr>
              <a:t>; </a:t>
            </a:r>
            <a:r>
              <a:rPr lang="en-US" sz="2000" b="1" dirty="0" err="1">
                <a:solidFill>
                  <a:schemeClr val="tx2"/>
                </a:solidFill>
              </a:rPr>
              <a:t>kemeja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lengan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pendek</a:t>
            </a:r>
            <a:r>
              <a:rPr lang="en-US" sz="2000" b="1" dirty="0">
                <a:solidFill>
                  <a:schemeClr val="tx2"/>
                </a:solidFill>
              </a:rPr>
              <a:t>, </a:t>
            </a:r>
            <a:r>
              <a:rPr lang="en-US" sz="2000" b="1" dirty="0" err="1">
                <a:solidFill>
                  <a:schemeClr val="tx2"/>
                </a:solidFill>
              </a:rPr>
              <a:t>celana</a:t>
            </a:r>
            <a:r>
              <a:rPr lang="en-US" sz="2000" b="1" dirty="0">
                <a:solidFill>
                  <a:schemeClr val="tx2"/>
                </a:solidFill>
              </a:rPr>
              <a:t> Panjang, </a:t>
            </a:r>
            <a:r>
              <a:rPr lang="en-US" sz="2000" b="1" dirty="0" err="1">
                <a:solidFill>
                  <a:schemeClr val="tx2"/>
                </a:solidFill>
              </a:rPr>
              <a:t>kaus</a:t>
            </a:r>
            <a:r>
              <a:rPr lang="en-US" sz="2000" b="1" dirty="0">
                <a:solidFill>
                  <a:schemeClr val="tx2"/>
                </a:solidFill>
              </a:rPr>
              <a:t> kaki </a:t>
            </a:r>
            <a:r>
              <a:rPr lang="en-US" sz="2000" b="1" dirty="0" err="1">
                <a:solidFill>
                  <a:schemeClr val="tx2"/>
                </a:solidFill>
              </a:rPr>
              <a:t>dengan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sepatu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karet</a:t>
            </a:r>
            <a:r>
              <a:rPr lang="en-US" sz="2000" b="1" dirty="0">
                <a:solidFill>
                  <a:schemeClr val="tx2"/>
                </a:solidFill>
              </a:rPr>
              <a:t>. </a:t>
            </a:r>
            <a:r>
              <a:rPr lang="en-US" sz="2000" b="1" dirty="0" err="1">
                <a:solidFill>
                  <a:schemeClr val="tx2"/>
                </a:solidFill>
              </a:rPr>
              <a:t>Setiap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penumpang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mengantungi</a:t>
            </a:r>
            <a:r>
              <a:rPr lang="en-US" sz="2000" b="1" dirty="0">
                <a:solidFill>
                  <a:schemeClr val="tx2"/>
                </a:solidFill>
              </a:rPr>
              <a:t> uang 300 real </a:t>
            </a:r>
            <a:r>
              <a:rPr lang="en-US" sz="2000" b="1" dirty="0" err="1">
                <a:solidFill>
                  <a:schemeClr val="tx2"/>
                </a:solidFill>
              </a:rPr>
              <a:t>recehan</a:t>
            </a:r>
            <a:r>
              <a:rPr lang="en-US" sz="2000" b="1" dirty="0">
                <a:solidFill>
                  <a:schemeClr val="tx2"/>
                </a:solidFill>
              </a:rPr>
              <a:t> dan 1500 real uang </a:t>
            </a:r>
            <a:r>
              <a:rPr lang="en-US" sz="2000" b="1" dirty="0" err="1">
                <a:solidFill>
                  <a:schemeClr val="tx2"/>
                </a:solidFill>
              </a:rPr>
              <a:t>kertas</a:t>
            </a:r>
            <a:r>
              <a:rPr lang="en-US" sz="2000" b="1" dirty="0">
                <a:solidFill>
                  <a:schemeClr val="tx2"/>
                </a:solidFill>
              </a:rPr>
              <a:t>, </a:t>
            </a:r>
            <a:r>
              <a:rPr lang="en-US" sz="2000" b="1" dirty="0" err="1">
                <a:solidFill>
                  <a:schemeClr val="tx2"/>
                </a:solidFill>
              </a:rPr>
              <a:t>sapu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tangan</a:t>
            </a:r>
            <a:r>
              <a:rPr lang="en-US" sz="2000" b="1" dirty="0">
                <a:solidFill>
                  <a:schemeClr val="tx2"/>
                </a:solidFill>
              </a:rPr>
              <a:t>, tissue dan </a:t>
            </a:r>
            <a:r>
              <a:rPr lang="en-US" sz="2000" b="1" dirty="0" err="1">
                <a:solidFill>
                  <a:schemeClr val="tx2"/>
                </a:solidFill>
              </a:rPr>
              <a:t>pulpen</a:t>
            </a:r>
            <a:r>
              <a:rPr lang="en-US" sz="2000" b="1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Sebelum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pesawat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terbakar</a:t>
            </a:r>
            <a:r>
              <a:rPr lang="en-US" sz="2000" b="1" dirty="0">
                <a:solidFill>
                  <a:schemeClr val="tx2"/>
                </a:solidFill>
              </a:rPr>
              <a:t> Anda dan </a:t>
            </a:r>
            <a:r>
              <a:rPr lang="en-US" sz="2000" b="1" dirty="0" err="1">
                <a:solidFill>
                  <a:schemeClr val="tx2"/>
                </a:solidFill>
              </a:rPr>
              <a:t>penumpang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lainnya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melihat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kemungkinan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menyelamatkan</a:t>
            </a:r>
            <a:r>
              <a:rPr lang="en-US" sz="2000" b="1" dirty="0">
                <a:solidFill>
                  <a:schemeClr val="tx2"/>
                </a:solidFill>
              </a:rPr>
              <a:t> 15 </a:t>
            </a:r>
            <a:r>
              <a:rPr lang="en-US" sz="2000" b="1" dirty="0" err="1">
                <a:solidFill>
                  <a:schemeClr val="tx2"/>
                </a:solidFill>
              </a:rPr>
              <a:t>jenis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benda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dengan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kondisi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baik</a:t>
            </a:r>
            <a:r>
              <a:rPr lang="en-US" sz="2000" b="1" dirty="0">
                <a:solidFill>
                  <a:schemeClr val="tx2"/>
                </a:solidFill>
              </a:rPr>
              <a:t> dan </a:t>
            </a:r>
            <a:r>
              <a:rPr lang="en-US" sz="2000" b="1" dirty="0" err="1">
                <a:solidFill>
                  <a:schemeClr val="tx2"/>
                </a:solidFill>
              </a:rPr>
              <a:t>tidak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rusak</a:t>
            </a:r>
            <a:r>
              <a:rPr lang="en-US" sz="2000" b="1" dirty="0">
                <a:solidFill>
                  <a:schemeClr val="tx2"/>
                </a:solidFill>
              </a:rPr>
              <a:t>. Benda-</a:t>
            </a:r>
            <a:r>
              <a:rPr lang="en-US" sz="2000" b="1" dirty="0" err="1">
                <a:solidFill>
                  <a:schemeClr val="tx2"/>
                </a:solidFill>
              </a:rPr>
              <a:t>benda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tersebut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mungkin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dapat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digunakan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untuk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menyelamatkan</a:t>
            </a:r>
            <a:r>
              <a:rPr lang="en-US" sz="2000" b="1" dirty="0">
                <a:solidFill>
                  <a:schemeClr val="tx2"/>
                </a:solidFill>
              </a:rPr>
              <a:t> Anda dan </a:t>
            </a:r>
            <a:r>
              <a:rPr lang="en-US" sz="2000" b="1" dirty="0" err="1">
                <a:solidFill>
                  <a:schemeClr val="tx2"/>
                </a:solidFill>
              </a:rPr>
              <a:t>penumpang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lainnya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saat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kondisi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darurat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terjadi</a:t>
            </a:r>
            <a:r>
              <a:rPr lang="en-US" sz="2000" b="1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8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1" name="Rectangle 220">
            <a:extLst>
              <a:ext uri="{FF2B5EF4-FFF2-40B4-BE49-F238E27FC236}">
                <a16:creationId xmlns:a16="http://schemas.microsoft.com/office/drawing/2014/main" id="{11AC88F6-55CB-496B-8AD8-9ABD2E6E3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F53D3C3-F24F-4317-98B6-A05ECD30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" y="1713"/>
            <a:ext cx="5289354" cy="68661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E3550F2B-CBE4-4A6F-81B1-37EE3C0A3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20" r="27300"/>
          <a:stretch/>
        </p:blipFill>
        <p:spPr>
          <a:xfrm>
            <a:off x="-1" y="1"/>
            <a:ext cx="5295331" cy="6875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E1C1D-379E-42A8-8575-1353B192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4" y="1395699"/>
            <a:ext cx="4223965" cy="41118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FC5C1-972C-4381-9426-59F50339C859}"/>
              </a:ext>
            </a:extLst>
          </p:cNvPr>
          <p:cNvSpPr txBox="1"/>
          <p:nvPr/>
        </p:nvSpPr>
        <p:spPr>
          <a:xfrm>
            <a:off x="5295330" y="1245410"/>
            <a:ext cx="6890692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Sayangnya</a:t>
            </a:r>
            <a:r>
              <a:rPr lang="en-US" sz="2000" b="1" dirty="0">
                <a:solidFill>
                  <a:schemeClr val="tx2"/>
                </a:solidFill>
              </a:rPr>
              <a:t>, </a:t>
            </a:r>
            <a:r>
              <a:rPr lang="en-US" sz="2000" b="1" dirty="0" err="1">
                <a:solidFill>
                  <a:schemeClr val="tx2"/>
                </a:solidFill>
              </a:rPr>
              <a:t>waktu</a:t>
            </a:r>
            <a:r>
              <a:rPr lang="en-US" sz="2000" b="1" dirty="0">
                <a:solidFill>
                  <a:schemeClr val="tx2"/>
                </a:solidFill>
              </a:rPr>
              <a:t> Anda dan </a:t>
            </a:r>
            <a:r>
              <a:rPr lang="en-US" sz="2000" b="1" dirty="0" err="1">
                <a:solidFill>
                  <a:schemeClr val="tx2"/>
                </a:solidFill>
              </a:rPr>
              <a:t>penumpang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lainnya</a:t>
            </a:r>
            <a:r>
              <a:rPr lang="en-US" sz="2000" b="1" dirty="0">
                <a:solidFill>
                  <a:schemeClr val="tx2"/>
                </a:solidFill>
              </a:rPr>
              <a:t> sangat </a:t>
            </a:r>
            <a:r>
              <a:rPr lang="en-US" sz="2000" b="1" dirty="0" err="1">
                <a:solidFill>
                  <a:schemeClr val="tx2"/>
                </a:solidFill>
              </a:rPr>
              <a:t>terbatas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untuk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menyelematkan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benda-benda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tersebut</a:t>
            </a:r>
            <a:r>
              <a:rPr lang="en-US" sz="2000" b="1" dirty="0">
                <a:solidFill>
                  <a:schemeClr val="tx2"/>
                </a:solidFill>
              </a:rPr>
              <a:t>. </a:t>
            </a:r>
            <a:r>
              <a:rPr lang="en-US" sz="2000" b="1" dirty="0" err="1">
                <a:solidFill>
                  <a:schemeClr val="tx2"/>
                </a:solidFill>
              </a:rPr>
              <a:t>Sehingga</a:t>
            </a:r>
            <a:r>
              <a:rPr lang="en-US" sz="2000" b="1" dirty="0">
                <a:solidFill>
                  <a:schemeClr val="tx2"/>
                </a:solidFill>
              </a:rPr>
              <a:t>, Anda </a:t>
            </a:r>
            <a:r>
              <a:rPr lang="en-US" sz="2000" b="1" dirty="0" err="1">
                <a:solidFill>
                  <a:schemeClr val="tx2"/>
                </a:solidFill>
              </a:rPr>
              <a:t>harus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memprioritaskan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benda-benda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apa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saja</a:t>
            </a:r>
            <a:r>
              <a:rPr lang="en-US" sz="2000" b="1" dirty="0">
                <a:solidFill>
                  <a:schemeClr val="tx2"/>
                </a:solidFill>
              </a:rPr>
              <a:t> yang </a:t>
            </a:r>
            <a:r>
              <a:rPr lang="en-US" sz="2000" b="1" dirty="0" err="1">
                <a:solidFill>
                  <a:schemeClr val="tx2"/>
                </a:solidFill>
              </a:rPr>
              <a:t>harus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terlebih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dahulu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diselematkan</a:t>
            </a:r>
            <a:r>
              <a:rPr lang="en-US" sz="2000" b="1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Bayangkan</a:t>
            </a:r>
            <a:r>
              <a:rPr lang="en-US" sz="2000" b="1" dirty="0">
                <a:solidFill>
                  <a:schemeClr val="tx2"/>
                </a:solidFill>
              </a:rPr>
              <a:t> Anda </a:t>
            </a:r>
            <a:r>
              <a:rPr lang="en-US" sz="2000" b="1" dirty="0" err="1">
                <a:solidFill>
                  <a:schemeClr val="tx2"/>
                </a:solidFill>
              </a:rPr>
              <a:t>dalam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kondisi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seperti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demikian</a:t>
            </a:r>
            <a:endParaRPr lang="en-US" sz="20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Dan </a:t>
            </a:r>
            <a:r>
              <a:rPr lang="en-US" sz="2000" b="1" dirty="0" err="1">
                <a:solidFill>
                  <a:schemeClr val="tx2"/>
                </a:solidFill>
              </a:rPr>
              <a:t>bayangkan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penumpang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lainnya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adalah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rekan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anggota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tim</a:t>
            </a:r>
            <a:r>
              <a:rPr lang="en-US" sz="2000" b="1" dirty="0">
                <a:solidFill>
                  <a:schemeClr val="tx2"/>
                </a:solidFill>
              </a:rPr>
              <a:t> Anda.</a:t>
            </a:r>
          </a:p>
        </p:txBody>
      </p:sp>
    </p:spTree>
    <p:extLst>
      <p:ext uri="{BB962C8B-B14F-4D97-AF65-F5344CB8AC3E}">
        <p14:creationId xmlns:p14="http://schemas.microsoft.com/office/powerpoint/2010/main" val="277693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DE4B-3E11-46C3-9F2E-6D977F33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-364346"/>
            <a:ext cx="9634011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Daftar Benda</a:t>
            </a:r>
            <a:endParaRPr lang="en-ID" sz="28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2F79D8-C8CE-4A03-90D6-CC17355BC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514995"/>
              </p:ext>
            </p:extLst>
          </p:nvPr>
        </p:nvGraphicFramePr>
        <p:xfrm>
          <a:off x="1069975" y="571812"/>
          <a:ext cx="9634535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532">
                  <a:extLst>
                    <a:ext uri="{9D8B030D-6E8A-4147-A177-3AD203B41FA5}">
                      <a16:colId xmlns:a16="http://schemas.microsoft.com/office/drawing/2014/main" val="2984423416"/>
                    </a:ext>
                  </a:extLst>
                </a:gridCol>
                <a:gridCol w="3057282">
                  <a:extLst>
                    <a:ext uri="{9D8B030D-6E8A-4147-A177-3AD203B41FA5}">
                      <a16:colId xmlns:a16="http://schemas.microsoft.com/office/drawing/2014/main" val="2782603378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3834807592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2410505054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1774079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Benda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Pribadi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Tim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Ahli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52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Lampu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Senter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6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Pisau</a:t>
                      </a:r>
                      <a:r>
                        <a:rPr lang="en-US" dirty="0"/>
                        <a:t> Swiss Army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6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Peta </a:t>
                      </a:r>
                      <a:r>
                        <a:rPr lang="en-US" dirty="0" err="1"/>
                        <a:t>udara</a:t>
                      </a:r>
                      <a:r>
                        <a:rPr lang="en-US" dirty="0"/>
                        <a:t> Arab Saudi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9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Jas </a:t>
                      </a:r>
                      <a:r>
                        <a:rPr lang="en-US" dirty="0" err="1"/>
                        <a:t>hujan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ukuran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besar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0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Kompas magnet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705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aid (</a:t>
                      </a:r>
                      <a:r>
                        <a:rPr lang="en-US" dirty="0" err="1"/>
                        <a:t>kompres&amp;gauze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0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Pistol </a:t>
                      </a:r>
                      <a:r>
                        <a:rPr lang="en-US" dirty="0" err="1"/>
                        <a:t>kaliber</a:t>
                      </a:r>
                      <a:r>
                        <a:rPr lang="en-US" dirty="0"/>
                        <a:t> 45 </a:t>
                      </a:r>
                      <a:r>
                        <a:rPr lang="en-US" dirty="0" err="1"/>
                        <a:t>berpeluru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4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Parasut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warna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merah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putih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976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Sebotol</a:t>
                      </a:r>
                      <a:r>
                        <a:rPr lang="en-US" dirty="0"/>
                        <a:t> tablet garam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9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ltr</a:t>
                      </a:r>
                      <a:r>
                        <a:rPr lang="en-US" dirty="0"/>
                        <a:t> air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6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Buku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binatang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gurun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dimakan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01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Kacamata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hitam</a:t>
                      </a:r>
                      <a:r>
                        <a:rPr lang="en-US" dirty="0"/>
                        <a:t>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90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botol</a:t>
                      </a:r>
                      <a:r>
                        <a:rPr lang="en-US" dirty="0"/>
                        <a:t> vodka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71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jaket</a:t>
                      </a:r>
                      <a:r>
                        <a:rPr lang="en-US" dirty="0"/>
                        <a:t>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cermin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hias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102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50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DCB5-EF3D-4B00-ACF8-1306D8C5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Game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B555-6B02-479A-8286-74B3353FD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masing-masing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mengurutkan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pilihannya</a:t>
            </a:r>
            <a:r>
              <a:rPr lang="en-US" dirty="0"/>
              <a:t> di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(</a:t>
            </a:r>
            <a:r>
              <a:rPr lang="en-US" dirty="0" err="1"/>
              <a:t>waktu</a:t>
            </a:r>
            <a:r>
              <a:rPr lang="en-US" dirty="0"/>
              <a:t> 10 </a:t>
            </a:r>
            <a:r>
              <a:rPr lang="en-US" dirty="0" err="1"/>
              <a:t>menit</a:t>
            </a:r>
            <a:r>
              <a:rPr lang="en-US" dirty="0"/>
              <a:t>)</a:t>
            </a:r>
          </a:p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berkelompok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mengurutkan</a:t>
            </a:r>
            <a:r>
              <a:rPr lang="en-US" dirty="0"/>
              <a:t> </a:t>
            </a:r>
            <a:r>
              <a:rPr lang="en-US" dirty="0" err="1"/>
              <a:t>prioritas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kelompoknya</a:t>
            </a:r>
            <a:r>
              <a:rPr lang="en-US" dirty="0"/>
              <a:t> dan </a:t>
            </a:r>
            <a:r>
              <a:rPr lang="en-US" dirty="0" err="1"/>
              <a:t>mengisinya</a:t>
            </a:r>
            <a:r>
              <a:rPr lang="en-US" dirty="0"/>
              <a:t> di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(</a:t>
            </a:r>
            <a:r>
              <a:rPr lang="en-US" dirty="0" err="1"/>
              <a:t>waktu</a:t>
            </a:r>
            <a:r>
              <a:rPr lang="en-US" dirty="0"/>
              <a:t> 30 </a:t>
            </a:r>
            <a:r>
              <a:rPr lang="en-US" dirty="0" err="1"/>
              <a:t>menit</a:t>
            </a:r>
            <a:r>
              <a:rPr lang="en-US" dirty="0"/>
              <a:t>)</a:t>
            </a:r>
          </a:p>
          <a:p>
            <a:r>
              <a:rPr lang="en-US" dirty="0" err="1"/>
              <a:t>Dilarang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</a:t>
            </a:r>
            <a:r>
              <a:rPr lang="en-US" dirty="0" err="1"/>
              <a:t>prosedur</a:t>
            </a:r>
            <a:r>
              <a:rPr lang="en-US" dirty="0"/>
              <a:t> yang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konflik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voting, rata-rata, </a:t>
            </a:r>
            <a:r>
              <a:rPr lang="en-US" dirty="0" err="1"/>
              <a:t>tawar</a:t>
            </a:r>
            <a:r>
              <a:rPr lang="en-US" dirty="0"/>
              <a:t> </a:t>
            </a:r>
            <a:r>
              <a:rPr lang="en-US" dirty="0" err="1"/>
              <a:t>menawar</a:t>
            </a:r>
            <a:r>
              <a:rPr lang="en-US" dirty="0"/>
              <a:t>, </a:t>
            </a:r>
            <a:r>
              <a:rPr lang="en-US" dirty="0" err="1"/>
              <a:t>undian</a:t>
            </a:r>
            <a:r>
              <a:rPr lang="en-US" dirty="0"/>
              <a:t>, </a:t>
            </a:r>
            <a:r>
              <a:rPr lang="en-US" dirty="0" err="1"/>
              <a:t>dll</a:t>
            </a:r>
            <a:r>
              <a:rPr lang="en-US" dirty="0"/>
              <a:t>.</a:t>
            </a:r>
            <a:endParaRPr lang="en-ID" dirty="0"/>
          </a:p>
          <a:p>
            <a:r>
              <a:rPr lang="en-ID" dirty="0" err="1"/>
              <a:t>Ingat</a:t>
            </a:r>
            <a:r>
              <a:rPr lang="en-ID" dirty="0"/>
              <a:t>! Di game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matinya</a:t>
            </a:r>
            <a:r>
              <a:rPr lang="en-ID" dirty="0"/>
              <a:t> Anda </a:t>
            </a:r>
            <a:r>
              <a:rPr lang="en-ID" dirty="0" err="1"/>
              <a:t>tergantung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yang Anda </a:t>
            </a:r>
            <a:r>
              <a:rPr lang="en-ID" dirty="0" err="1"/>
              <a:t>ambil</a:t>
            </a:r>
            <a:r>
              <a:rPr lang="en-ID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0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DE4B-3E11-46C3-9F2E-6D977F33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-364346"/>
            <a:ext cx="9634011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Daftar Benda</a:t>
            </a:r>
            <a:endParaRPr lang="en-ID" sz="28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2F79D8-C8CE-4A03-90D6-CC17355BC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108454"/>
              </p:ext>
            </p:extLst>
          </p:nvPr>
        </p:nvGraphicFramePr>
        <p:xfrm>
          <a:off x="1069975" y="571812"/>
          <a:ext cx="9634535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532">
                  <a:extLst>
                    <a:ext uri="{9D8B030D-6E8A-4147-A177-3AD203B41FA5}">
                      <a16:colId xmlns:a16="http://schemas.microsoft.com/office/drawing/2014/main" val="2984423416"/>
                    </a:ext>
                  </a:extLst>
                </a:gridCol>
                <a:gridCol w="3057282">
                  <a:extLst>
                    <a:ext uri="{9D8B030D-6E8A-4147-A177-3AD203B41FA5}">
                      <a16:colId xmlns:a16="http://schemas.microsoft.com/office/drawing/2014/main" val="2782603378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3834807592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2410505054"/>
                    </a:ext>
                  </a:extLst>
                </a:gridCol>
                <a:gridCol w="1926907">
                  <a:extLst>
                    <a:ext uri="{9D8B030D-6E8A-4147-A177-3AD203B41FA5}">
                      <a16:colId xmlns:a16="http://schemas.microsoft.com/office/drawing/2014/main" val="1774079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Benda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Pribadi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Tim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Ahli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52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Lampu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Senter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6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Pisau</a:t>
                      </a:r>
                      <a:r>
                        <a:rPr lang="en-US" dirty="0"/>
                        <a:t> Swiss Army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6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Peta </a:t>
                      </a:r>
                      <a:r>
                        <a:rPr lang="en-US" dirty="0" err="1"/>
                        <a:t>udara</a:t>
                      </a:r>
                      <a:r>
                        <a:rPr lang="en-US" dirty="0"/>
                        <a:t> Arab Saudi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9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Jas </a:t>
                      </a:r>
                      <a:r>
                        <a:rPr lang="en-US" dirty="0" err="1"/>
                        <a:t>hujan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ukuran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besar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0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Kompas magnet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705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aid (</a:t>
                      </a:r>
                      <a:r>
                        <a:rPr lang="en-US" dirty="0" err="1"/>
                        <a:t>kompres&amp;gauze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0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Pistol </a:t>
                      </a:r>
                      <a:r>
                        <a:rPr lang="en-US" dirty="0" err="1"/>
                        <a:t>kaliber</a:t>
                      </a:r>
                      <a:r>
                        <a:rPr lang="en-US" dirty="0"/>
                        <a:t> 45 </a:t>
                      </a:r>
                      <a:r>
                        <a:rPr lang="en-US" dirty="0" err="1"/>
                        <a:t>berpeluru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4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Parasut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warna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merah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putih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976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Sebotol</a:t>
                      </a:r>
                      <a:r>
                        <a:rPr lang="en-US" dirty="0"/>
                        <a:t> tablet garam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9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ltr</a:t>
                      </a:r>
                      <a:r>
                        <a:rPr lang="en-US" dirty="0"/>
                        <a:t> air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6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Buku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binatang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gurun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dimakan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01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Kacamata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hitam</a:t>
                      </a:r>
                      <a:r>
                        <a:rPr lang="en-US" dirty="0"/>
                        <a:t>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90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botol</a:t>
                      </a:r>
                      <a:r>
                        <a:rPr lang="en-US" dirty="0"/>
                        <a:t> vodka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71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jaket</a:t>
                      </a:r>
                      <a:r>
                        <a:rPr lang="en-US" dirty="0"/>
                        <a:t> per orang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cermin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hias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10254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488AA4E-949A-4EEF-B0C7-3E9C8BB38A1D}"/>
              </a:ext>
            </a:extLst>
          </p:cNvPr>
          <p:cNvSpPr/>
          <p:nvPr/>
        </p:nvSpPr>
        <p:spPr>
          <a:xfrm>
            <a:off x="8814062" y="961217"/>
            <a:ext cx="1889924" cy="5813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635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137A-5EA9-4E35-A1B8-633073C6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FBE5-DEF4-466B-B698-A5F0EEE8B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berdebat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kemenangan</a:t>
            </a:r>
            <a:endParaRPr lang="en-US" dirty="0"/>
          </a:p>
          <a:p>
            <a:r>
              <a:rPr lang="en-US" dirty="0" err="1"/>
              <a:t>Berikan</a:t>
            </a:r>
            <a:r>
              <a:rPr lang="en-US" dirty="0"/>
              <a:t> </a:t>
            </a:r>
            <a:r>
              <a:rPr lang="en-US" dirty="0" err="1"/>
              <a:t>argumentasi</a:t>
            </a:r>
            <a:r>
              <a:rPr lang="en-US" dirty="0"/>
              <a:t> yang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dan </a:t>
            </a:r>
            <a:r>
              <a:rPr lang="en-US" dirty="0" err="1"/>
              <a:t>logika</a:t>
            </a:r>
            <a:r>
              <a:rPr lang="en-US" dirty="0"/>
              <a:t> Anda</a:t>
            </a:r>
          </a:p>
          <a:p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dan </a:t>
            </a:r>
            <a:r>
              <a:rPr lang="en-US" dirty="0" err="1"/>
              <a:t>reaksi</a:t>
            </a:r>
            <a:r>
              <a:rPr lang="en-US" dirty="0"/>
              <a:t> orang lain </a:t>
            </a:r>
            <a:r>
              <a:rPr lang="en-US" dirty="0" err="1"/>
              <a:t>sebelum</a:t>
            </a:r>
            <a:r>
              <a:rPr lang="en-US" dirty="0"/>
              <a:t> Anda </a:t>
            </a:r>
            <a:r>
              <a:rPr lang="en-US" dirty="0" err="1"/>
              <a:t>menekankan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</a:t>
            </a:r>
            <a:r>
              <a:rPr lang="en-US" dirty="0" err="1"/>
              <a:t>pribadi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mengalah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persetujuan</a:t>
            </a:r>
            <a:endParaRPr lang="en-US" dirty="0"/>
          </a:p>
          <a:p>
            <a:r>
              <a:rPr lang="en-US" dirty="0" err="1"/>
              <a:t>Dukung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Anda </a:t>
            </a: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  <a:p>
            <a:r>
              <a:rPr lang="en-US" dirty="0" err="1"/>
              <a:t>Menyerahlah</a:t>
            </a:r>
            <a:r>
              <a:rPr lang="en-US" dirty="0"/>
              <a:t> pada </a:t>
            </a:r>
            <a:r>
              <a:rPr lang="en-US" dirty="0" err="1"/>
              <a:t>keputusan</a:t>
            </a:r>
            <a:r>
              <a:rPr lang="en-US" dirty="0"/>
              <a:t> yang </a:t>
            </a:r>
            <a:r>
              <a:rPr lang="en-US" dirty="0" err="1"/>
              <a:t>objektif</a:t>
            </a:r>
            <a:r>
              <a:rPr lang="en-US" dirty="0"/>
              <a:t> dan </a:t>
            </a:r>
            <a:r>
              <a:rPr lang="en-US" dirty="0" err="1"/>
              <a:t>logis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852466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544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Modern Love</vt:lpstr>
      <vt:lpstr>BohemianVTI</vt:lpstr>
      <vt:lpstr>Desert Disaster</vt:lpstr>
      <vt:lpstr>Kronologi</vt:lpstr>
      <vt:lpstr>Kronologi</vt:lpstr>
      <vt:lpstr>Kronologi</vt:lpstr>
      <vt:lpstr>Daftar Benda</vt:lpstr>
      <vt:lpstr>Rules of Game</vt:lpstr>
      <vt:lpstr>Daftar Benda</vt:lpstr>
      <vt:lpstr>What we learn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Desert Disaster</dc:title>
  <dc:creator>izzudin abdurahman</dc:creator>
  <cp:lastModifiedBy>izzudin abdurahman</cp:lastModifiedBy>
  <cp:revision>2</cp:revision>
  <dcterms:created xsi:type="dcterms:W3CDTF">2021-09-14T03:50:41Z</dcterms:created>
  <dcterms:modified xsi:type="dcterms:W3CDTF">2021-09-14T14:03:11Z</dcterms:modified>
</cp:coreProperties>
</file>