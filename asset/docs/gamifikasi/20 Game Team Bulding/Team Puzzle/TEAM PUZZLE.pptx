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6CDBF-4513-4236-A4D1-2446C7CB8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21C7A5-C1ED-4336-8EDF-93BE3D31A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CE124-EABB-4CA6-8CD7-A95427A23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10/2/2021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0C2A2-698F-4873-82DC-B1DAB26E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033B5-9BB1-4331-98B0-86FC6C965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267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C859C-96FA-42DA-8BC6-B4770985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E08E1-902A-4C71-B7EA-2F36446C5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1E3BE-DD3A-48F6-81CF-09A1C3698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10/2/2021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007C1-D3FD-434C-8C53-6A19C823E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E1381-F7FC-4F68-AB8F-6A6C4E47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520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B9339-4DD7-4C8F-BD3F-1BAF2D82F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09B8E-12DB-412F-B33A-ABFD53FEC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56075-FD82-4ECF-8CFF-8E72ECF87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10/2/2021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A068F-CD4F-475C-808C-E90BF71EF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0722A-2E6A-496C-A457-B4636717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356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159B7-3D2B-406B-B518-A0AFDC319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7DA08-1E9D-47E5-9023-335611ECA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00C323-EFFD-4B09-A5F6-610C2DF0D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5603B-872F-4307-8EEE-75694544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10/2/2021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5A94E-8324-4ADE-AD9E-EBF6FE41D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36759-508F-4D4E-90C0-788465CF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132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B1E24-6F18-44FB-ACA7-3B4690D5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3C912-30DC-47D6-8F46-EEF52444D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DCEBE-8E09-4BBE-B0E1-AFD7AF0CE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B677FB-F8F4-4D47-8A60-EB32224AC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E7E183-6C8D-481D-9133-E0CBC7377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C8061F-663B-4B8D-AAF0-C489D7190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10/2/2021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CA2F47-9687-4976-AD32-396E5C7C3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6567DF-04F7-4987-A20F-5247E2E39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382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C0D64-3DC4-4FD1-8FDE-762DB5D25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16B6F2-3AAE-4AF9-94DC-CF46F3EEB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10/2/2021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021057-EC69-4A4B-8026-54050AB5E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8BB8F-B439-406B-BB77-563696B07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685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A19A46-6548-4026-BC31-064226BC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10/2/2021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96E759-1034-4E86-A2A7-F9AB8ACBB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983BB-A71A-4D35-9CB0-7F22CF71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264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226D0-081E-42AB-8FBD-A95CCA34F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F2624-FE82-41F5-BC3D-E34D6FF49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881E1-50DE-4E25-86AE-A73B24220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3E257-9DEC-4700-8DD7-EF96954EB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10/2/2021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20B11-8C85-4B5C-9421-AFAC0FDE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591AC-17E7-421F-AF35-6821198B2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37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F88E1-5F5D-453E-A267-6FBC2C023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A1D7D0-9526-49A2-BF31-03C642DBF7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995E3-92C2-4A00-9E02-7F7EBAA49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181A3-E419-4344-9901-94B0220B5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10/2/2021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576C5-B257-4312-BEE1-762DE7CC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2DDF0-8B45-4BCD-8672-1368EF2D4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48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F2541-81CC-4D91-B0FC-F8F14E389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261AB-A1DB-4FBA-804B-E2206DACC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9C09A-064A-4341-A34B-B65C31BFD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10/2/2021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6232A-62B8-4E97-88F7-9BFF2563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FF397-36A1-4594-9BF9-FA4D8D540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05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0FDD07-15E7-453C-927C-5277381726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D3D4B6-9701-4CAB-92BD-8F3CFB71E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93D68-FA09-4E89-A803-260B7CC25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10/2/2021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4F7D4-ECA2-4E7C-BADE-AC5C207B9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F75B3-A90C-48C4-AEF4-5A66C514F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628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FF163-C183-4339-B5A8-49C6A0B83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EF070-3F5F-4390-97DB-A604904C7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A5F85-7630-4560-AB9F-4F3164F267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10/2/2021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21605-714C-49B0-8005-E8EE49E278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DA312-3C8A-44BF-8760-3E0240C99F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425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jigsaw puzzle&#10;&#10;Description automatically generated">
            <a:extLst>
              <a:ext uri="{FF2B5EF4-FFF2-40B4-BE49-F238E27FC236}">
                <a16:creationId xmlns:a16="http://schemas.microsoft.com/office/drawing/2014/main" id="{CE47E502-2D79-4195-84E4-954549B4E7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14" b="241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452B4-18B4-4B52-A50C-03ACE615BF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TEAM PUZZLE 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1D494-2BF6-4C1B-B365-28FA608618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endParaRPr lang="en-ID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6549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4E4D846-3AFC-4F86-8C35-24B0542A2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hite puzzle with one red piece">
            <a:extLst>
              <a:ext uri="{FF2B5EF4-FFF2-40B4-BE49-F238E27FC236}">
                <a16:creationId xmlns:a16="http://schemas.microsoft.com/office/drawing/2014/main" id="{EB6139A2-8E9E-410F-9BE9-F6875A5060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10" r="1560" b="1785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84781B9-12CB-45C3-907A-9ED93FF72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bg1"/>
              </a:gs>
              <a:gs pos="35000">
                <a:schemeClr val="bg1">
                  <a:alpha val="76000"/>
                </a:schemeClr>
              </a:gs>
              <a:gs pos="19000">
                <a:schemeClr val="bg1">
                  <a:alpha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354DC1-7F7E-4BF7-9D3B-8312D7A17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0470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/>
              <a:t>PURPOSE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F7D9C-F6B2-414F-A34C-56CB3CFB1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0470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For Having FUN</a:t>
            </a:r>
          </a:p>
          <a:p>
            <a:r>
              <a:rPr lang="en-US" sz="3200" dirty="0"/>
              <a:t>Great Teamwork</a:t>
            </a:r>
          </a:p>
          <a:p>
            <a:r>
              <a:rPr lang="en-US" sz="3200" dirty="0"/>
              <a:t>Focus Ability</a:t>
            </a:r>
          </a:p>
        </p:txBody>
      </p:sp>
    </p:spTree>
    <p:extLst>
      <p:ext uri="{BB962C8B-B14F-4D97-AF65-F5344CB8AC3E}">
        <p14:creationId xmlns:p14="http://schemas.microsoft.com/office/powerpoint/2010/main" val="14016040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Content Placeholder 14" descr="A picture containing diagram&#10;&#10;Description automatically generated">
            <a:extLst>
              <a:ext uri="{FF2B5EF4-FFF2-40B4-BE49-F238E27FC236}">
                <a16:creationId xmlns:a16="http://schemas.microsoft.com/office/drawing/2014/main" id="{DEBB6BF3-99BF-42EB-AD99-4415DEEC05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4" r="9089" b="12953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112681-6FC8-4E82-AADF-277319945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15" y="105333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3600" b="1"/>
              <a:t>RULES OF GAME</a:t>
            </a:r>
            <a:endParaRPr lang="en-ID" sz="3600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64047960-AE60-41F2-ADF7-600FD61AA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83" y="2718054"/>
            <a:ext cx="3438906" cy="3207258"/>
          </a:xfrm>
        </p:spPr>
        <p:txBody>
          <a:bodyPr anchor="t">
            <a:noAutofit/>
          </a:bodyPr>
          <a:lstStyle/>
          <a:p>
            <a:r>
              <a:rPr lang="en-US" sz="2200" dirty="0" err="1"/>
              <a:t>Terdapat</a:t>
            </a:r>
            <a:r>
              <a:rPr lang="en-US" sz="2200" dirty="0"/>
              <a:t> 1 </a:t>
            </a:r>
            <a:r>
              <a:rPr lang="en-US" sz="2200" dirty="0" err="1"/>
              <a:t>buah</a:t>
            </a:r>
            <a:r>
              <a:rPr lang="en-US" sz="2200" dirty="0"/>
              <a:t> puzzle yang </a:t>
            </a:r>
            <a:r>
              <a:rPr lang="en-US" sz="2200" dirty="0" err="1"/>
              <a:t>harus</a:t>
            </a:r>
            <a:r>
              <a:rPr lang="en-US" sz="2200" dirty="0"/>
              <a:t> </a:t>
            </a:r>
            <a:r>
              <a:rPr lang="en-US" sz="2200" dirty="0" err="1"/>
              <a:t>disusun</a:t>
            </a:r>
            <a:r>
              <a:rPr lang="en-US" sz="2200" dirty="0"/>
              <a:t> Bersama-</a:t>
            </a:r>
            <a:r>
              <a:rPr lang="en-US" sz="2200" dirty="0" err="1"/>
              <a:t>sama</a:t>
            </a:r>
            <a:r>
              <a:rPr lang="en-US" sz="2200" dirty="0"/>
              <a:t> oleh </a:t>
            </a:r>
            <a:r>
              <a:rPr lang="en-US" sz="2200" dirty="0" err="1"/>
              <a:t>semua</a:t>
            </a:r>
            <a:r>
              <a:rPr lang="en-US" sz="2200" dirty="0"/>
              <a:t> </a:t>
            </a:r>
            <a:r>
              <a:rPr lang="en-US" sz="2200" dirty="0" err="1"/>
              <a:t>anggota</a:t>
            </a:r>
            <a:r>
              <a:rPr lang="en-US" sz="2200" dirty="0"/>
              <a:t> </a:t>
            </a:r>
            <a:r>
              <a:rPr lang="en-US" sz="2200" dirty="0" err="1"/>
              <a:t>tim</a:t>
            </a:r>
            <a:endParaRPr lang="en-US" sz="2200" dirty="0"/>
          </a:p>
          <a:p>
            <a:r>
              <a:rPr lang="en-US" sz="2200" dirty="0" err="1"/>
              <a:t>Susunlah</a:t>
            </a:r>
            <a:r>
              <a:rPr lang="en-US" sz="2200" dirty="0"/>
              <a:t> puzzle </a:t>
            </a:r>
            <a:r>
              <a:rPr lang="en-US" sz="2200" dirty="0" err="1"/>
              <a:t>dengan</a:t>
            </a:r>
            <a:r>
              <a:rPr lang="en-US" sz="2200" dirty="0"/>
              <a:t> </a:t>
            </a:r>
            <a:r>
              <a:rPr lang="en-US" sz="2200" dirty="0" err="1"/>
              <a:t>sempurna</a:t>
            </a:r>
            <a:r>
              <a:rPr lang="en-US" sz="2200" dirty="0"/>
              <a:t>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memperoleh</a:t>
            </a:r>
            <a:r>
              <a:rPr lang="en-US" sz="2200" dirty="0"/>
              <a:t> </a:t>
            </a:r>
            <a:r>
              <a:rPr lang="en-US" sz="2200" dirty="0" err="1"/>
              <a:t>poin</a:t>
            </a:r>
            <a:r>
              <a:rPr lang="en-US" sz="2200" dirty="0"/>
              <a:t> </a:t>
            </a:r>
            <a:r>
              <a:rPr lang="en-US" sz="2200" dirty="0" err="1"/>
              <a:t>tim</a:t>
            </a:r>
            <a:endParaRPr lang="en-US" sz="2200" dirty="0"/>
          </a:p>
          <a:p>
            <a:r>
              <a:rPr lang="en-US" sz="2200" dirty="0" err="1"/>
              <a:t>Hanya</a:t>
            </a:r>
            <a:r>
              <a:rPr lang="en-US" sz="2200" dirty="0"/>
              <a:t> </a:t>
            </a:r>
            <a:r>
              <a:rPr lang="en-US" sz="2200" dirty="0" err="1"/>
              <a:t>tersedia</a:t>
            </a:r>
            <a:r>
              <a:rPr lang="en-US" sz="2200" dirty="0"/>
              <a:t> </a:t>
            </a:r>
            <a:r>
              <a:rPr lang="en-US" sz="2200" dirty="0" err="1"/>
              <a:t>waktu</a:t>
            </a:r>
            <a:r>
              <a:rPr lang="en-US" sz="2200" dirty="0"/>
              <a:t> 5 </a:t>
            </a:r>
            <a:r>
              <a:rPr lang="en-US" sz="2200" dirty="0" err="1"/>
              <a:t>menit</a:t>
            </a:r>
            <a:r>
              <a:rPr lang="en-US" sz="2200" dirty="0"/>
              <a:t>, dan </a:t>
            </a:r>
            <a:r>
              <a:rPr lang="en-US" sz="2200" dirty="0" err="1"/>
              <a:t>bagi</a:t>
            </a:r>
            <a:r>
              <a:rPr lang="en-US" sz="2200" dirty="0"/>
              <a:t> </a:t>
            </a:r>
            <a:r>
              <a:rPr lang="en-US" sz="2200" dirty="0" err="1"/>
              <a:t>tim</a:t>
            </a:r>
            <a:r>
              <a:rPr lang="en-US" sz="2200" dirty="0"/>
              <a:t> yang </a:t>
            </a:r>
            <a:r>
              <a:rPr lang="en-US" sz="2200" dirty="0" err="1"/>
              <a:t>tercepat</a:t>
            </a:r>
            <a:r>
              <a:rPr lang="en-US" sz="2200" dirty="0"/>
              <a:t> </a:t>
            </a:r>
            <a:r>
              <a:rPr lang="en-US" sz="2200" dirty="0" err="1"/>
              <a:t>mendapatkan</a:t>
            </a:r>
            <a:r>
              <a:rPr lang="en-US" sz="2200" dirty="0"/>
              <a:t> 2000 </a:t>
            </a:r>
            <a:r>
              <a:rPr lang="en-US" sz="2200" dirty="0" err="1"/>
              <a:t>poin</a:t>
            </a:r>
            <a:r>
              <a:rPr lang="en-US" sz="2200" dirty="0"/>
              <a:t> </a:t>
            </a:r>
            <a:r>
              <a:rPr lang="en-US" sz="2200" dirty="0" err="1"/>
              <a:t>tambahan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3600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Graphical user interface, application, PowerPoint&#10;&#10;Description automatically generated">
            <a:extLst>
              <a:ext uri="{FF2B5EF4-FFF2-40B4-BE49-F238E27FC236}">
                <a16:creationId xmlns:a16="http://schemas.microsoft.com/office/drawing/2014/main" id="{1C633416-7A7A-4073-88B3-119B687DC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55"/>
          <a:stretch/>
        </p:blipFill>
        <p:spPr>
          <a:xfrm>
            <a:off x="5043339" y="464270"/>
            <a:ext cx="6961978" cy="592946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023D1B-7B03-491D-802C-717CD86EB7A3}"/>
              </a:ext>
            </a:extLst>
          </p:cNvPr>
          <p:cNvSpPr txBox="1"/>
          <p:nvPr/>
        </p:nvSpPr>
        <p:spPr>
          <a:xfrm>
            <a:off x="329939" y="2028616"/>
            <a:ext cx="489251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gency FB" panose="020B0503020202020204" pitchFamily="34" charset="0"/>
              </a:rPr>
              <a:t>SILAKAN KLIK LINK PUZZLE</a:t>
            </a:r>
          </a:p>
          <a:p>
            <a:r>
              <a:rPr lang="en-US" sz="4400" dirty="0">
                <a:latin typeface="Agency FB" panose="020B0503020202020204" pitchFamily="34" charset="0"/>
              </a:rPr>
              <a:t>DI WHATSAPP GROUP</a:t>
            </a:r>
          </a:p>
          <a:p>
            <a:r>
              <a:rPr lang="en-US" sz="4400" dirty="0">
                <a:latin typeface="Agency FB" panose="020B0503020202020204" pitchFamily="34" charset="0"/>
              </a:rPr>
              <a:t>SESUAI TIM NYA</a:t>
            </a:r>
          </a:p>
          <a:p>
            <a:r>
              <a:rPr lang="en-US" sz="4400" dirty="0">
                <a:latin typeface="Agency FB" panose="020B0503020202020204" pitchFamily="34" charset="0"/>
              </a:rPr>
              <a:t>MASING-MASING</a:t>
            </a:r>
            <a:endParaRPr lang="en-ID" sz="44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415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60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Agency FB</vt:lpstr>
      <vt:lpstr>Arial</vt:lpstr>
      <vt:lpstr>Calibri</vt:lpstr>
      <vt:lpstr>Calibri Light</vt:lpstr>
      <vt:lpstr>Office Theme</vt:lpstr>
      <vt:lpstr>TEAM PUZZLE </vt:lpstr>
      <vt:lpstr>PURPOSE</vt:lpstr>
      <vt:lpstr>RULES OF GAME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JIGSAW PUZZLE </dc:title>
  <dc:creator>izzudin abdurahman</dc:creator>
  <cp:lastModifiedBy>izzudin abdurahman</cp:lastModifiedBy>
  <cp:revision>3</cp:revision>
  <dcterms:created xsi:type="dcterms:W3CDTF">2021-08-19T03:22:12Z</dcterms:created>
  <dcterms:modified xsi:type="dcterms:W3CDTF">2021-10-02T03:25:24Z</dcterms:modified>
</cp:coreProperties>
</file>