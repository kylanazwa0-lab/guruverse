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7E4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C885C-28E7-4F8F-B4AF-C69CFBC5F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CFA1B-FE48-4ED2-9404-F402AA37A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0D94-CCFF-4096-8B3B-809A38EF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61C29-86AD-46D6-9C02-491F287C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D0149-4AE5-4D24-813D-D97E8B3D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628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0E51-77B7-48F7-947C-630672C1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87CDC-187D-4D3C-AD04-0121ECBEF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BC712-22C6-4DEC-8777-E0487D51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26020-9DB8-4CFC-8020-FC8087CA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0FD8B-6287-4D2D-9067-87FF534C8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843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AF48-4522-4B48-AC42-741FE513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4DD12-8E99-4B92-8224-51F37A922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010A-1E19-44A2-A81F-799096D5E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CDF3A-5654-4752-8176-3D47B3F1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00569-8840-498E-9D25-B9CCCA50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7749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41F61-2822-4EB1-9AF3-EF97D3D1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3F9F1-0ACE-46A4-BC6F-FF1075FC2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01E29-2F68-4283-89EE-131748411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9B2AE-DF08-4247-9923-35B75ABB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55B16-3A4D-4E75-A93E-ACEEBDB32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0ECA9-8295-4844-9E85-BED755D2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8170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6738-3654-41D0-B053-4F524AA7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42BEE-D798-42D3-9C85-AD613BE0E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F92CA-3053-4737-AB8A-50B200C7F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83C4C4-9CA1-4F2C-8703-D764FCBF3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EA7C1-94ED-487D-8D1F-7463397A5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4EE4CB-CE8B-4C4C-84A7-45FA30AF1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0EB19-B1FA-481E-9B13-F3FA5F833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6934C-213F-433F-A2B2-D7F493C1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5915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4A23-51AA-40F4-8F7B-C2A153342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F2860-4B09-40CF-8B5E-539A4362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2B5FB-75FC-4657-B189-A7FF0C0A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E8E08-AAC0-4794-AA7B-03DF843B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90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17699A-14FB-401F-89E6-F6C80770C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99C4A-AC5C-4917-9D51-DCFF8EAC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719B4-2095-4A0B-9ED3-AEDE5B3AD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4044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0A30-0BB7-4758-9C9E-E766AFB08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B1688-EA09-40D3-BEFB-C93CE9C27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FE4BF-9EF7-440D-8F1D-5B0CD4BD5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84903-5792-4DD6-9EB2-FEF356C1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C94FB-6B01-4667-A365-3BCAD965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060E0-FCAC-4DBA-AA0A-4D59CCFD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694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ED84-86A5-4D86-8F56-74FFF118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50F801-22D4-4A16-ACDA-20B2BE45F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2426A-F069-4A32-A085-307283A62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A8176-F33E-45DA-9BD4-39D219A6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102C0-B8FF-4095-BEEC-2F33B1AE0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A3045-8E9A-4E11-BA28-F5B365D6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953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90F9-7B0E-43AF-8AF5-FEEC4CB5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63104-382B-4C78-AA88-6B7D5BA28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7F252-EE94-4F2E-95AE-2FEEB789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A7367-C52D-4FB9-A5DA-D90B7A5F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57326-1508-4C5E-973B-15C95D3D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836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EA50F-0C70-4EEC-9900-FA60A8D77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D33F3-99DE-4744-BC0D-532993105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CA0C5-C989-4112-8DE3-B52D49A8B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9AA44-64CD-4882-AFCB-DDB00875D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8785A-8B8C-4007-92F1-BFE665E7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8192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A651B2-E70B-4DAF-96CA-60D88FA66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61A79-587C-43BA-9412-0FB848097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35E6C-C1D3-4087-9DE7-7F2B0530C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840B0-A958-4BB4-8E08-D6D8CEEE30F3}" type="datetimeFigureOut">
              <a:rPr lang="en-ID" smtClean="0"/>
              <a:t>21/09/2021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50BE0-32E8-4F54-A7BD-400B7F3E0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E4AF8-00F2-41A2-AE71-8AADB4F18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7A08-2292-4D2C-9467-3828A4E0B5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572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running&#10;&#10;Description automatically generated with medium confidence">
            <a:extLst>
              <a:ext uri="{FF2B5EF4-FFF2-40B4-BE49-F238E27FC236}">
                <a16:creationId xmlns:a16="http://schemas.microsoft.com/office/drawing/2014/main" id="{E45F68DF-DF6C-4C1A-9BDC-7E98F0FDB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571" y="1891308"/>
            <a:ext cx="6458857" cy="4844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A06700-A21D-4918-8A9E-B5762EEBDA8E}"/>
              </a:ext>
            </a:extLst>
          </p:cNvPr>
          <p:cNvSpPr txBox="1"/>
          <p:nvPr/>
        </p:nvSpPr>
        <p:spPr>
          <a:xfrm>
            <a:off x="3145409" y="723276"/>
            <a:ext cx="59011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PICK IT UP!</a:t>
            </a:r>
            <a:endParaRPr lang="en-ID" sz="8800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1918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F3ECF-56EA-49E2-96F0-778819400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261137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4800"/>
              <a:t>It will be fun!</a:t>
            </a:r>
            <a:endParaRPr lang="en-ID" sz="4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E3F94C-F081-4870-928C-B2116E76B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anchor="t">
            <a:normAutofit/>
          </a:bodyPr>
          <a:lstStyle/>
          <a:p>
            <a:r>
              <a:rPr lang="en-US"/>
              <a:t>Game master akan meminta Anda mengambil beberapa barang yang masih misteri</a:t>
            </a:r>
          </a:p>
          <a:p>
            <a:r>
              <a:rPr lang="en-US"/>
              <a:t>Siapa yang tercepat membawakannya kedepan kamera, maka ia akan menambahkan poin bagi timnya</a:t>
            </a:r>
          </a:p>
          <a:p>
            <a:r>
              <a:rPr lang="en-US"/>
              <a:t>Berikan emoticon “hands up” terlebih dahulu sebelum menunjukkan barang didepan kamera!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2650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808F2A37-2921-4D64-8A68-DDE9B4453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957" y="643467"/>
            <a:ext cx="742808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62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48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Adobe Gothic Std B</vt:lpstr>
      <vt:lpstr>Arial</vt:lpstr>
      <vt:lpstr>Calibri</vt:lpstr>
      <vt:lpstr>Calibri Light</vt:lpstr>
      <vt:lpstr>Office Theme</vt:lpstr>
      <vt:lpstr>PowerPoint Presentation</vt:lpstr>
      <vt:lpstr>It will be fun!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izzudin abdurahman</dc:creator>
  <cp:lastModifiedBy>izzudin abdurahman</cp:lastModifiedBy>
  <cp:revision>1</cp:revision>
  <dcterms:created xsi:type="dcterms:W3CDTF">2021-09-21T09:09:49Z</dcterms:created>
  <dcterms:modified xsi:type="dcterms:W3CDTF">2021-09-21T09:39:44Z</dcterms:modified>
</cp:coreProperties>
</file>