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</p:sldMasterIdLst>
  <p:notesMasterIdLst>
    <p:notesMasterId r:id="rId6"/>
  </p:notesMasterIdLst>
  <p:sldIdLst>
    <p:sldId id="256" r:id="rId2"/>
    <p:sldId id="257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FEB185-1771-47FD-8C4B-49F7DC75DF9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8EE24B4-2242-43C6-B4D5-9D8C443A2AD9}">
      <dgm:prSet/>
      <dgm:spPr/>
      <dgm:t>
        <a:bodyPr/>
        <a:lstStyle/>
        <a:p>
          <a:r>
            <a:rPr lang="en-US" b="1" dirty="0" err="1"/>
            <a:t>Buatlah</a:t>
          </a:r>
          <a:r>
            <a:rPr lang="en-US" b="1" dirty="0"/>
            <a:t> </a:t>
          </a:r>
          <a:r>
            <a:rPr lang="en-US" b="1" dirty="0" err="1"/>
            <a:t>sebuah</a:t>
          </a:r>
          <a:r>
            <a:rPr lang="en-US" b="1" dirty="0"/>
            <a:t> </a:t>
          </a:r>
          <a:r>
            <a:rPr lang="en-US" b="1" dirty="0" err="1"/>
            <a:t>cerita</a:t>
          </a:r>
          <a:r>
            <a:rPr lang="en-US" b="1" dirty="0"/>
            <a:t> </a:t>
          </a:r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awalan</a:t>
          </a:r>
          <a:r>
            <a:rPr lang="en-US" b="1" dirty="0"/>
            <a:t> “pada </a:t>
          </a:r>
          <a:r>
            <a:rPr lang="en-US" b="1" dirty="0" err="1"/>
            <a:t>suatu</a:t>
          </a:r>
          <a:r>
            <a:rPr lang="en-US" b="1" dirty="0"/>
            <a:t> </a:t>
          </a:r>
          <a:r>
            <a:rPr lang="en-US" b="1" dirty="0" err="1"/>
            <a:t>hari</a:t>
          </a:r>
          <a:r>
            <a:rPr lang="en-US" b="1" dirty="0"/>
            <a:t>…”</a:t>
          </a:r>
        </a:p>
      </dgm:t>
    </dgm:pt>
    <dgm:pt modelId="{F0EEB124-3C8A-48CB-864D-9EDF0C0F9E7B}" type="parTrans" cxnId="{C5FBFBC3-6B59-45DB-9A0B-ACAFBEBEE9CE}">
      <dgm:prSet/>
      <dgm:spPr/>
      <dgm:t>
        <a:bodyPr/>
        <a:lstStyle/>
        <a:p>
          <a:endParaRPr lang="en-US"/>
        </a:p>
      </dgm:t>
    </dgm:pt>
    <dgm:pt modelId="{41357C2E-869A-4B57-ABC6-F4D90EB5B7C0}" type="sibTrans" cxnId="{C5FBFBC3-6B59-45DB-9A0B-ACAFBEBEE9CE}">
      <dgm:prSet/>
      <dgm:spPr/>
      <dgm:t>
        <a:bodyPr/>
        <a:lstStyle/>
        <a:p>
          <a:endParaRPr lang="en-US"/>
        </a:p>
      </dgm:t>
    </dgm:pt>
    <dgm:pt modelId="{D47E79CF-C0B3-44C4-96B2-153CF868C193}">
      <dgm:prSet/>
      <dgm:spPr/>
      <dgm:t>
        <a:bodyPr/>
        <a:lstStyle/>
        <a:p>
          <a:r>
            <a:rPr lang="en-US" b="1" dirty="0"/>
            <a:t>Cerita </a:t>
          </a:r>
          <a:r>
            <a:rPr lang="en-US" b="1" dirty="0" err="1"/>
            <a:t>dilanjutkan</a:t>
          </a:r>
          <a:r>
            <a:rPr lang="en-US" b="1" dirty="0"/>
            <a:t> oleh </a:t>
          </a:r>
          <a:r>
            <a:rPr lang="en-US" b="1" dirty="0" err="1"/>
            <a:t>semua</a:t>
          </a:r>
          <a:r>
            <a:rPr lang="en-US" b="1" dirty="0"/>
            <a:t> </a:t>
          </a:r>
          <a:r>
            <a:rPr lang="en-US" b="1" dirty="0" err="1"/>
            <a:t>anggota</a:t>
          </a:r>
          <a:r>
            <a:rPr lang="en-US" b="1" dirty="0"/>
            <a:t> </a:t>
          </a:r>
          <a:r>
            <a:rPr lang="en-US" b="1" dirty="0" err="1"/>
            <a:t>tim</a:t>
          </a:r>
          <a:r>
            <a:rPr lang="en-US" b="1" dirty="0"/>
            <a:t> </a:t>
          </a:r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bergantian</a:t>
          </a:r>
          <a:r>
            <a:rPr lang="en-US" b="1" dirty="0"/>
            <a:t> </a:t>
          </a:r>
          <a:r>
            <a:rPr lang="en-US" b="1" dirty="0" err="1"/>
            <a:t>secara</a:t>
          </a:r>
          <a:r>
            <a:rPr lang="en-US" b="1" dirty="0"/>
            <a:t> </a:t>
          </a:r>
          <a:r>
            <a:rPr lang="en-US" b="1" dirty="0" err="1"/>
            <a:t>spontan</a:t>
          </a:r>
          <a:endParaRPr lang="en-US" b="1" dirty="0"/>
        </a:p>
      </dgm:t>
    </dgm:pt>
    <dgm:pt modelId="{1C194137-081D-4AAA-BF3F-12264FD14F6A}" type="parTrans" cxnId="{5EA71EF7-7EF8-4ADD-B060-A8C155498A28}">
      <dgm:prSet/>
      <dgm:spPr/>
      <dgm:t>
        <a:bodyPr/>
        <a:lstStyle/>
        <a:p>
          <a:endParaRPr lang="en-US"/>
        </a:p>
      </dgm:t>
    </dgm:pt>
    <dgm:pt modelId="{87896798-8127-4BAE-97F0-CADF22C7C366}" type="sibTrans" cxnId="{5EA71EF7-7EF8-4ADD-B060-A8C155498A28}">
      <dgm:prSet/>
      <dgm:spPr/>
      <dgm:t>
        <a:bodyPr/>
        <a:lstStyle/>
        <a:p>
          <a:endParaRPr lang="en-US"/>
        </a:p>
      </dgm:t>
    </dgm:pt>
    <dgm:pt modelId="{9D561B54-070B-4918-86A5-EAA84257CB37}">
      <dgm:prSet/>
      <dgm:spPr/>
      <dgm:t>
        <a:bodyPr/>
        <a:lstStyle/>
        <a:p>
          <a:r>
            <a:rPr lang="en-US" b="1" dirty="0" err="1"/>
            <a:t>Tunjuk</a:t>
          </a:r>
          <a:r>
            <a:rPr lang="en-US" b="1" dirty="0"/>
            <a:t> </a:t>
          </a:r>
          <a:r>
            <a:rPr lang="en-US" b="1" dirty="0" err="1"/>
            <a:t>satu</a:t>
          </a:r>
          <a:r>
            <a:rPr lang="en-US" b="1" dirty="0"/>
            <a:t> </a:t>
          </a:r>
          <a:r>
            <a:rPr lang="en-US" b="1" dirty="0" err="1"/>
            <a:t>anggota</a:t>
          </a:r>
          <a:r>
            <a:rPr lang="en-US" b="1" dirty="0"/>
            <a:t> </a:t>
          </a:r>
          <a:r>
            <a:rPr lang="en-US" b="1" dirty="0" err="1"/>
            <a:t>untuk</a:t>
          </a:r>
          <a:r>
            <a:rPr lang="en-US" b="1" dirty="0"/>
            <a:t> </a:t>
          </a:r>
          <a:r>
            <a:rPr lang="en-US" b="1" dirty="0" err="1"/>
            <a:t>menjadi</a:t>
          </a:r>
          <a:r>
            <a:rPr lang="en-US" b="1" dirty="0"/>
            <a:t> </a:t>
          </a:r>
          <a:r>
            <a:rPr lang="en-US" b="1" dirty="0" err="1"/>
            <a:t>juru</a:t>
          </a:r>
          <a:r>
            <a:rPr lang="en-US" b="1" dirty="0"/>
            <a:t> </a:t>
          </a:r>
          <a:r>
            <a:rPr lang="en-US" b="1" dirty="0" err="1"/>
            <a:t>tulis</a:t>
          </a:r>
          <a:r>
            <a:rPr lang="en-US" b="1" dirty="0"/>
            <a:t> </a:t>
          </a:r>
          <a:r>
            <a:rPr lang="en-US" b="1" dirty="0" err="1"/>
            <a:t>cerita</a:t>
          </a:r>
          <a:endParaRPr lang="en-US" b="1" dirty="0"/>
        </a:p>
      </dgm:t>
    </dgm:pt>
    <dgm:pt modelId="{72485BA2-FB24-473B-BFA5-EDFFDA826259}" type="parTrans" cxnId="{E09C412E-79A4-44B0-95AF-83148622694B}">
      <dgm:prSet/>
      <dgm:spPr/>
      <dgm:t>
        <a:bodyPr/>
        <a:lstStyle/>
        <a:p>
          <a:endParaRPr lang="en-US"/>
        </a:p>
      </dgm:t>
    </dgm:pt>
    <dgm:pt modelId="{01CE77D2-2CE7-4B1E-987C-D7A177400C76}" type="sibTrans" cxnId="{E09C412E-79A4-44B0-95AF-83148622694B}">
      <dgm:prSet/>
      <dgm:spPr/>
      <dgm:t>
        <a:bodyPr/>
        <a:lstStyle/>
        <a:p>
          <a:endParaRPr lang="en-US"/>
        </a:p>
      </dgm:t>
    </dgm:pt>
    <dgm:pt modelId="{765F2081-BDA6-4CCA-91F4-51C0999A8C18}">
      <dgm:prSet/>
      <dgm:spPr/>
      <dgm:t>
        <a:bodyPr/>
        <a:lstStyle/>
        <a:p>
          <a:r>
            <a:rPr lang="en-US" b="1" dirty="0" err="1"/>
            <a:t>Setiap</a:t>
          </a:r>
          <a:r>
            <a:rPr lang="en-US" b="1" dirty="0"/>
            <a:t> </a:t>
          </a:r>
          <a:r>
            <a:rPr lang="en-US" b="1" dirty="0" err="1"/>
            <a:t>anggota</a:t>
          </a:r>
          <a:r>
            <a:rPr lang="en-US" b="1" dirty="0"/>
            <a:t> </a:t>
          </a:r>
          <a:r>
            <a:rPr lang="en-US" b="1" dirty="0" err="1"/>
            <a:t>bercerita</a:t>
          </a:r>
          <a:r>
            <a:rPr lang="en-US" b="1" dirty="0"/>
            <a:t> </a:t>
          </a:r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menyebutkan</a:t>
          </a:r>
          <a:r>
            <a:rPr lang="en-US" b="1" dirty="0"/>
            <a:t> 2-3 kata, dan orang </a:t>
          </a:r>
          <a:r>
            <a:rPr lang="en-US" b="1" dirty="0" err="1"/>
            <a:t>berikutnya</a:t>
          </a:r>
          <a:r>
            <a:rPr lang="en-US" b="1" dirty="0"/>
            <a:t> </a:t>
          </a:r>
          <a:r>
            <a:rPr lang="en-US" b="1" dirty="0" err="1"/>
            <a:t>melanjutkan</a:t>
          </a:r>
          <a:r>
            <a:rPr lang="en-US" b="1" dirty="0"/>
            <a:t> </a:t>
          </a:r>
          <a:r>
            <a:rPr lang="en-US" b="1" dirty="0" err="1"/>
            <a:t>dengan</a:t>
          </a:r>
          <a:r>
            <a:rPr lang="en-US" b="1" dirty="0"/>
            <a:t> </a:t>
          </a:r>
          <a:r>
            <a:rPr lang="en-US" b="1" dirty="0" err="1"/>
            <a:t>huruf</a:t>
          </a:r>
          <a:r>
            <a:rPr lang="en-US" b="1" dirty="0"/>
            <a:t> </a:t>
          </a:r>
          <a:r>
            <a:rPr lang="en-US" b="1" dirty="0" err="1"/>
            <a:t>terakhir</a:t>
          </a:r>
          <a:r>
            <a:rPr lang="en-US" b="1" dirty="0"/>
            <a:t> </a:t>
          </a:r>
          <a:r>
            <a:rPr lang="en-US" b="1" dirty="0" err="1"/>
            <a:t>sebagai</a:t>
          </a:r>
          <a:r>
            <a:rPr lang="en-US" b="1" dirty="0"/>
            <a:t> kata </a:t>
          </a:r>
          <a:r>
            <a:rPr lang="en-US" b="1" dirty="0" err="1"/>
            <a:t>pertamanya</a:t>
          </a:r>
          <a:endParaRPr lang="en-US" b="1" dirty="0"/>
        </a:p>
      </dgm:t>
    </dgm:pt>
    <dgm:pt modelId="{5C14D13C-0317-4B21-9FAB-22CD7D59F6A7}" type="parTrans" cxnId="{01279227-B8AF-4F0A-9996-1AFB534EBB45}">
      <dgm:prSet/>
      <dgm:spPr/>
      <dgm:t>
        <a:bodyPr/>
        <a:lstStyle/>
        <a:p>
          <a:endParaRPr lang="en-US"/>
        </a:p>
      </dgm:t>
    </dgm:pt>
    <dgm:pt modelId="{044D0D14-5E3E-4FE9-AAE9-12CBAE0CA1CA}" type="sibTrans" cxnId="{01279227-B8AF-4F0A-9996-1AFB534EBB45}">
      <dgm:prSet/>
      <dgm:spPr/>
      <dgm:t>
        <a:bodyPr/>
        <a:lstStyle/>
        <a:p>
          <a:endParaRPr lang="en-US"/>
        </a:p>
      </dgm:t>
    </dgm:pt>
    <dgm:pt modelId="{83999139-DDCB-4C26-ADFA-5C226E35C57A}">
      <dgm:prSet/>
      <dgm:spPr/>
      <dgm:t>
        <a:bodyPr/>
        <a:lstStyle/>
        <a:p>
          <a:r>
            <a:rPr lang="en-US" b="1" dirty="0" err="1"/>
            <a:t>Contoh</a:t>
          </a:r>
          <a:r>
            <a:rPr lang="en-US" b="1" dirty="0"/>
            <a:t>: pada </a:t>
          </a:r>
          <a:r>
            <a:rPr lang="en-US" b="1" dirty="0" err="1"/>
            <a:t>suatu</a:t>
          </a:r>
          <a:r>
            <a:rPr lang="en-US" b="1" dirty="0"/>
            <a:t> </a:t>
          </a:r>
          <a:r>
            <a:rPr lang="en-US" b="1" dirty="0" err="1"/>
            <a:t>harI</a:t>
          </a:r>
          <a:r>
            <a:rPr lang="en-US" b="1" dirty="0"/>
            <a:t>-Ikan di </a:t>
          </a:r>
          <a:r>
            <a:rPr lang="en-US" b="1" dirty="0" err="1"/>
            <a:t>laut-tertidur</a:t>
          </a:r>
          <a:r>
            <a:rPr lang="en-US" b="1" dirty="0"/>
            <a:t> </a:t>
          </a:r>
          <a:r>
            <a:rPr lang="en-US" b="1" dirty="0" err="1"/>
            <a:t>semuanyA-Akibatnya</a:t>
          </a:r>
          <a:r>
            <a:rPr lang="en-US" b="1" dirty="0"/>
            <a:t> para </a:t>
          </a:r>
          <a:r>
            <a:rPr lang="en-US" b="1" dirty="0" err="1"/>
            <a:t>nelayaN-Nirhasil</a:t>
          </a:r>
          <a:r>
            <a:rPr lang="en-US" b="1" dirty="0"/>
            <a:t> </a:t>
          </a:r>
          <a:r>
            <a:rPr lang="en-US" b="1" dirty="0" err="1"/>
            <a:t>tangkapannyA-Apakah</a:t>
          </a:r>
          <a:r>
            <a:rPr lang="en-US" b="1" dirty="0"/>
            <a:t> yang </a:t>
          </a:r>
          <a:r>
            <a:rPr lang="en-US" b="1" dirty="0" err="1"/>
            <a:t>terjadi</a:t>
          </a:r>
          <a:r>
            <a:rPr lang="en-US" b="1" dirty="0"/>
            <a:t>?</a:t>
          </a:r>
        </a:p>
      </dgm:t>
    </dgm:pt>
    <dgm:pt modelId="{4C27BE23-E2A2-4D4B-AAE9-8554EA74EF24}" type="parTrans" cxnId="{0C7430ED-1D33-4EE5-8C1F-461149B5EA1B}">
      <dgm:prSet/>
      <dgm:spPr/>
      <dgm:t>
        <a:bodyPr/>
        <a:lstStyle/>
        <a:p>
          <a:endParaRPr lang="en-US"/>
        </a:p>
      </dgm:t>
    </dgm:pt>
    <dgm:pt modelId="{81B882B3-C97A-42A5-BDA7-137D186BE10B}" type="sibTrans" cxnId="{0C7430ED-1D33-4EE5-8C1F-461149B5EA1B}">
      <dgm:prSet/>
      <dgm:spPr/>
      <dgm:t>
        <a:bodyPr/>
        <a:lstStyle/>
        <a:p>
          <a:endParaRPr lang="en-US"/>
        </a:p>
      </dgm:t>
    </dgm:pt>
    <dgm:pt modelId="{32C2DFF7-8E03-47C2-ABDB-01D9C73DA7E2}" type="pres">
      <dgm:prSet presAssocID="{E4FEB185-1771-47FD-8C4B-49F7DC75DF90}" presName="vert0" presStyleCnt="0">
        <dgm:presLayoutVars>
          <dgm:dir/>
          <dgm:animOne val="branch"/>
          <dgm:animLvl val="lvl"/>
        </dgm:presLayoutVars>
      </dgm:prSet>
      <dgm:spPr/>
    </dgm:pt>
    <dgm:pt modelId="{28E0D3D4-7598-47D2-9B09-8D45F1C9AAF4}" type="pres">
      <dgm:prSet presAssocID="{B8EE24B4-2242-43C6-B4D5-9D8C443A2AD9}" presName="thickLine" presStyleLbl="alignNode1" presStyleIdx="0" presStyleCnt="5"/>
      <dgm:spPr/>
    </dgm:pt>
    <dgm:pt modelId="{951A3366-1015-4F18-AD5E-3F499F793581}" type="pres">
      <dgm:prSet presAssocID="{B8EE24B4-2242-43C6-B4D5-9D8C443A2AD9}" presName="horz1" presStyleCnt="0"/>
      <dgm:spPr/>
    </dgm:pt>
    <dgm:pt modelId="{319BD0A3-2D33-4092-8F4B-6E9A5CCFCA43}" type="pres">
      <dgm:prSet presAssocID="{B8EE24B4-2242-43C6-B4D5-9D8C443A2AD9}" presName="tx1" presStyleLbl="revTx" presStyleIdx="0" presStyleCnt="5"/>
      <dgm:spPr/>
    </dgm:pt>
    <dgm:pt modelId="{00478722-5F1F-4204-94D4-CB890B657E90}" type="pres">
      <dgm:prSet presAssocID="{B8EE24B4-2242-43C6-B4D5-9D8C443A2AD9}" presName="vert1" presStyleCnt="0"/>
      <dgm:spPr/>
    </dgm:pt>
    <dgm:pt modelId="{95AEA32B-C1B5-4F16-A4A6-DF0AEE8D1ADA}" type="pres">
      <dgm:prSet presAssocID="{D47E79CF-C0B3-44C4-96B2-153CF868C193}" presName="thickLine" presStyleLbl="alignNode1" presStyleIdx="1" presStyleCnt="5"/>
      <dgm:spPr/>
    </dgm:pt>
    <dgm:pt modelId="{82677F8C-245C-4F7E-A2F5-86B9092EED4D}" type="pres">
      <dgm:prSet presAssocID="{D47E79CF-C0B3-44C4-96B2-153CF868C193}" presName="horz1" presStyleCnt="0"/>
      <dgm:spPr/>
    </dgm:pt>
    <dgm:pt modelId="{4A971B5A-ACEC-4959-90D5-478BF1D6B8D9}" type="pres">
      <dgm:prSet presAssocID="{D47E79CF-C0B3-44C4-96B2-153CF868C193}" presName="tx1" presStyleLbl="revTx" presStyleIdx="1" presStyleCnt="5"/>
      <dgm:spPr/>
    </dgm:pt>
    <dgm:pt modelId="{3838DAF3-1FCE-4EEC-9B4A-BA83F55EB1AC}" type="pres">
      <dgm:prSet presAssocID="{D47E79CF-C0B3-44C4-96B2-153CF868C193}" presName="vert1" presStyleCnt="0"/>
      <dgm:spPr/>
    </dgm:pt>
    <dgm:pt modelId="{DC8F540F-6833-4A7B-A41F-F54E135C60F6}" type="pres">
      <dgm:prSet presAssocID="{9D561B54-070B-4918-86A5-EAA84257CB37}" presName="thickLine" presStyleLbl="alignNode1" presStyleIdx="2" presStyleCnt="5"/>
      <dgm:spPr/>
    </dgm:pt>
    <dgm:pt modelId="{A12F5126-2F5E-4846-92B1-67106A67AB01}" type="pres">
      <dgm:prSet presAssocID="{9D561B54-070B-4918-86A5-EAA84257CB37}" presName="horz1" presStyleCnt="0"/>
      <dgm:spPr/>
    </dgm:pt>
    <dgm:pt modelId="{289759BD-2902-4738-A480-917EEE2CF2DA}" type="pres">
      <dgm:prSet presAssocID="{9D561B54-070B-4918-86A5-EAA84257CB37}" presName="tx1" presStyleLbl="revTx" presStyleIdx="2" presStyleCnt="5"/>
      <dgm:spPr/>
    </dgm:pt>
    <dgm:pt modelId="{83D805BF-4D21-4BF9-B2CD-55854045E23B}" type="pres">
      <dgm:prSet presAssocID="{9D561B54-070B-4918-86A5-EAA84257CB37}" presName="vert1" presStyleCnt="0"/>
      <dgm:spPr/>
    </dgm:pt>
    <dgm:pt modelId="{4EFAD15C-527E-40C2-BDF7-7207D5C2D4F6}" type="pres">
      <dgm:prSet presAssocID="{765F2081-BDA6-4CCA-91F4-51C0999A8C18}" presName="thickLine" presStyleLbl="alignNode1" presStyleIdx="3" presStyleCnt="5"/>
      <dgm:spPr/>
    </dgm:pt>
    <dgm:pt modelId="{23A0226F-D49D-4A2A-9F05-AB5FF1A8D758}" type="pres">
      <dgm:prSet presAssocID="{765F2081-BDA6-4CCA-91F4-51C0999A8C18}" presName="horz1" presStyleCnt="0"/>
      <dgm:spPr/>
    </dgm:pt>
    <dgm:pt modelId="{F63D12B9-89FD-4420-9392-A6CCCF2AC41E}" type="pres">
      <dgm:prSet presAssocID="{765F2081-BDA6-4CCA-91F4-51C0999A8C18}" presName="tx1" presStyleLbl="revTx" presStyleIdx="3" presStyleCnt="5"/>
      <dgm:spPr/>
    </dgm:pt>
    <dgm:pt modelId="{17209E70-020D-4FE6-8027-201F0EFC0B41}" type="pres">
      <dgm:prSet presAssocID="{765F2081-BDA6-4CCA-91F4-51C0999A8C18}" presName="vert1" presStyleCnt="0"/>
      <dgm:spPr/>
    </dgm:pt>
    <dgm:pt modelId="{2D6A7845-5377-455B-8049-DF9F0272A5CD}" type="pres">
      <dgm:prSet presAssocID="{83999139-DDCB-4C26-ADFA-5C226E35C57A}" presName="thickLine" presStyleLbl="alignNode1" presStyleIdx="4" presStyleCnt="5"/>
      <dgm:spPr/>
    </dgm:pt>
    <dgm:pt modelId="{BB307ADE-B308-4A07-8DC7-362BDDA75DE3}" type="pres">
      <dgm:prSet presAssocID="{83999139-DDCB-4C26-ADFA-5C226E35C57A}" presName="horz1" presStyleCnt="0"/>
      <dgm:spPr/>
    </dgm:pt>
    <dgm:pt modelId="{F378398E-ABF5-43F8-B0C4-3B8C2052B01A}" type="pres">
      <dgm:prSet presAssocID="{83999139-DDCB-4C26-ADFA-5C226E35C57A}" presName="tx1" presStyleLbl="revTx" presStyleIdx="4" presStyleCnt="5"/>
      <dgm:spPr/>
    </dgm:pt>
    <dgm:pt modelId="{4AB0B863-E4DE-4755-A345-3824C33DBCAD}" type="pres">
      <dgm:prSet presAssocID="{83999139-DDCB-4C26-ADFA-5C226E35C57A}" presName="vert1" presStyleCnt="0"/>
      <dgm:spPr/>
    </dgm:pt>
  </dgm:ptLst>
  <dgm:cxnLst>
    <dgm:cxn modelId="{01279227-B8AF-4F0A-9996-1AFB534EBB45}" srcId="{E4FEB185-1771-47FD-8C4B-49F7DC75DF90}" destId="{765F2081-BDA6-4CCA-91F4-51C0999A8C18}" srcOrd="3" destOrd="0" parTransId="{5C14D13C-0317-4B21-9FAB-22CD7D59F6A7}" sibTransId="{044D0D14-5E3E-4FE9-AAE9-12CBAE0CA1CA}"/>
    <dgm:cxn modelId="{F1C5252E-9658-4DC5-BBD6-38681A2BEA06}" type="presOf" srcId="{83999139-DDCB-4C26-ADFA-5C226E35C57A}" destId="{F378398E-ABF5-43F8-B0C4-3B8C2052B01A}" srcOrd="0" destOrd="0" presId="urn:microsoft.com/office/officeart/2008/layout/LinedList"/>
    <dgm:cxn modelId="{E09C412E-79A4-44B0-95AF-83148622694B}" srcId="{E4FEB185-1771-47FD-8C4B-49F7DC75DF90}" destId="{9D561B54-070B-4918-86A5-EAA84257CB37}" srcOrd="2" destOrd="0" parTransId="{72485BA2-FB24-473B-BFA5-EDFFDA826259}" sibTransId="{01CE77D2-2CE7-4B1E-987C-D7A177400C76}"/>
    <dgm:cxn modelId="{2FC4AF94-C6FE-43F1-968D-84D856E4C555}" type="presOf" srcId="{E4FEB185-1771-47FD-8C4B-49F7DC75DF90}" destId="{32C2DFF7-8E03-47C2-ABDB-01D9C73DA7E2}" srcOrd="0" destOrd="0" presId="urn:microsoft.com/office/officeart/2008/layout/LinedList"/>
    <dgm:cxn modelId="{169DFC9E-9D82-45C7-948F-21501DBF6F35}" type="presOf" srcId="{D47E79CF-C0B3-44C4-96B2-153CF868C193}" destId="{4A971B5A-ACEC-4959-90D5-478BF1D6B8D9}" srcOrd="0" destOrd="0" presId="urn:microsoft.com/office/officeart/2008/layout/LinedList"/>
    <dgm:cxn modelId="{C5FBFBC3-6B59-45DB-9A0B-ACAFBEBEE9CE}" srcId="{E4FEB185-1771-47FD-8C4B-49F7DC75DF90}" destId="{B8EE24B4-2242-43C6-B4D5-9D8C443A2AD9}" srcOrd="0" destOrd="0" parTransId="{F0EEB124-3C8A-48CB-864D-9EDF0C0F9E7B}" sibTransId="{41357C2E-869A-4B57-ABC6-F4D90EB5B7C0}"/>
    <dgm:cxn modelId="{58EA4BCC-E74E-42D2-9382-E81B448AD40A}" type="presOf" srcId="{765F2081-BDA6-4CCA-91F4-51C0999A8C18}" destId="{F63D12B9-89FD-4420-9392-A6CCCF2AC41E}" srcOrd="0" destOrd="0" presId="urn:microsoft.com/office/officeart/2008/layout/LinedList"/>
    <dgm:cxn modelId="{1F7E6CE3-BBC6-4508-9143-4162DDA0BF2C}" type="presOf" srcId="{B8EE24B4-2242-43C6-B4D5-9D8C443A2AD9}" destId="{319BD0A3-2D33-4092-8F4B-6E9A5CCFCA43}" srcOrd="0" destOrd="0" presId="urn:microsoft.com/office/officeart/2008/layout/LinedList"/>
    <dgm:cxn modelId="{F7A1E1E5-8E73-44A9-B56A-A628C4E096B2}" type="presOf" srcId="{9D561B54-070B-4918-86A5-EAA84257CB37}" destId="{289759BD-2902-4738-A480-917EEE2CF2DA}" srcOrd="0" destOrd="0" presId="urn:microsoft.com/office/officeart/2008/layout/LinedList"/>
    <dgm:cxn modelId="{0C7430ED-1D33-4EE5-8C1F-461149B5EA1B}" srcId="{E4FEB185-1771-47FD-8C4B-49F7DC75DF90}" destId="{83999139-DDCB-4C26-ADFA-5C226E35C57A}" srcOrd="4" destOrd="0" parTransId="{4C27BE23-E2A2-4D4B-AAE9-8554EA74EF24}" sibTransId="{81B882B3-C97A-42A5-BDA7-137D186BE10B}"/>
    <dgm:cxn modelId="{5EA71EF7-7EF8-4ADD-B060-A8C155498A28}" srcId="{E4FEB185-1771-47FD-8C4B-49F7DC75DF90}" destId="{D47E79CF-C0B3-44C4-96B2-153CF868C193}" srcOrd="1" destOrd="0" parTransId="{1C194137-081D-4AAA-BF3F-12264FD14F6A}" sibTransId="{87896798-8127-4BAE-97F0-CADF22C7C366}"/>
    <dgm:cxn modelId="{237617DC-5F83-4E64-997E-4C957320B679}" type="presParOf" srcId="{32C2DFF7-8E03-47C2-ABDB-01D9C73DA7E2}" destId="{28E0D3D4-7598-47D2-9B09-8D45F1C9AAF4}" srcOrd="0" destOrd="0" presId="urn:microsoft.com/office/officeart/2008/layout/LinedList"/>
    <dgm:cxn modelId="{5DEAD2CC-6D4A-4A52-AD80-9537BEB5FD06}" type="presParOf" srcId="{32C2DFF7-8E03-47C2-ABDB-01D9C73DA7E2}" destId="{951A3366-1015-4F18-AD5E-3F499F793581}" srcOrd="1" destOrd="0" presId="urn:microsoft.com/office/officeart/2008/layout/LinedList"/>
    <dgm:cxn modelId="{81B0A1A4-1BD1-46F7-96A6-C76C947FE118}" type="presParOf" srcId="{951A3366-1015-4F18-AD5E-3F499F793581}" destId="{319BD0A3-2D33-4092-8F4B-6E9A5CCFCA43}" srcOrd="0" destOrd="0" presId="urn:microsoft.com/office/officeart/2008/layout/LinedList"/>
    <dgm:cxn modelId="{19B69F10-F1F0-4F61-82D9-BF68D9D7D6A1}" type="presParOf" srcId="{951A3366-1015-4F18-AD5E-3F499F793581}" destId="{00478722-5F1F-4204-94D4-CB890B657E90}" srcOrd="1" destOrd="0" presId="urn:microsoft.com/office/officeart/2008/layout/LinedList"/>
    <dgm:cxn modelId="{DD107025-A27E-4EAD-A39D-BCF718B0369A}" type="presParOf" srcId="{32C2DFF7-8E03-47C2-ABDB-01D9C73DA7E2}" destId="{95AEA32B-C1B5-4F16-A4A6-DF0AEE8D1ADA}" srcOrd="2" destOrd="0" presId="urn:microsoft.com/office/officeart/2008/layout/LinedList"/>
    <dgm:cxn modelId="{757AF8F6-6446-47AC-8BB9-630DAC858499}" type="presParOf" srcId="{32C2DFF7-8E03-47C2-ABDB-01D9C73DA7E2}" destId="{82677F8C-245C-4F7E-A2F5-86B9092EED4D}" srcOrd="3" destOrd="0" presId="urn:microsoft.com/office/officeart/2008/layout/LinedList"/>
    <dgm:cxn modelId="{9AC42081-6D3B-4CD5-986B-5AC874B004B4}" type="presParOf" srcId="{82677F8C-245C-4F7E-A2F5-86B9092EED4D}" destId="{4A971B5A-ACEC-4959-90D5-478BF1D6B8D9}" srcOrd="0" destOrd="0" presId="urn:microsoft.com/office/officeart/2008/layout/LinedList"/>
    <dgm:cxn modelId="{828EC331-6455-49A1-AA01-61C84BABF4B8}" type="presParOf" srcId="{82677F8C-245C-4F7E-A2F5-86B9092EED4D}" destId="{3838DAF3-1FCE-4EEC-9B4A-BA83F55EB1AC}" srcOrd="1" destOrd="0" presId="urn:microsoft.com/office/officeart/2008/layout/LinedList"/>
    <dgm:cxn modelId="{A6966271-2F79-4AA0-BE72-CF3529C511C7}" type="presParOf" srcId="{32C2DFF7-8E03-47C2-ABDB-01D9C73DA7E2}" destId="{DC8F540F-6833-4A7B-A41F-F54E135C60F6}" srcOrd="4" destOrd="0" presId="urn:microsoft.com/office/officeart/2008/layout/LinedList"/>
    <dgm:cxn modelId="{2F50010A-0898-41C4-9945-2FB781463B67}" type="presParOf" srcId="{32C2DFF7-8E03-47C2-ABDB-01D9C73DA7E2}" destId="{A12F5126-2F5E-4846-92B1-67106A67AB01}" srcOrd="5" destOrd="0" presId="urn:microsoft.com/office/officeart/2008/layout/LinedList"/>
    <dgm:cxn modelId="{F6E6DB90-06F4-4840-A873-C5C6AE91FCDE}" type="presParOf" srcId="{A12F5126-2F5E-4846-92B1-67106A67AB01}" destId="{289759BD-2902-4738-A480-917EEE2CF2DA}" srcOrd="0" destOrd="0" presId="urn:microsoft.com/office/officeart/2008/layout/LinedList"/>
    <dgm:cxn modelId="{E762DC04-EBA2-48BB-8203-A3895BAFCDE6}" type="presParOf" srcId="{A12F5126-2F5E-4846-92B1-67106A67AB01}" destId="{83D805BF-4D21-4BF9-B2CD-55854045E23B}" srcOrd="1" destOrd="0" presId="urn:microsoft.com/office/officeart/2008/layout/LinedList"/>
    <dgm:cxn modelId="{324C9A28-5E2D-44FE-B49E-C57D39F1D228}" type="presParOf" srcId="{32C2DFF7-8E03-47C2-ABDB-01D9C73DA7E2}" destId="{4EFAD15C-527E-40C2-BDF7-7207D5C2D4F6}" srcOrd="6" destOrd="0" presId="urn:microsoft.com/office/officeart/2008/layout/LinedList"/>
    <dgm:cxn modelId="{6B91A553-B013-4C4B-9EC8-F518EDD4A18D}" type="presParOf" srcId="{32C2DFF7-8E03-47C2-ABDB-01D9C73DA7E2}" destId="{23A0226F-D49D-4A2A-9F05-AB5FF1A8D758}" srcOrd="7" destOrd="0" presId="urn:microsoft.com/office/officeart/2008/layout/LinedList"/>
    <dgm:cxn modelId="{7C43BF6C-08B2-47B0-A69E-A9533994C37C}" type="presParOf" srcId="{23A0226F-D49D-4A2A-9F05-AB5FF1A8D758}" destId="{F63D12B9-89FD-4420-9392-A6CCCF2AC41E}" srcOrd="0" destOrd="0" presId="urn:microsoft.com/office/officeart/2008/layout/LinedList"/>
    <dgm:cxn modelId="{BA1D864E-CCF3-4C4B-A128-222AB72E78F4}" type="presParOf" srcId="{23A0226F-D49D-4A2A-9F05-AB5FF1A8D758}" destId="{17209E70-020D-4FE6-8027-201F0EFC0B41}" srcOrd="1" destOrd="0" presId="urn:microsoft.com/office/officeart/2008/layout/LinedList"/>
    <dgm:cxn modelId="{8AFBACDB-5F37-42FE-AD74-B335A8AD5ED2}" type="presParOf" srcId="{32C2DFF7-8E03-47C2-ABDB-01D9C73DA7E2}" destId="{2D6A7845-5377-455B-8049-DF9F0272A5CD}" srcOrd="8" destOrd="0" presId="urn:microsoft.com/office/officeart/2008/layout/LinedList"/>
    <dgm:cxn modelId="{5CA594BD-BB19-402E-817D-6928A3099F27}" type="presParOf" srcId="{32C2DFF7-8E03-47C2-ABDB-01D9C73DA7E2}" destId="{BB307ADE-B308-4A07-8DC7-362BDDA75DE3}" srcOrd="9" destOrd="0" presId="urn:microsoft.com/office/officeart/2008/layout/LinedList"/>
    <dgm:cxn modelId="{076CD2F7-4BDB-4AF0-9B3A-5C9A44745BF7}" type="presParOf" srcId="{BB307ADE-B308-4A07-8DC7-362BDDA75DE3}" destId="{F378398E-ABF5-43F8-B0C4-3B8C2052B01A}" srcOrd="0" destOrd="0" presId="urn:microsoft.com/office/officeart/2008/layout/LinedList"/>
    <dgm:cxn modelId="{2E24D946-9258-4D73-A9EC-FABDA1465038}" type="presParOf" srcId="{BB307ADE-B308-4A07-8DC7-362BDDA75DE3}" destId="{4AB0B863-E4DE-4755-A345-3824C33DBCA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0D3D4-7598-47D2-9B09-8D45F1C9AAF4}">
      <dsp:nvSpPr>
        <dsp:cNvPr id="0" name=""/>
        <dsp:cNvSpPr/>
      </dsp:nvSpPr>
      <dsp:spPr>
        <a:xfrm>
          <a:off x="0" y="468"/>
          <a:ext cx="1038243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9BD0A3-2D33-4092-8F4B-6E9A5CCFCA43}">
      <dsp:nvSpPr>
        <dsp:cNvPr id="0" name=""/>
        <dsp:cNvSpPr/>
      </dsp:nvSpPr>
      <dsp:spPr>
        <a:xfrm>
          <a:off x="0" y="468"/>
          <a:ext cx="10382434" cy="767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Buatlah</a:t>
          </a:r>
          <a:r>
            <a:rPr lang="en-US" sz="2400" b="1" kern="1200" dirty="0"/>
            <a:t> </a:t>
          </a:r>
          <a:r>
            <a:rPr lang="en-US" sz="2400" b="1" kern="1200" dirty="0" err="1"/>
            <a:t>sebuah</a:t>
          </a:r>
          <a:r>
            <a:rPr lang="en-US" sz="2400" b="1" kern="1200" dirty="0"/>
            <a:t> </a:t>
          </a:r>
          <a:r>
            <a:rPr lang="en-US" sz="2400" b="1" kern="1200" dirty="0" err="1"/>
            <a:t>cerita</a:t>
          </a:r>
          <a:r>
            <a:rPr lang="en-US" sz="2400" b="1" kern="1200" dirty="0"/>
            <a:t> </a:t>
          </a:r>
          <a:r>
            <a:rPr lang="en-US" sz="2400" b="1" kern="1200" dirty="0" err="1"/>
            <a:t>dengan</a:t>
          </a:r>
          <a:r>
            <a:rPr lang="en-US" sz="2400" b="1" kern="1200" dirty="0"/>
            <a:t> </a:t>
          </a:r>
          <a:r>
            <a:rPr lang="en-US" sz="2400" b="1" kern="1200" dirty="0" err="1"/>
            <a:t>awalan</a:t>
          </a:r>
          <a:r>
            <a:rPr lang="en-US" sz="2400" b="1" kern="1200" dirty="0"/>
            <a:t> “pada </a:t>
          </a:r>
          <a:r>
            <a:rPr lang="en-US" sz="2400" b="1" kern="1200" dirty="0" err="1"/>
            <a:t>suatu</a:t>
          </a:r>
          <a:r>
            <a:rPr lang="en-US" sz="2400" b="1" kern="1200" dirty="0"/>
            <a:t> </a:t>
          </a:r>
          <a:r>
            <a:rPr lang="en-US" sz="2400" b="1" kern="1200" dirty="0" err="1"/>
            <a:t>hari</a:t>
          </a:r>
          <a:r>
            <a:rPr lang="en-US" sz="2400" b="1" kern="1200" dirty="0"/>
            <a:t>…”</a:t>
          </a:r>
        </a:p>
      </dsp:txBody>
      <dsp:txXfrm>
        <a:off x="0" y="468"/>
        <a:ext cx="10382434" cy="767117"/>
      </dsp:txXfrm>
    </dsp:sp>
    <dsp:sp modelId="{95AEA32B-C1B5-4F16-A4A6-DF0AEE8D1ADA}">
      <dsp:nvSpPr>
        <dsp:cNvPr id="0" name=""/>
        <dsp:cNvSpPr/>
      </dsp:nvSpPr>
      <dsp:spPr>
        <a:xfrm>
          <a:off x="0" y="767586"/>
          <a:ext cx="1038243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71B5A-ACEC-4959-90D5-478BF1D6B8D9}">
      <dsp:nvSpPr>
        <dsp:cNvPr id="0" name=""/>
        <dsp:cNvSpPr/>
      </dsp:nvSpPr>
      <dsp:spPr>
        <a:xfrm>
          <a:off x="0" y="767586"/>
          <a:ext cx="10382434" cy="767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Cerita </a:t>
          </a:r>
          <a:r>
            <a:rPr lang="en-US" sz="2400" b="1" kern="1200" dirty="0" err="1"/>
            <a:t>dilanjutkan</a:t>
          </a:r>
          <a:r>
            <a:rPr lang="en-US" sz="2400" b="1" kern="1200" dirty="0"/>
            <a:t> oleh </a:t>
          </a:r>
          <a:r>
            <a:rPr lang="en-US" sz="2400" b="1" kern="1200" dirty="0" err="1"/>
            <a:t>semua</a:t>
          </a:r>
          <a:r>
            <a:rPr lang="en-US" sz="2400" b="1" kern="1200" dirty="0"/>
            <a:t> </a:t>
          </a:r>
          <a:r>
            <a:rPr lang="en-US" sz="2400" b="1" kern="1200" dirty="0" err="1"/>
            <a:t>anggota</a:t>
          </a:r>
          <a:r>
            <a:rPr lang="en-US" sz="2400" b="1" kern="1200" dirty="0"/>
            <a:t> </a:t>
          </a:r>
          <a:r>
            <a:rPr lang="en-US" sz="2400" b="1" kern="1200" dirty="0" err="1"/>
            <a:t>tim</a:t>
          </a:r>
          <a:r>
            <a:rPr lang="en-US" sz="2400" b="1" kern="1200" dirty="0"/>
            <a:t> </a:t>
          </a:r>
          <a:r>
            <a:rPr lang="en-US" sz="2400" b="1" kern="1200" dirty="0" err="1"/>
            <a:t>dengan</a:t>
          </a:r>
          <a:r>
            <a:rPr lang="en-US" sz="2400" b="1" kern="1200" dirty="0"/>
            <a:t> </a:t>
          </a:r>
          <a:r>
            <a:rPr lang="en-US" sz="2400" b="1" kern="1200" dirty="0" err="1"/>
            <a:t>bergantian</a:t>
          </a:r>
          <a:r>
            <a:rPr lang="en-US" sz="2400" b="1" kern="1200" dirty="0"/>
            <a:t> </a:t>
          </a:r>
          <a:r>
            <a:rPr lang="en-US" sz="2400" b="1" kern="1200" dirty="0" err="1"/>
            <a:t>secara</a:t>
          </a:r>
          <a:r>
            <a:rPr lang="en-US" sz="2400" b="1" kern="1200" dirty="0"/>
            <a:t> </a:t>
          </a:r>
          <a:r>
            <a:rPr lang="en-US" sz="2400" b="1" kern="1200" dirty="0" err="1"/>
            <a:t>spontan</a:t>
          </a:r>
          <a:endParaRPr lang="en-US" sz="2400" b="1" kern="1200" dirty="0"/>
        </a:p>
      </dsp:txBody>
      <dsp:txXfrm>
        <a:off x="0" y="767586"/>
        <a:ext cx="10382434" cy="767117"/>
      </dsp:txXfrm>
    </dsp:sp>
    <dsp:sp modelId="{DC8F540F-6833-4A7B-A41F-F54E135C60F6}">
      <dsp:nvSpPr>
        <dsp:cNvPr id="0" name=""/>
        <dsp:cNvSpPr/>
      </dsp:nvSpPr>
      <dsp:spPr>
        <a:xfrm>
          <a:off x="0" y="1534704"/>
          <a:ext cx="1038243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9759BD-2902-4738-A480-917EEE2CF2DA}">
      <dsp:nvSpPr>
        <dsp:cNvPr id="0" name=""/>
        <dsp:cNvSpPr/>
      </dsp:nvSpPr>
      <dsp:spPr>
        <a:xfrm>
          <a:off x="0" y="1534704"/>
          <a:ext cx="10382434" cy="767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Tunjuk</a:t>
          </a:r>
          <a:r>
            <a:rPr lang="en-US" sz="2400" b="1" kern="1200" dirty="0"/>
            <a:t> </a:t>
          </a:r>
          <a:r>
            <a:rPr lang="en-US" sz="2400" b="1" kern="1200" dirty="0" err="1"/>
            <a:t>satu</a:t>
          </a:r>
          <a:r>
            <a:rPr lang="en-US" sz="2400" b="1" kern="1200" dirty="0"/>
            <a:t> </a:t>
          </a:r>
          <a:r>
            <a:rPr lang="en-US" sz="2400" b="1" kern="1200" dirty="0" err="1"/>
            <a:t>anggota</a:t>
          </a:r>
          <a:r>
            <a:rPr lang="en-US" sz="2400" b="1" kern="1200" dirty="0"/>
            <a:t> </a:t>
          </a:r>
          <a:r>
            <a:rPr lang="en-US" sz="2400" b="1" kern="1200" dirty="0" err="1"/>
            <a:t>untuk</a:t>
          </a:r>
          <a:r>
            <a:rPr lang="en-US" sz="2400" b="1" kern="1200" dirty="0"/>
            <a:t> </a:t>
          </a:r>
          <a:r>
            <a:rPr lang="en-US" sz="2400" b="1" kern="1200" dirty="0" err="1"/>
            <a:t>menjadi</a:t>
          </a:r>
          <a:r>
            <a:rPr lang="en-US" sz="2400" b="1" kern="1200" dirty="0"/>
            <a:t> </a:t>
          </a:r>
          <a:r>
            <a:rPr lang="en-US" sz="2400" b="1" kern="1200" dirty="0" err="1"/>
            <a:t>juru</a:t>
          </a:r>
          <a:r>
            <a:rPr lang="en-US" sz="2400" b="1" kern="1200" dirty="0"/>
            <a:t> </a:t>
          </a:r>
          <a:r>
            <a:rPr lang="en-US" sz="2400" b="1" kern="1200" dirty="0" err="1"/>
            <a:t>tulis</a:t>
          </a:r>
          <a:r>
            <a:rPr lang="en-US" sz="2400" b="1" kern="1200" dirty="0"/>
            <a:t> </a:t>
          </a:r>
          <a:r>
            <a:rPr lang="en-US" sz="2400" b="1" kern="1200" dirty="0" err="1"/>
            <a:t>cerita</a:t>
          </a:r>
          <a:endParaRPr lang="en-US" sz="2400" b="1" kern="1200" dirty="0"/>
        </a:p>
      </dsp:txBody>
      <dsp:txXfrm>
        <a:off x="0" y="1534704"/>
        <a:ext cx="10382434" cy="767117"/>
      </dsp:txXfrm>
    </dsp:sp>
    <dsp:sp modelId="{4EFAD15C-527E-40C2-BDF7-7207D5C2D4F6}">
      <dsp:nvSpPr>
        <dsp:cNvPr id="0" name=""/>
        <dsp:cNvSpPr/>
      </dsp:nvSpPr>
      <dsp:spPr>
        <a:xfrm>
          <a:off x="0" y="2301821"/>
          <a:ext cx="1038243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D12B9-89FD-4420-9392-A6CCCF2AC41E}">
      <dsp:nvSpPr>
        <dsp:cNvPr id="0" name=""/>
        <dsp:cNvSpPr/>
      </dsp:nvSpPr>
      <dsp:spPr>
        <a:xfrm>
          <a:off x="0" y="2301821"/>
          <a:ext cx="10382434" cy="767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Setiap</a:t>
          </a:r>
          <a:r>
            <a:rPr lang="en-US" sz="2400" b="1" kern="1200" dirty="0"/>
            <a:t> </a:t>
          </a:r>
          <a:r>
            <a:rPr lang="en-US" sz="2400" b="1" kern="1200" dirty="0" err="1"/>
            <a:t>anggota</a:t>
          </a:r>
          <a:r>
            <a:rPr lang="en-US" sz="2400" b="1" kern="1200" dirty="0"/>
            <a:t> </a:t>
          </a:r>
          <a:r>
            <a:rPr lang="en-US" sz="2400" b="1" kern="1200" dirty="0" err="1"/>
            <a:t>bercerita</a:t>
          </a:r>
          <a:r>
            <a:rPr lang="en-US" sz="2400" b="1" kern="1200" dirty="0"/>
            <a:t> </a:t>
          </a:r>
          <a:r>
            <a:rPr lang="en-US" sz="2400" b="1" kern="1200" dirty="0" err="1"/>
            <a:t>dengan</a:t>
          </a:r>
          <a:r>
            <a:rPr lang="en-US" sz="2400" b="1" kern="1200" dirty="0"/>
            <a:t> </a:t>
          </a:r>
          <a:r>
            <a:rPr lang="en-US" sz="2400" b="1" kern="1200" dirty="0" err="1"/>
            <a:t>menyebutkan</a:t>
          </a:r>
          <a:r>
            <a:rPr lang="en-US" sz="2400" b="1" kern="1200" dirty="0"/>
            <a:t> 2-3 kata, dan orang </a:t>
          </a:r>
          <a:r>
            <a:rPr lang="en-US" sz="2400" b="1" kern="1200" dirty="0" err="1"/>
            <a:t>berikutnya</a:t>
          </a:r>
          <a:r>
            <a:rPr lang="en-US" sz="2400" b="1" kern="1200" dirty="0"/>
            <a:t> </a:t>
          </a:r>
          <a:r>
            <a:rPr lang="en-US" sz="2400" b="1" kern="1200" dirty="0" err="1"/>
            <a:t>melanjutkan</a:t>
          </a:r>
          <a:r>
            <a:rPr lang="en-US" sz="2400" b="1" kern="1200" dirty="0"/>
            <a:t> </a:t>
          </a:r>
          <a:r>
            <a:rPr lang="en-US" sz="2400" b="1" kern="1200" dirty="0" err="1"/>
            <a:t>dengan</a:t>
          </a:r>
          <a:r>
            <a:rPr lang="en-US" sz="2400" b="1" kern="1200" dirty="0"/>
            <a:t> </a:t>
          </a:r>
          <a:r>
            <a:rPr lang="en-US" sz="2400" b="1" kern="1200" dirty="0" err="1"/>
            <a:t>huruf</a:t>
          </a:r>
          <a:r>
            <a:rPr lang="en-US" sz="2400" b="1" kern="1200" dirty="0"/>
            <a:t> </a:t>
          </a:r>
          <a:r>
            <a:rPr lang="en-US" sz="2400" b="1" kern="1200" dirty="0" err="1"/>
            <a:t>terakhir</a:t>
          </a:r>
          <a:r>
            <a:rPr lang="en-US" sz="2400" b="1" kern="1200" dirty="0"/>
            <a:t> </a:t>
          </a:r>
          <a:r>
            <a:rPr lang="en-US" sz="2400" b="1" kern="1200" dirty="0" err="1"/>
            <a:t>sebagai</a:t>
          </a:r>
          <a:r>
            <a:rPr lang="en-US" sz="2400" b="1" kern="1200" dirty="0"/>
            <a:t> kata </a:t>
          </a:r>
          <a:r>
            <a:rPr lang="en-US" sz="2400" b="1" kern="1200" dirty="0" err="1"/>
            <a:t>pertamanya</a:t>
          </a:r>
          <a:endParaRPr lang="en-US" sz="2400" b="1" kern="1200" dirty="0"/>
        </a:p>
      </dsp:txBody>
      <dsp:txXfrm>
        <a:off x="0" y="2301821"/>
        <a:ext cx="10382434" cy="767117"/>
      </dsp:txXfrm>
    </dsp:sp>
    <dsp:sp modelId="{2D6A7845-5377-455B-8049-DF9F0272A5CD}">
      <dsp:nvSpPr>
        <dsp:cNvPr id="0" name=""/>
        <dsp:cNvSpPr/>
      </dsp:nvSpPr>
      <dsp:spPr>
        <a:xfrm>
          <a:off x="0" y="3068939"/>
          <a:ext cx="1038243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8398E-ABF5-43F8-B0C4-3B8C2052B01A}">
      <dsp:nvSpPr>
        <dsp:cNvPr id="0" name=""/>
        <dsp:cNvSpPr/>
      </dsp:nvSpPr>
      <dsp:spPr>
        <a:xfrm>
          <a:off x="0" y="3068939"/>
          <a:ext cx="10382434" cy="767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/>
            <a:t>Contoh</a:t>
          </a:r>
          <a:r>
            <a:rPr lang="en-US" sz="2400" b="1" kern="1200" dirty="0"/>
            <a:t>: pada </a:t>
          </a:r>
          <a:r>
            <a:rPr lang="en-US" sz="2400" b="1" kern="1200" dirty="0" err="1"/>
            <a:t>suatu</a:t>
          </a:r>
          <a:r>
            <a:rPr lang="en-US" sz="2400" b="1" kern="1200" dirty="0"/>
            <a:t> </a:t>
          </a:r>
          <a:r>
            <a:rPr lang="en-US" sz="2400" b="1" kern="1200" dirty="0" err="1"/>
            <a:t>harI</a:t>
          </a:r>
          <a:r>
            <a:rPr lang="en-US" sz="2400" b="1" kern="1200" dirty="0"/>
            <a:t>-Ikan di </a:t>
          </a:r>
          <a:r>
            <a:rPr lang="en-US" sz="2400" b="1" kern="1200" dirty="0" err="1"/>
            <a:t>laut-tertidur</a:t>
          </a:r>
          <a:r>
            <a:rPr lang="en-US" sz="2400" b="1" kern="1200" dirty="0"/>
            <a:t> </a:t>
          </a:r>
          <a:r>
            <a:rPr lang="en-US" sz="2400" b="1" kern="1200" dirty="0" err="1"/>
            <a:t>semuanyA-Akibatnya</a:t>
          </a:r>
          <a:r>
            <a:rPr lang="en-US" sz="2400" b="1" kern="1200" dirty="0"/>
            <a:t> para </a:t>
          </a:r>
          <a:r>
            <a:rPr lang="en-US" sz="2400" b="1" kern="1200" dirty="0" err="1"/>
            <a:t>nelayaN-Nirhasil</a:t>
          </a:r>
          <a:r>
            <a:rPr lang="en-US" sz="2400" b="1" kern="1200" dirty="0"/>
            <a:t> </a:t>
          </a:r>
          <a:r>
            <a:rPr lang="en-US" sz="2400" b="1" kern="1200" dirty="0" err="1"/>
            <a:t>tangkapannyA-Apakah</a:t>
          </a:r>
          <a:r>
            <a:rPr lang="en-US" sz="2400" b="1" kern="1200" dirty="0"/>
            <a:t> yang </a:t>
          </a:r>
          <a:r>
            <a:rPr lang="en-US" sz="2400" b="1" kern="1200" dirty="0" err="1"/>
            <a:t>terjadi</a:t>
          </a:r>
          <a:r>
            <a:rPr lang="en-US" sz="2400" b="1" kern="1200" dirty="0"/>
            <a:t>?</a:t>
          </a:r>
        </a:p>
      </dsp:txBody>
      <dsp:txXfrm>
        <a:off x="0" y="3068939"/>
        <a:ext cx="10382434" cy="7671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A9227-B78E-40FD-9A3C-891A540A8DC8}" type="datetimeFigureOut">
              <a:rPr lang="en-ID" smtClean="0"/>
              <a:t>01/11/2025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726FA-EBBF-4E90-8CCF-25484B33C7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488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726FA-EBBF-4E90-8CCF-25484B33C776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222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6A35EAA-ED80-4FF1-942C-82B1D483AF60}"/>
              </a:ext>
            </a:extLst>
          </p:cNvPr>
          <p:cNvSpPr/>
          <p:nvPr/>
        </p:nvSpPr>
        <p:spPr>
          <a:xfrm rot="21133683" flipH="1">
            <a:off x="977627" y="481134"/>
            <a:ext cx="9378187" cy="5238589"/>
          </a:xfrm>
          <a:custGeom>
            <a:avLst/>
            <a:gdLst>
              <a:gd name="connsiteX0" fmla="*/ 628580 w 1248448"/>
              <a:gd name="connsiteY0" fmla="*/ 873029 h 873038"/>
              <a:gd name="connsiteX1" fmla="*/ 820985 w 1248448"/>
              <a:gd name="connsiteY1" fmla="*/ 803115 h 873038"/>
              <a:gd name="connsiteX2" fmla="*/ 1179791 w 1248448"/>
              <a:gd name="connsiteY2" fmla="*/ 630332 h 873038"/>
              <a:gd name="connsiteX3" fmla="*/ 1178744 w 1248448"/>
              <a:gd name="connsiteY3" fmla="*/ 192753 h 873038"/>
              <a:gd name="connsiteX4" fmla="*/ 459416 w 1248448"/>
              <a:gd name="connsiteY4" fmla="*/ 32447 h 873038"/>
              <a:gd name="connsiteX5" fmla="*/ 7264 w 1248448"/>
              <a:gd name="connsiteY5" fmla="*/ 595184 h 873038"/>
              <a:gd name="connsiteX6" fmla="*/ 545617 w 1248448"/>
              <a:gd name="connsiteY6" fmla="*/ 737202 h 873038"/>
              <a:gd name="connsiteX7" fmla="*/ 628580 w 1248448"/>
              <a:gd name="connsiteY7" fmla="*/ 873029 h 873038"/>
              <a:gd name="connsiteX0" fmla="*/ 628618 w 1248446"/>
              <a:gd name="connsiteY0" fmla="*/ 873038 h 873038"/>
              <a:gd name="connsiteX1" fmla="*/ 821023 w 1248446"/>
              <a:gd name="connsiteY1" fmla="*/ 803124 h 873038"/>
              <a:gd name="connsiteX2" fmla="*/ 1179829 w 1248446"/>
              <a:gd name="connsiteY2" fmla="*/ 630341 h 873038"/>
              <a:gd name="connsiteX3" fmla="*/ 1178782 w 1248446"/>
              <a:gd name="connsiteY3" fmla="*/ 192762 h 873038"/>
              <a:gd name="connsiteX4" fmla="*/ 459454 w 1248446"/>
              <a:gd name="connsiteY4" fmla="*/ 32456 h 873038"/>
              <a:gd name="connsiteX5" fmla="*/ 7302 w 1248446"/>
              <a:gd name="connsiteY5" fmla="*/ 595193 h 873038"/>
              <a:gd name="connsiteX6" fmla="*/ 547734 w 1248446"/>
              <a:gd name="connsiteY6" fmla="*/ 751246 h 873038"/>
              <a:gd name="connsiteX7" fmla="*/ 628618 w 1248446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49939"/>
              <a:gd name="connsiteY0" fmla="*/ 873038 h 873038"/>
              <a:gd name="connsiteX1" fmla="*/ 828272 w 1249939"/>
              <a:gd name="connsiteY1" fmla="*/ 793767 h 873038"/>
              <a:gd name="connsiteX2" fmla="*/ 1187078 w 1249939"/>
              <a:gd name="connsiteY2" fmla="*/ 630341 h 873038"/>
              <a:gd name="connsiteX3" fmla="*/ 1186031 w 1249939"/>
              <a:gd name="connsiteY3" fmla="*/ 192762 h 873038"/>
              <a:gd name="connsiteX4" fmla="*/ 466703 w 1249939"/>
              <a:gd name="connsiteY4" fmla="*/ 32456 h 873038"/>
              <a:gd name="connsiteX5" fmla="*/ 14551 w 1249939"/>
              <a:gd name="connsiteY5" fmla="*/ 595193 h 873038"/>
              <a:gd name="connsiteX6" fmla="*/ 554983 w 1249939"/>
              <a:gd name="connsiteY6" fmla="*/ 751246 h 873038"/>
              <a:gd name="connsiteX7" fmla="*/ 635867 w 1249939"/>
              <a:gd name="connsiteY7" fmla="*/ 873038 h 873038"/>
              <a:gd name="connsiteX0" fmla="*/ 615218 w 1229290"/>
              <a:gd name="connsiteY0" fmla="*/ 861281 h 861281"/>
              <a:gd name="connsiteX1" fmla="*/ 807623 w 1229290"/>
              <a:gd name="connsiteY1" fmla="*/ 782010 h 861281"/>
              <a:gd name="connsiteX2" fmla="*/ 1166429 w 1229290"/>
              <a:gd name="connsiteY2" fmla="*/ 618584 h 861281"/>
              <a:gd name="connsiteX3" fmla="*/ 1165382 w 1229290"/>
              <a:gd name="connsiteY3" fmla="*/ 181005 h 861281"/>
              <a:gd name="connsiteX4" fmla="*/ 446054 w 1229290"/>
              <a:gd name="connsiteY4" fmla="*/ 20699 h 861281"/>
              <a:gd name="connsiteX5" fmla="*/ 5663 w 1229290"/>
              <a:gd name="connsiteY5" fmla="*/ 576828 h 861281"/>
              <a:gd name="connsiteX6" fmla="*/ 534334 w 1229290"/>
              <a:gd name="connsiteY6" fmla="*/ 739489 h 861281"/>
              <a:gd name="connsiteX7" fmla="*/ 615218 w 1229290"/>
              <a:gd name="connsiteY7" fmla="*/ 861281 h 861281"/>
              <a:gd name="connsiteX0" fmla="*/ 619617 w 1233689"/>
              <a:gd name="connsiteY0" fmla="*/ 861281 h 861281"/>
              <a:gd name="connsiteX1" fmla="*/ 812022 w 1233689"/>
              <a:gd name="connsiteY1" fmla="*/ 782010 h 861281"/>
              <a:gd name="connsiteX2" fmla="*/ 1170828 w 1233689"/>
              <a:gd name="connsiteY2" fmla="*/ 618584 h 861281"/>
              <a:gd name="connsiteX3" fmla="*/ 1169781 w 1233689"/>
              <a:gd name="connsiteY3" fmla="*/ 181005 h 861281"/>
              <a:gd name="connsiteX4" fmla="*/ 450453 w 1233689"/>
              <a:gd name="connsiteY4" fmla="*/ 20699 h 861281"/>
              <a:gd name="connsiteX5" fmla="*/ 10062 w 1233689"/>
              <a:gd name="connsiteY5" fmla="*/ 576828 h 861281"/>
              <a:gd name="connsiteX6" fmla="*/ 538733 w 1233689"/>
              <a:gd name="connsiteY6" fmla="*/ 739489 h 861281"/>
              <a:gd name="connsiteX7" fmla="*/ 619617 w 1233689"/>
              <a:gd name="connsiteY7" fmla="*/ 861281 h 861281"/>
              <a:gd name="connsiteX0" fmla="*/ 619579 w 1239236"/>
              <a:gd name="connsiteY0" fmla="*/ 863398 h 863398"/>
              <a:gd name="connsiteX1" fmla="*/ 811984 w 1239236"/>
              <a:gd name="connsiteY1" fmla="*/ 784127 h 863398"/>
              <a:gd name="connsiteX2" fmla="*/ 1170790 w 1239236"/>
              <a:gd name="connsiteY2" fmla="*/ 620701 h 863398"/>
              <a:gd name="connsiteX3" fmla="*/ 1169743 w 1239236"/>
              <a:gd name="connsiteY3" fmla="*/ 183122 h 863398"/>
              <a:gd name="connsiteX4" fmla="*/ 451887 w 1239236"/>
              <a:gd name="connsiteY4" fmla="*/ 17855 h 863398"/>
              <a:gd name="connsiteX5" fmla="*/ 10024 w 1239236"/>
              <a:gd name="connsiteY5" fmla="*/ 578945 h 863398"/>
              <a:gd name="connsiteX6" fmla="*/ 538695 w 1239236"/>
              <a:gd name="connsiteY6" fmla="*/ 741606 h 863398"/>
              <a:gd name="connsiteX7" fmla="*/ 619579 w 1239236"/>
              <a:gd name="connsiteY7" fmla="*/ 863398 h 863398"/>
              <a:gd name="connsiteX0" fmla="*/ 623569 w 1243226"/>
              <a:gd name="connsiteY0" fmla="*/ 870437 h 870437"/>
              <a:gd name="connsiteX1" fmla="*/ 815974 w 1243226"/>
              <a:gd name="connsiteY1" fmla="*/ 791166 h 870437"/>
              <a:gd name="connsiteX2" fmla="*/ 1174780 w 1243226"/>
              <a:gd name="connsiteY2" fmla="*/ 627740 h 870437"/>
              <a:gd name="connsiteX3" fmla="*/ 1173733 w 1243226"/>
              <a:gd name="connsiteY3" fmla="*/ 190161 h 870437"/>
              <a:gd name="connsiteX4" fmla="*/ 455877 w 1243226"/>
              <a:gd name="connsiteY4" fmla="*/ 24894 h 870437"/>
              <a:gd name="connsiteX5" fmla="*/ 14014 w 1243226"/>
              <a:gd name="connsiteY5" fmla="*/ 585984 h 870437"/>
              <a:gd name="connsiteX6" fmla="*/ 542685 w 1243226"/>
              <a:gd name="connsiteY6" fmla="*/ 748645 h 870437"/>
              <a:gd name="connsiteX7" fmla="*/ 623569 w 1243226"/>
              <a:gd name="connsiteY7" fmla="*/ 870437 h 870437"/>
              <a:gd name="connsiteX0" fmla="*/ 624861 w 1244518"/>
              <a:gd name="connsiteY0" fmla="*/ 869274 h 869274"/>
              <a:gd name="connsiteX1" fmla="*/ 817266 w 1244518"/>
              <a:gd name="connsiteY1" fmla="*/ 790003 h 869274"/>
              <a:gd name="connsiteX2" fmla="*/ 1176072 w 1244518"/>
              <a:gd name="connsiteY2" fmla="*/ 626577 h 869274"/>
              <a:gd name="connsiteX3" fmla="*/ 1175025 w 1244518"/>
              <a:gd name="connsiteY3" fmla="*/ 188998 h 869274"/>
              <a:gd name="connsiteX4" fmla="*/ 457169 w 1244518"/>
              <a:gd name="connsiteY4" fmla="*/ 23731 h 869274"/>
              <a:gd name="connsiteX5" fmla="*/ 15306 w 1244518"/>
              <a:gd name="connsiteY5" fmla="*/ 584821 h 869274"/>
              <a:gd name="connsiteX6" fmla="*/ 543977 w 1244518"/>
              <a:gd name="connsiteY6" fmla="*/ 747482 h 869274"/>
              <a:gd name="connsiteX7" fmla="*/ 624861 w 1244518"/>
              <a:gd name="connsiteY7" fmla="*/ 869274 h 869274"/>
              <a:gd name="connsiteX0" fmla="*/ 619558 w 1235941"/>
              <a:gd name="connsiteY0" fmla="*/ 867295 h 867295"/>
              <a:gd name="connsiteX1" fmla="*/ 811963 w 1235941"/>
              <a:gd name="connsiteY1" fmla="*/ 788024 h 867295"/>
              <a:gd name="connsiteX2" fmla="*/ 1170769 w 1235941"/>
              <a:gd name="connsiteY2" fmla="*/ 624598 h 867295"/>
              <a:gd name="connsiteX3" fmla="*/ 1164738 w 1235941"/>
              <a:gd name="connsiteY3" fmla="*/ 164190 h 867295"/>
              <a:gd name="connsiteX4" fmla="*/ 451866 w 1235941"/>
              <a:gd name="connsiteY4" fmla="*/ 21752 h 867295"/>
              <a:gd name="connsiteX5" fmla="*/ 10003 w 1235941"/>
              <a:gd name="connsiteY5" fmla="*/ 582842 h 867295"/>
              <a:gd name="connsiteX6" fmla="*/ 538674 w 1235941"/>
              <a:gd name="connsiteY6" fmla="*/ 745503 h 867295"/>
              <a:gd name="connsiteX7" fmla="*/ 619558 w 1235941"/>
              <a:gd name="connsiteY7" fmla="*/ 867295 h 867295"/>
              <a:gd name="connsiteX0" fmla="*/ 622435 w 1238818"/>
              <a:gd name="connsiteY0" fmla="*/ 868328 h 868328"/>
              <a:gd name="connsiteX1" fmla="*/ 814840 w 1238818"/>
              <a:gd name="connsiteY1" fmla="*/ 789057 h 868328"/>
              <a:gd name="connsiteX2" fmla="*/ 1173646 w 1238818"/>
              <a:gd name="connsiteY2" fmla="*/ 625631 h 868328"/>
              <a:gd name="connsiteX3" fmla="*/ 1167615 w 1238818"/>
              <a:gd name="connsiteY3" fmla="*/ 165223 h 868328"/>
              <a:gd name="connsiteX4" fmla="*/ 454743 w 1238818"/>
              <a:gd name="connsiteY4" fmla="*/ 22785 h 868328"/>
              <a:gd name="connsiteX5" fmla="*/ 12880 w 1238818"/>
              <a:gd name="connsiteY5" fmla="*/ 583875 h 868328"/>
              <a:gd name="connsiteX6" fmla="*/ 541551 w 1238818"/>
              <a:gd name="connsiteY6" fmla="*/ 746536 h 868328"/>
              <a:gd name="connsiteX7" fmla="*/ 622435 w 1238818"/>
              <a:gd name="connsiteY7" fmla="*/ 868328 h 868328"/>
              <a:gd name="connsiteX0" fmla="*/ 618931 w 1201319"/>
              <a:gd name="connsiteY0" fmla="*/ 879992 h 879992"/>
              <a:gd name="connsiteX1" fmla="*/ 811336 w 1201319"/>
              <a:gd name="connsiteY1" fmla="*/ 800721 h 879992"/>
              <a:gd name="connsiteX2" fmla="*/ 1170142 w 1201319"/>
              <a:gd name="connsiteY2" fmla="*/ 637295 h 879992"/>
              <a:gd name="connsiteX3" fmla="*/ 1164111 w 1201319"/>
              <a:gd name="connsiteY3" fmla="*/ 176887 h 879992"/>
              <a:gd name="connsiteX4" fmla="*/ 1005959 w 1201319"/>
              <a:gd name="connsiteY4" fmla="*/ 73552 h 879992"/>
              <a:gd name="connsiteX5" fmla="*/ 451239 w 1201319"/>
              <a:gd name="connsiteY5" fmla="*/ 34449 h 879992"/>
              <a:gd name="connsiteX6" fmla="*/ 9376 w 1201319"/>
              <a:gd name="connsiteY6" fmla="*/ 595539 h 879992"/>
              <a:gd name="connsiteX7" fmla="*/ 538047 w 1201319"/>
              <a:gd name="connsiteY7" fmla="*/ 758200 h 879992"/>
              <a:gd name="connsiteX8" fmla="*/ 618931 w 1201319"/>
              <a:gd name="connsiteY8" fmla="*/ 879992 h 879992"/>
              <a:gd name="connsiteX0" fmla="*/ 618931 w 1214866"/>
              <a:gd name="connsiteY0" fmla="*/ 879992 h 879992"/>
              <a:gd name="connsiteX1" fmla="*/ 811336 w 1214866"/>
              <a:gd name="connsiteY1" fmla="*/ 800721 h 879992"/>
              <a:gd name="connsiteX2" fmla="*/ 1170142 w 1214866"/>
              <a:gd name="connsiteY2" fmla="*/ 637295 h 879992"/>
              <a:gd name="connsiteX3" fmla="*/ 1164111 w 1214866"/>
              <a:gd name="connsiteY3" fmla="*/ 176887 h 879992"/>
              <a:gd name="connsiteX4" fmla="*/ 1005959 w 1214866"/>
              <a:gd name="connsiteY4" fmla="*/ 73552 h 879992"/>
              <a:gd name="connsiteX5" fmla="*/ 451239 w 1214866"/>
              <a:gd name="connsiteY5" fmla="*/ 34449 h 879992"/>
              <a:gd name="connsiteX6" fmla="*/ 9376 w 1214866"/>
              <a:gd name="connsiteY6" fmla="*/ 595539 h 879992"/>
              <a:gd name="connsiteX7" fmla="*/ 538047 w 1214866"/>
              <a:gd name="connsiteY7" fmla="*/ 758200 h 879992"/>
              <a:gd name="connsiteX8" fmla="*/ 618931 w 1214866"/>
              <a:gd name="connsiteY8" fmla="*/ 879992 h 879992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20039 w 1203184"/>
              <a:gd name="connsiteY0" fmla="*/ 874240 h 874240"/>
              <a:gd name="connsiteX1" fmla="*/ 812444 w 1203184"/>
              <a:gd name="connsiteY1" fmla="*/ 794969 h 874240"/>
              <a:gd name="connsiteX2" fmla="*/ 1171250 w 1203184"/>
              <a:gd name="connsiteY2" fmla="*/ 631543 h 874240"/>
              <a:gd name="connsiteX3" fmla="*/ 1165219 w 1203184"/>
              <a:gd name="connsiteY3" fmla="*/ 171135 h 874240"/>
              <a:gd name="connsiteX4" fmla="*/ 990916 w 1203184"/>
              <a:gd name="connsiteY4" fmla="*/ 39669 h 874240"/>
              <a:gd name="connsiteX5" fmla="*/ 406775 w 1203184"/>
              <a:gd name="connsiteY5" fmla="*/ 50168 h 874240"/>
              <a:gd name="connsiteX6" fmla="*/ 10484 w 1203184"/>
              <a:gd name="connsiteY6" fmla="*/ 589787 h 874240"/>
              <a:gd name="connsiteX7" fmla="*/ 539155 w 1203184"/>
              <a:gd name="connsiteY7" fmla="*/ 752448 h 874240"/>
              <a:gd name="connsiteX8" fmla="*/ 620039 w 1203184"/>
              <a:gd name="connsiteY8" fmla="*/ 874240 h 874240"/>
              <a:gd name="connsiteX0" fmla="*/ 620213 w 1203358"/>
              <a:gd name="connsiteY0" fmla="*/ 867642 h 867642"/>
              <a:gd name="connsiteX1" fmla="*/ 812618 w 1203358"/>
              <a:gd name="connsiteY1" fmla="*/ 788371 h 867642"/>
              <a:gd name="connsiteX2" fmla="*/ 1171424 w 1203358"/>
              <a:gd name="connsiteY2" fmla="*/ 624945 h 867642"/>
              <a:gd name="connsiteX3" fmla="*/ 1165393 w 1203358"/>
              <a:gd name="connsiteY3" fmla="*/ 164537 h 867642"/>
              <a:gd name="connsiteX4" fmla="*/ 991090 w 1203358"/>
              <a:gd name="connsiteY4" fmla="*/ 33071 h 867642"/>
              <a:gd name="connsiteX5" fmla="*/ 406949 w 1203358"/>
              <a:gd name="connsiteY5" fmla="*/ 43570 h 867642"/>
              <a:gd name="connsiteX6" fmla="*/ 10658 w 1203358"/>
              <a:gd name="connsiteY6" fmla="*/ 583189 h 867642"/>
              <a:gd name="connsiteX7" fmla="*/ 539329 w 1203358"/>
              <a:gd name="connsiteY7" fmla="*/ 745850 h 867642"/>
              <a:gd name="connsiteX8" fmla="*/ 620213 w 1203358"/>
              <a:gd name="connsiteY8" fmla="*/ 867642 h 867642"/>
              <a:gd name="connsiteX0" fmla="*/ 621220 w 1204365"/>
              <a:gd name="connsiteY0" fmla="*/ 864871 h 864871"/>
              <a:gd name="connsiteX1" fmla="*/ 813625 w 1204365"/>
              <a:gd name="connsiteY1" fmla="*/ 785600 h 864871"/>
              <a:gd name="connsiteX2" fmla="*/ 1172431 w 1204365"/>
              <a:gd name="connsiteY2" fmla="*/ 622174 h 864871"/>
              <a:gd name="connsiteX3" fmla="*/ 1166400 w 1204365"/>
              <a:gd name="connsiteY3" fmla="*/ 161766 h 864871"/>
              <a:gd name="connsiteX4" fmla="*/ 992097 w 1204365"/>
              <a:gd name="connsiteY4" fmla="*/ 30300 h 864871"/>
              <a:gd name="connsiteX5" fmla="*/ 407956 w 1204365"/>
              <a:gd name="connsiteY5" fmla="*/ 40799 h 864871"/>
              <a:gd name="connsiteX6" fmla="*/ 11665 w 1204365"/>
              <a:gd name="connsiteY6" fmla="*/ 580418 h 864871"/>
              <a:gd name="connsiteX7" fmla="*/ 540336 w 1204365"/>
              <a:gd name="connsiteY7" fmla="*/ 743079 h 864871"/>
              <a:gd name="connsiteX8" fmla="*/ 621220 w 1204365"/>
              <a:gd name="connsiteY8" fmla="*/ 864871 h 864871"/>
              <a:gd name="connsiteX0" fmla="*/ 619935 w 1204190"/>
              <a:gd name="connsiteY0" fmla="*/ 873669 h 873669"/>
              <a:gd name="connsiteX1" fmla="*/ 812340 w 1204190"/>
              <a:gd name="connsiteY1" fmla="*/ 794398 h 873669"/>
              <a:gd name="connsiteX2" fmla="*/ 1171146 w 1204190"/>
              <a:gd name="connsiteY2" fmla="*/ 630972 h 873669"/>
              <a:gd name="connsiteX3" fmla="*/ 1165115 w 1204190"/>
              <a:gd name="connsiteY3" fmla="*/ 170564 h 873669"/>
              <a:gd name="connsiteX4" fmla="*/ 967884 w 1204190"/>
              <a:gd name="connsiteY4" fmla="*/ 40405 h 873669"/>
              <a:gd name="connsiteX5" fmla="*/ 406671 w 1204190"/>
              <a:gd name="connsiteY5" fmla="*/ 49597 h 873669"/>
              <a:gd name="connsiteX6" fmla="*/ 10380 w 1204190"/>
              <a:gd name="connsiteY6" fmla="*/ 589216 h 873669"/>
              <a:gd name="connsiteX7" fmla="*/ 539051 w 1204190"/>
              <a:gd name="connsiteY7" fmla="*/ 751877 h 873669"/>
              <a:gd name="connsiteX8" fmla="*/ 619935 w 1204190"/>
              <a:gd name="connsiteY8" fmla="*/ 873669 h 873669"/>
              <a:gd name="connsiteX0" fmla="*/ 628446 w 1212701"/>
              <a:gd name="connsiteY0" fmla="*/ 842371 h 842371"/>
              <a:gd name="connsiteX1" fmla="*/ 820851 w 1212701"/>
              <a:gd name="connsiteY1" fmla="*/ 763100 h 842371"/>
              <a:gd name="connsiteX2" fmla="*/ 1179657 w 1212701"/>
              <a:gd name="connsiteY2" fmla="*/ 599674 h 842371"/>
              <a:gd name="connsiteX3" fmla="*/ 1173626 w 1212701"/>
              <a:gd name="connsiteY3" fmla="*/ 139266 h 842371"/>
              <a:gd name="connsiteX4" fmla="*/ 976395 w 1212701"/>
              <a:gd name="connsiteY4" fmla="*/ 9107 h 842371"/>
              <a:gd name="connsiteX5" fmla="*/ 246714 w 1212701"/>
              <a:gd name="connsiteY5" fmla="*/ 97247 h 842371"/>
              <a:gd name="connsiteX6" fmla="*/ 18891 w 1212701"/>
              <a:gd name="connsiteY6" fmla="*/ 557918 h 842371"/>
              <a:gd name="connsiteX7" fmla="*/ 547562 w 1212701"/>
              <a:gd name="connsiteY7" fmla="*/ 720579 h 842371"/>
              <a:gd name="connsiteX8" fmla="*/ 628446 w 1212701"/>
              <a:gd name="connsiteY8" fmla="*/ 842371 h 842371"/>
              <a:gd name="connsiteX0" fmla="*/ 628446 w 1211895"/>
              <a:gd name="connsiteY0" fmla="*/ 842371 h 842371"/>
              <a:gd name="connsiteX1" fmla="*/ 820851 w 1211895"/>
              <a:gd name="connsiteY1" fmla="*/ 763100 h 842371"/>
              <a:gd name="connsiteX2" fmla="*/ 1178477 w 1211895"/>
              <a:gd name="connsiteY2" fmla="*/ 606951 h 842371"/>
              <a:gd name="connsiteX3" fmla="*/ 1173626 w 1211895"/>
              <a:gd name="connsiteY3" fmla="*/ 139266 h 842371"/>
              <a:gd name="connsiteX4" fmla="*/ 976395 w 1211895"/>
              <a:gd name="connsiteY4" fmla="*/ 9107 h 842371"/>
              <a:gd name="connsiteX5" fmla="*/ 246714 w 1211895"/>
              <a:gd name="connsiteY5" fmla="*/ 97247 h 842371"/>
              <a:gd name="connsiteX6" fmla="*/ 18891 w 1211895"/>
              <a:gd name="connsiteY6" fmla="*/ 557918 h 842371"/>
              <a:gd name="connsiteX7" fmla="*/ 547562 w 1211895"/>
              <a:gd name="connsiteY7" fmla="*/ 720579 h 842371"/>
              <a:gd name="connsiteX8" fmla="*/ 628446 w 1211895"/>
              <a:gd name="connsiteY8" fmla="*/ 842371 h 842371"/>
              <a:gd name="connsiteX0" fmla="*/ 628446 w 1218918"/>
              <a:gd name="connsiteY0" fmla="*/ 842371 h 842371"/>
              <a:gd name="connsiteX1" fmla="*/ 820851 w 1218918"/>
              <a:gd name="connsiteY1" fmla="*/ 763100 h 842371"/>
              <a:gd name="connsiteX2" fmla="*/ 1178477 w 1218918"/>
              <a:gd name="connsiteY2" fmla="*/ 606951 h 842371"/>
              <a:gd name="connsiteX3" fmla="*/ 1173626 w 1218918"/>
              <a:gd name="connsiteY3" fmla="*/ 139266 h 842371"/>
              <a:gd name="connsiteX4" fmla="*/ 976395 w 1218918"/>
              <a:gd name="connsiteY4" fmla="*/ 9107 h 842371"/>
              <a:gd name="connsiteX5" fmla="*/ 246714 w 1218918"/>
              <a:gd name="connsiteY5" fmla="*/ 97247 h 842371"/>
              <a:gd name="connsiteX6" fmla="*/ 18891 w 1218918"/>
              <a:gd name="connsiteY6" fmla="*/ 557918 h 842371"/>
              <a:gd name="connsiteX7" fmla="*/ 547562 w 1218918"/>
              <a:gd name="connsiteY7" fmla="*/ 720579 h 842371"/>
              <a:gd name="connsiteX8" fmla="*/ 628446 w 1218918"/>
              <a:gd name="connsiteY8" fmla="*/ 842371 h 842371"/>
              <a:gd name="connsiteX0" fmla="*/ 628446 w 1223727"/>
              <a:gd name="connsiteY0" fmla="*/ 842371 h 842371"/>
              <a:gd name="connsiteX1" fmla="*/ 820851 w 1223727"/>
              <a:gd name="connsiteY1" fmla="*/ 763100 h 842371"/>
              <a:gd name="connsiteX2" fmla="*/ 1178477 w 1223727"/>
              <a:gd name="connsiteY2" fmla="*/ 606951 h 842371"/>
              <a:gd name="connsiteX3" fmla="*/ 1173626 w 1223727"/>
              <a:gd name="connsiteY3" fmla="*/ 139266 h 842371"/>
              <a:gd name="connsiteX4" fmla="*/ 976395 w 1223727"/>
              <a:gd name="connsiteY4" fmla="*/ 9107 h 842371"/>
              <a:gd name="connsiteX5" fmla="*/ 246714 w 1223727"/>
              <a:gd name="connsiteY5" fmla="*/ 97247 h 842371"/>
              <a:gd name="connsiteX6" fmla="*/ 18891 w 1223727"/>
              <a:gd name="connsiteY6" fmla="*/ 557918 h 842371"/>
              <a:gd name="connsiteX7" fmla="*/ 547562 w 1223727"/>
              <a:gd name="connsiteY7" fmla="*/ 720579 h 842371"/>
              <a:gd name="connsiteX8" fmla="*/ 628446 w 1223727"/>
              <a:gd name="connsiteY8" fmla="*/ 842371 h 842371"/>
              <a:gd name="connsiteX0" fmla="*/ 628446 w 1232687"/>
              <a:gd name="connsiteY0" fmla="*/ 842371 h 842371"/>
              <a:gd name="connsiteX1" fmla="*/ 820851 w 1232687"/>
              <a:gd name="connsiteY1" fmla="*/ 763100 h 842371"/>
              <a:gd name="connsiteX2" fmla="*/ 1178477 w 1232687"/>
              <a:gd name="connsiteY2" fmla="*/ 606951 h 842371"/>
              <a:gd name="connsiteX3" fmla="*/ 1188606 w 1232687"/>
              <a:gd name="connsiteY3" fmla="*/ 158133 h 842371"/>
              <a:gd name="connsiteX4" fmla="*/ 976395 w 1232687"/>
              <a:gd name="connsiteY4" fmla="*/ 9107 h 842371"/>
              <a:gd name="connsiteX5" fmla="*/ 246714 w 1232687"/>
              <a:gd name="connsiteY5" fmla="*/ 97247 h 842371"/>
              <a:gd name="connsiteX6" fmla="*/ 18891 w 1232687"/>
              <a:gd name="connsiteY6" fmla="*/ 557918 h 842371"/>
              <a:gd name="connsiteX7" fmla="*/ 547562 w 1232687"/>
              <a:gd name="connsiteY7" fmla="*/ 720579 h 842371"/>
              <a:gd name="connsiteX8" fmla="*/ 628446 w 1232687"/>
              <a:gd name="connsiteY8" fmla="*/ 842371 h 842371"/>
              <a:gd name="connsiteX0" fmla="*/ 628446 w 1238631"/>
              <a:gd name="connsiteY0" fmla="*/ 842371 h 842371"/>
              <a:gd name="connsiteX1" fmla="*/ 820851 w 1238631"/>
              <a:gd name="connsiteY1" fmla="*/ 763100 h 842371"/>
              <a:gd name="connsiteX2" fmla="*/ 1178477 w 1238631"/>
              <a:gd name="connsiteY2" fmla="*/ 606951 h 842371"/>
              <a:gd name="connsiteX3" fmla="*/ 1197715 w 1238631"/>
              <a:gd name="connsiteY3" fmla="*/ 163763 h 842371"/>
              <a:gd name="connsiteX4" fmla="*/ 976395 w 1238631"/>
              <a:gd name="connsiteY4" fmla="*/ 9107 h 842371"/>
              <a:gd name="connsiteX5" fmla="*/ 246714 w 1238631"/>
              <a:gd name="connsiteY5" fmla="*/ 97247 h 842371"/>
              <a:gd name="connsiteX6" fmla="*/ 18891 w 1238631"/>
              <a:gd name="connsiteY6" fmla="*/ 557918 h 842371"/>
              <a:gd name="connsiteX7" fmla="*/ 547562 w 1238631"/>
              <a:gd name="connsiteY7" fmla="*/ 720579 h 842371"/>
              <a:gd name="connsiteX8" fmla="*/ 628446 w 1238631"/>
              <a:gd name="connsiteY8" fmla="*/ 842371 h 842371"/>
              <a:gd name="connsiteX0" fmla="*/ 632386 w 1242571"/>
              <a:gd name="connsiteY0" fmla="*/ 846766 h 846766"/>
              <a:gd name="connsiteX1" fmla="*/ 824791 w 1242571"/>
              <a:gd name="connsiteY1" fmla="*/ 767495 h 846766"/>
              <a:gd name="connsiteX2" fmla="*/ 1182417 w 1242571"/>
              <a:gd name="connsiteY2" fmla="*/ 611346 h 846766"/>
              <a:gd name="connsiteX3" fmla="*/ 1201655 w 1242571"/>
              <a:gd name="connsiteY3" fmla="*/ 168158 h 846766"/>
              <a:gd name="connsiteX4" fmla="*/ 980335 w 1242571"/>
              <a:gd name="connsiteY4" fmla="*/ 13502 h 846766"/>
              <a:gd name="connsiteX5" fmla="*/ 250654 w 1242571"/>
              <a:gd name="connsiteY5" fmla="*/ 101642 h 846766"/>
              <a:gd name="connsiteX6" fmla="*/ 22831 w 1242571"/>
              <a:gd name="connsiteY6" fmla="*/ 562313 h 846766"/>
              <a:gd name="connsiteX7" fmla="*/ 551502 w 1242571"/>
              <a:gd name="connsiteY7" fmla="*/ 724974 h 846766"/>
              <a:gd name="connsiteX8" fmla="*/ 632386 w 1242571"/>
              <a:gd name="connsiteY8" fmla="*/ 846766 h 846766"/>
              <a:gd name="connsiteX0" fmla="*/ 633056 w 1243241"/>
              <a:gd name="connsiteY0" fmla="*/ 846832 h 846832"/>
              <a:gd name="connsiteX1" fmla="*/ 825461 w 1243241"/>
              <a:gd name="connsiteY1" fmla="*/ 767561 h 846832"/>
              <a:gd name="connsiteX2" fmla="*/ 1183087 w 1243241"/>
              <a:gd name="connsiteY2" fmla="*/ 611412 h 846832"/>
              <a:gd name="connsiteX3" fmla="*/ 1202325 w 1243241"/>
              <a:gd name="connsiteY3" fmla="*/ 168224 h 846832"/>
              <a:gd name="connsiteX4" fmla="*/ 981005 w 1243241"/>
              <a:gd name="connsiteY4" fmla="*/ 13568 h 846832"/>
              <a:gd name="connsiteX5" fmla="*/ 245994 w 1243241"/>
              <a:gd name="connsiteY5" fmla="*/ 86692 h 846832"/>
              <a:gd name="connsiteX6" fmla="*/ 23501 w 1243241"/>
              <a:gd name="connsiteY6" fmla="*/ 562379 h 846832"/>
              <a:gd name="connsiteX7" fmla="*/ 552172 w 1243241"/>
              <a:gd name="connsiteY7" fmla="*/ 725040 h 846832"/>
              <a:gd name="connsiteX8" fmla="*/ 633056 w 1243241"/>
              <a:gd name="connsiteY8" fmla="*/ 846832 h 846832"/>
              <a:gd name="connsiteX0" fmla="*/ 633056 w 1243241"/>
              <a:gd name="connsiteY0" fmla="*/ 848503 h 848503"/>
              <a:gd name="connsiteX1" fmla="*/ 825461 w 1243241"/>
              <a:gd name="connsiteY1" fmla="*/ 769232 h 848503"/>
              <a:gd name="connsiteX2" fmla="*/ 1183087 w 1243241"/>
              <a:gd name="connsiteY2" fmla="*/ 613083 h 848503"/>
              <a:gd name="connsiteX3" fmla="*/ 1202325 w 1243241"/>
              <a:gd name="connsiteY3" fmla="*/ 169895 h 848503"/>
              <a:gd name="connsiteX4" fmla="*/ 981005 w 1243241"/>
              <a:gd name="connsiteY4" fmla="*/ 15239 h 848503"/>
              <a:gd name="connsiteX5" fmla="*/ 245994 w 1243241"/>
              <a:gd name="connsiteY5" fmla="*/ 88363 h 848503"/>
              <a:gd name="connsiteX6" fmla="*/ 23501 w 1243241"/>
              <a:gd name="connsiteY6" fmla="*/ 564050 h 848503"/>
              <a:gd name="connsiteX7" fmla="*/ 552172 w 1243241"/>
              <a:gd name="connsiteY7" fmla="*/ 726711 h 848503"/>
              <a:gd name="connsiteX8" fmla="*/ 633056 w 1243241"/>
              <a:gd name="connsiteY8" fmla="*/ 848503 h 848503"/>
              <a:gd name="connsiteX0" fmla="*/ 633056 w 1243241"/>
              <a:gd name="connsiteY0" fmla="*/ 852489 h 852489"/>
              <a:gd name="connsiteX1" fmla="*/ 825461 w 1243241"/>
              <a:gd name="connsiteY1" fmla="*/ 773218 h 852489"/>
              <a:gd name="connsiteX2" fmla="*/ 1183087 w 1243241"/>
              <a:gd name="connsiteY2" fmla="*/ 617069 h 852489"/>
              <a:gd name="connsiteX3" fmla="*/ 1202325 w 1243241"/>
              <a:gd name="connsiteY3" fmla="*/ 173881 h 852489"/>
              <a:gd name="connsiteX4" fmla="*/ 981005 w 1243241"/>
              <a:gd name="connsiteY4" fmla="*/ 19225 h 852489"/>
              <a:gd name="connsiteX5" fmla="*/ 245994 w 1243241"/>
              <a:gd name="connsiteY5" fmla="*/ 92349 h 852489"/>
              <a:gd name="connsiteX6" fmla="*/ 23501 w 1243241"/>
              <a:gd name="connsiteY6" fmla="*/ 568036 h 852489"/>
              <a:gd name="connsiteX7" fmla="*/ 552172 w 1243241"/>
              <a:gd name="connsiteY7" fmla="*/ 730697 h 852489"/>
              <a:gd name="connsiteX8" fmla="*/ 633056 w 1243241"/>
              <a:gd name="connsiteY8" fmla="*/ 852489 h 852489"/>
              <a:gd name="connsiteX0" fmla="*/ 633056 w 1238870"/>
              <a:gd name="connsiteY0" fmla="*/ 852489 h 852489"/>
              <a:gd name="connsiteX1" fmla="*/ 825461 w 1238870"/>
              <a:gd name="connsiteY1" fmla="*/ 773218 h 852489"/>
              <a:gd name="connsiteX2" fmla="*/ 1183087 w 1238870"/>
              <a:gd name="connsiteY2" fmla="*/ 617069 h 852489"/>
              <a:gd name="connsiteX3" fmla="*/ 1202325 w 1238870"/>
              <a:gd name="connsiteY3" fmla="*/ 173881 h 852489"/>
              <a:gd name="connsiteX4" fmla="*/ 981005 w 1238870"/>
              <a:gd name="connsiteY4" fmla="*/ 19225 h 852489"/>
              <a:gd name="connsiteX5" fmla="*/ 245994 w 1238870"/>
              <a:gd name="connsiteY5" fmla="*/ 92349 h 852489"/>
              <a:gd name="connsiteX6" fmla="*/ 23501 w 1238870"/>
              <a:gd name="connsiteY6" fmla="*/ 568036 h 852489"/>
              <a:gd name="connsiteX7" fmla="*/ 552172 w 1238870"/>
              <a:gd name="connsiteY7" fmla="*/ 730697 h 852489"/>
              <a:gd name="connsiteX8" fmla="*/ 633056 w 1238870"/>
              <a:gd name="connsiteY8" fmla="*/ 852489 h 852489"/>
              <a:gd name="connsiteX0" fmla="*/ 633056 w 1237972"/>
              <a:gd name="connsiteY0" fmla="*/ 852489 h 852489"/>
              <a:gd name="connsiteX1" fmla="*/ 825461 w 1237972"/>
              <a:gd name="connsiteY1" fmla="*/ 773218 h 852489"/>
              <a:gd name="connsiteX2" fmla="*/ 1183087 w 1237972"/>
              <a:gd name="connsiteY2" fmla="*/ 617069 h 852489"/>
              <a:gd name="connsiteX3" fmla="*/ 1202325 w 1237972"/>
              <a:gd name="connsiteY3" fmla="*/ 173881 h 852489"/>
              <a:gd name="connsiteX4" fmla="*/ 981005 w 1237972"/>
              <a:gd name="connsiteY4" fmla="*/ 19225 h 852489"/>
              <a:gd name="connsiteX5" fmla="*/ 245994 w 1237972"/>
              <a:gd name="connsiteY5" fmla="*/ 92349 h 852489"/>
              <a:gd name="connsiteX6" fmla="*/ 23501 w 1237972"/>
              <a:gd name="connsiteY6" fmla="*/ 568036 h 852489"/>
              <a:gd name="connsiteX7" fmla="*/ 552172 w 1237972"/>
              <a:gd name="connsiteY7" fmla="*/ 730697 h 852489"/>
              <a:gd name="connsiteX8" fmla="*/ 633056 w 1237972"/>
              <a:gd name="connsiteY8" fmla="*/ 852489 h 85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15F49B-3CBC-46CF-AFB5-988852D0479E}"/>
              </a:ext>
            </a:extLst>
          </p:cNvPr>
          <p:cNvSpPr/>
          <p:nvPr/>
        </p:nvSpPr>
        <p:spPr>
          <a:xfrm rot="21133683" flipH="1">
            <a:off x="1010574" y="456230"/>
            <a:ext cx="9378187" cy="5238589"/>
          </a:xfrm>
          <a:custGeom>
            <a:avLst/>
            <a:gdLst>
              <a:gd name="connsiteX0" fmla="*/ 628580 w 1248448"/>
              <a:gd name="connsiteY0" fmla="*/ 873029 h 873038"/>
              <a:gd name="connsiteX1" fmla="*/ 820985 w 1248448"/>
              <a:gd name="connsiteY1" fmla="*/ 803115 h 873038"/>
              <a:gd name="connsiteX2" fmla="*/ 1179791 w 1248448"/>
              <a:gd name="connsiteY2" fmla="*/ 630332 h 873038"/>
              <a:gd name="connsiteX3" fmla="*/ 1178744 w 1248448"/>
              <a:gd name="connsiteY3" fmla="*/ 192753 h 873038"/>
              <a:gd name="connsiteX4" fmla="*/ 459416 w 1248448"/>
              <a:gd name="connsiteY4" fmla="*/ 32447 h 873038"/>
              <a:gd name="connsiteX5" fmla="*/ 7264 w 1248448"/>
              <a:gd name="connsiteY5" fmla="*/ 595184 h 873038"/>
              <a:gd name="connsiteX6" fmla="*/ 545617 w 1248448"/>
              <a:gd name="connsiteY6" fmla="*/ 737202 h 873038"/>
              <a:gd name="connsiteX7" fmla="*/ 628580 w 1248448"/>
              <a:gd name="connsiteY7" fmla="*/ 873029 h 873038"/>
              <a:gd name="connsiteX0" fmla="*/ 628618 w 1248446"/>
              <a:gd name="connsiteY0" fmla="*/ 873038 h 873038"/>
              <a:gd name="connsiteX1" fmla="*/ 821023 w 1248446"/>
              <a:gd name="connsiteY1" fmla="*/ 803124 h 873038"/>
              <a:gd name="connsiteX2" fmla="*/ 1179829 w 1248446"/>
              <a:gd name="connsiteY2" fmla="*/ 630341 h 873038"/>
              <a:gd name="connsiteX3" fmla="*/ 1178782 w 1248446"/>
              <a:gd name="connsiteY3" fmla="*/ 192762 h 873038"/>
              <a:gd name="connsiteX4" fmla="*/ 459454 w 1248446"/>
              <a:gd name="connsiteY4" fmla="*/ 32456 h 873038"/>
              <a:gd name="connsiteX5" fmla="*/ 7302 w 1248446"/>
              <a:gd name="connsiteY5" fmla="*/ 595193 h 873038"/>
              <a:gd name="connsiteX6" fmla="*/ 547734 w 1248446"/>
              <a:gd name="connsiteY6" fmla="*/ 751246 h 873038"/>
              <a:gd name="connsiteX7" fmla="*/ 628618 w 1248446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55695"/>
              <a:gd name="connsiteY0" fmla="*/ 873038 h 873038"/>
              <a:gd name="connsiteX1" fmla="*/ 828272 w 1255695"/>
              <a:gd name="connsiteY1" fmla="*/ 803124 h 873038"/>
              <a:gd name="connsiteX2" fmla="*/ 1187078 w 1255695"/>
              <a:gd name="connsiteY2" fmla="*/ 630341 h 873038"/>
              <a:gd name="connsiteX3" fmla="*/ 1186031 w 1255695"/>
              <a:gd name="connsiteY3" fmla="*/ 192762 h 873038"/>
              <a:gd name="connsiteX4" fmla="*/ 466703 w 1255695"/>
              <a:gd name="connsiteY4" fmla="*/ 32456 h 873038"/>
              <a:gd name="connsiteX5" fmla="*/ 14551 w 1255695"/>
              <a:gd name="connsiteY5" fmla="*/ 595193 h 873038"/>
              <a:gd name="connsiteX6" fmla="*/ 554983 w 1255695"/>
              <a:gd name="connsiteY6" fmla="*/ 751246 h 873038"/>
              <a:gd name="connsiteX7" fmla="*/ 635867 w 1255695"/>
              <a:gd name="connsiteY7" fmla="*/ 873038 h 873038"/>
              <a:gd name="connsiteX0" fmla="*/ 635867 w 1249939"/>
              <a:gd name="connsiteY0" fmla="*/ 873038 h 873038"/>
              <a:gd name="connsiteX1" fmla="*/ 828272 w 1249939"/>
              <a:gd name="connsiteY1" fmla="*/ 793767 h 873038"/>
              <a:gd name="connsiteX2" fmla="*/ 1187078 w 1249939"/>
              <a:gd name="connsiteY2" fmla="*/ 630341 h 873038"/>
              <a:gd name="connsiteX3" fmla="*/ 1186031 w 1249939"/>
              <a:gd name="connsiteY3" fmla="*/ 192762 h 873038"/>
              <a:gd name="connsiteX4" fmla="*/ 466703 w 1249939"/>
              <a:gd name="connsiteY4" fmla="*/ 32456 h 873038"/>
              <a:gd name="connsiteX5" fmla="*/ 14551 w 1249939"/>
              <a:gd name="connsiteY5" fmla="*/ 595193 h 873038"/>
              <a:gd name="connsiteX6" fmla="*/ 554983 w 1249939"/>
              <a:gd name="connsiteY6" fmla="*/ 751246 h 873038"/>
              <a:gd name="connsiteX7" fmla="*/ 635867 w 1249939"/>
              <a:gd name="connsiteY7" fmla="*/ 873038 h 873038"/>
              <a:gd name="connsiteX0" fmla="*/ 615218 w 1229290"/>
              <a:gd name="connsiteY0" fmla="*/ 861281 h 861281"/>
              <a:gd name="connsiteX1" fmla="*/ 807623 w 1229290"/>
              <a:gd name="connsiteY1" fmla="*/ 782010 h 861281"/>
              <a:gd name="connsiteX2" fmla="*/ 1166429 w 1229290"/>
              <a:gd name="connsiteY2" fmla="*/ 618584 h 861281"/>
              <a:gd name="connsiteX3" fmla="*/ 1165382 w 1229290"/>
              <a:gd name="connsiteY3" fmla="*/ 181005 h 861281"/>
              <a:gd name="connsiteX4" fmla="*/ 446054 w 1229290"/>
              <a:gd name="connsiteY4" fmla="*/ 20699 h 861281"/>
              <a:gd name="connsiteX5" fmla="*/ 5663 w 1229290"/>
              <a:gd name="connsiteY5" fmla="*/ 576828 h 861281"/>
              <a:gd name="connsiteX6" fmla="*/ 534334 w 1229290"/>
              <a:gd name="connsiteY6" fmla="*/ 739489 h 861281"/>
              <a:gd name="connsiteX7" fmla="*/ 615218 w 1229290"/>
              <a:gd name="connsiteY7" fmla="*/ 861281 h 861281"/>
              <a:gd name="connsiteX0" fmla="*/ 619617 w 1233689"/>
              <a:gd name="connsiteY0" fmla="*/ 861281 h 861281"/>
              <a:gd name="connsiteX1" fmla="*/ 812022 w 1233689"/>
              <a:gd name="connsiteY1" fmla="*/ 782010 h 861281"/>
              <a:gd name="connsiteX2" fmla="*/ 1170828 w 1233689"/>
              <a:gd name="connsiteY2" fmla="*/ 618584 h 861281"/>
              <a:gd name="connsiteX3" fmla="*/ 1169781 w 1233689"/>
              <a:gd name="connsiteY3" fmla="*/ 181005 h 861281"/>
              <a:gd name="connsiteX4" fmla="*/ 450453 w 1233689"/>
              <a:gd name="connsiteY4" fmla="*/ 20699 h 861281"/>
              <a:gd name="connsiteX5" fmla="*/ 10062 w 1233689"/>
              <a:gd name="connsiteY5" fmla="*/ 576828 h 861281"/>
              <a:gd name="connsiteX6" fmla="*/ 538733 w 1233689"/>
              <a:gd name="connsiteY6" fmla="*/ 739489 h 861281"/>
              <a:gd name="connsiteX7" fmla="*/ 619617 w 1233689"/>
              <a:gd name="connsiteY7" fmla="*/ 861281 h 861281"/>
              <a:gd name="connsiteX0" fmla="*/ 619579 w 1239236"/>
              <a:gd name="connsiteY0" fmla="*/ 863398 h 863398"/>
              <a:gd name="connsiteX1" fmla="*/ 811984 w 1239236"/>
              <a:gd name="connsiteY1" fmla="*/ 784127 h 863398"/>
              <a:gd name="connsiteX2" fmla="*/ 1170790 w 1239236"/>
              <a:gd name="connsiteY2" fmla="*/ 620701 h 863398"/>
              <a:gd name="connsiteX3" fmla="*/ 1169743 w 1239236"/>
              <a:gd name="connsiteY3" fmla="*/ 183122 h 863398"/>
              <a:gd name="connsiteX4" fmla="*/ 451887 w 1239236"/>
              <a:gd name="connsiteY4" fmla="*/ 17855 h 863398"/>
              <a:gd name="connsiteX5" fmla="*/ 10024 w 1239236"/>
              <a:gd name="connsiteY5" fmla="*/ 578945 h 863398"/>
              <a:gd name="connsiteX6" fmla="*/ 538695 w 1239236"/>
              <a:gd name="connsiteY6" fmla="*/ 741606 h 863398"/>
              <a:gd name="connsiteX7" fmla="*/ 619579 w 1239236"/>
              <a:gd name="connsiteY7" fmla="*/ 863398 h 863398"/>
              <a:gd name="connsiteX0" fmla="*/ 623569 w 1243226"/>
              <a:gd name="connsiteY0" fmla="*/ 870437 h 870437"/>
              <a:gd name="connsiteX1" fmla="*/ 815974 w 1243226"/>
              <a:gd name="connsiteY1" fmla="*/ 791166 h 870437"/>
              <a:gd name="connsiteX2" fmla="*/ 1174780 w 1243226"/>
              <a:gd name="connsiteY2" fmla="*/ 627740 h 870437"/>
              <a:gd name="connsiteX3" fmla="*/ 1173733 w 1243226"/>
              <a:gd name="connsiteY3" fmla="*/ 190161 h 870437"/>
              <a:gd name="connsiteX4" fmla="*/ 455877 w 1243226"/>
              <a:gd name="connsiteY4" fmla="*/ 24894 h 870437"/>
              <a:gd name="connsiteX5" fmla="*/ 14014 w 1243226"/>
              <a:gd name="connsiteY5" fmla="*/ 585984 h 870437"/>
              <a:gd name="connsiteX6" fmla="*/ 542685 w 1243226"/>
              <a:gd name="connsiteY6" fmla="*/ 748645 h 870437"/>
              <a:gd name="connsiteX7" fmla="*/ 623569 w 1243226"/>
              <a:gd name="connsiteY7" fmla="*/ 870437 h 870437"/>
              <a:gd name="connsiteX0" fmla="*/ 624861 w 1244518"/>
              <a:gd name="connsiteY0" fmla="*/ 869274 h 869274"/>
              <a:gd name="connsiteX1" fmla="*/ 817266 w 1244518"/>
              <a:gd name="connsiteY1" fmla="*/ 790003 h 869274"/>
              <a:gd name="connsiteX2" fmla="*/ 1176072 w 1244518"/>
              <a:gd name="connsiteY2" fmla="*/ 626577 h 869274"/>
              <a:gd name="connsiteX3" fmla="*/ 1175025 w 1244518"/>
              <a:gd name="connsiteY3" fmla="*/ 188998 h 869274"/>
              <a:gd name="connsiteX4" fmla="*/ 457169 w 1244518"/>
              <a:gd name="connsiteY4" fmla="*/ 23731 h 869274"/>
              <a:gd name="connsiteX5" fmla="*/ 15306 w 1244518"/>
              <a:gd name="connsiteY5" fmla="*/ 584821 h 869274"/>
              <a:gd name="connsiteX6" fmla="*/ 543977 w 1244518"/>
              <a:gd name="connsiteY6" fmla="*/ 747482 h 869274"/>
              <a:gd name="connsiteX7" fmla="*/ 624861 w 1244518"/>
              <a:gd name="connsiteY7" fmla="*/ 869274 h 869274"/>
              <a:gd name="connsiteX0" fmla="*/ 619558 w 1235941"/>
              <a:gd name="connsiteY0" fmla="*/ 867295 h 867295"/>
              <a:gd name="connsiteX1" fmla="*/ 811963 w 1235941"/>
              <a:gd name="connsiteY1" fmla="*/ 788024 h 867295"/>
              <a:gd name="connsiteX2" fmla="*/ 1170769 w 1235941"/>
              <a:gd name="connsiteY2" fmla="*/ 624598 h 867295"/>
              <a:gd name="connsiteX3" fmla="*/ 1164738 w 1235941"/>
              <a:gd name="connsiteY3" fmla="*/ 164190 h 867295"/>
              <a:gd name="connsiteX4" fmla="*/ 451866 w 1235941"/>
              <a:gd name="connsiteY4" fmla="*/ 21752 h 867295"/>
              <a:gd name="connsiteX5" fmla="*/ 10003 w 1235941"/>
              <a:gd name="connsiteY5" fmla="*/ 582842 h 867295"/>
              <a:gd name="connsiteX6" fmla="*/ 538674 w 1235941"/>
              <a:gd name="connsiteY6" fmla="*/ 745503 h 867295"/>
              <a:gd name="connsiteX7" fmla="*/ 619558 w 1235941"/>
              <a:gd name="connsiteY7" fmla="*/ 867295 h 867295"/>
              <a:gd name="connsiteX0" fmla="*/ 622435 w 1238818"/>
              <a:gd name="connsiteY0" fmla="*/ 868328 h 868328"/>
              <a:gd name="connsiteX1" fmla="*/ 814840 w 1238818"/>
              <a:gd name="connsiteY1" fmla="*/ 789057 h 868328"/>
              <a:gd name="connsiteX2" fmla="*/ 1173646 w 1238818"/>
              <a:gd name="connsiteY2" fmla="*/ 625631 h 868328"/>
              <a:gd name="connsiteX3" fmla="*/ 1167615 w 1238818"/>
              <a:gd name="connsiteY3" fmla="*/ 165223 h 868328"/>
              <a:gd name="connsiteX4" fmla="*/ 454743 w 1238818"/>
              <a:gd name="connsiteY4" fmla="*/ 22785 h 868328"/>
              <a:gd name="connsiteX5" fmla="*/ 12880 w 1238818"/>
              <a:gd name="connsiteY5" fmla="*/ 583875 h 868328"/>
              <a:gd name="connsiteX6" fmla="*/ 541551 w 1238818"/>
              <a:gd name="connsiteY6" fmla="*/ 746536 h 868328"/>
              <a:gd name="connsiteX7" fmla="*/ 622435 w 1238818"/>
              <a:gd name="connsiteY7" fmla="*/ 868328 h 868328"/>
              <a:gd name="connsiteX0" fmla="*/ 618931 w 1201319"/>
              <a:gd name="connsiteY0" fmla="*/ 879992 h 879992"/>
              <a:gd name="connsiteX1" fmla="*/ 811336 w 1201319"/>
              <a:gd name="connsiteY1" fmla="*/ 800721 h 879992"/>
              <a:gd name="connsiteX2" fmla="*/ 1170142 w 1201319"/>
              <a:gd name="connsiteY2" fmla="*/ 637295 h 879992"/>
              <a:gd name="connsiteX3" fmla="*/ 1164111 w 1201319"/>
              <a:gd name="connsiteY3" fmla="*/ 176887 h 879992"/>
              <a:gd name="connsiteX4" fmla="*/ 1005959 w 1201319"/>
              <a:gd name="connsiteY4" fmla="*/ 73552 h 879992"/>
              <a:gd name="connsiteX5" fmla="*/ 451239 w 1201319"/>
              <a:gd name="connsiteY5" fmla="*/ 34449 h 879992"/>
              <a:gd name="connsiteX6" fmla="*/ 9376 w 1201319"/>
              <a:gd name="connsiteY6" fmla="*/ 595539 h 879992"/>
              <a:gd name="connsiteX7" fmla="*/ 538047 w 1201319"/>
              <a:gd name="connsiteY7" fmla="*/ 758200 h 879992"/>
              <a:gd name="connsiteX8" fmla="*/ 618931 w 1201319"/>
              <a:gd name="connsiteY8" fmla="*/ 879992 h 879992"/>
              <a:gd name="connsiteX0" fmla="*/ 618931 w 1214866"/>
              <a:gd name="connsiteY0" fmla="*/ 879992 h 879992"/>
              <a:gd name="connsiteX1" fmla="*/ 811336 w 1214866"/>
              <a:gd name="connsiteY1" fmla="*/ 800721 h 879992"/>
              <a:gd name="connsiteX2" fmla="*/ 1170142 w 1214866"/>
              <a:gd name="connsiteY2" fmla="*/ 637295 h 879992"/>
              <a:gd name="connsiteX3" fmla="*/ 1164111 w 1214866"/>
              <a:gd name="connsiteY3" fmla="*/ 176887 h 879992"/>
              <a:gd name="connsiteX4" fmla="*/ 1005959 w 1214866"/>
              <a:gd name="connsiteY4" fmla="*/ 73552 h 879992"/>
              <a:gd name="connsiteX5" fmla="*/ 451239 w 1214866"/>
              <a:gd name="connsiteY5" fmla="*/ 34449 h 879992"/>
              <a:gd name="connsiteX6" fmla="*/ 9376 w 1214866"/>
              <a:gd name="connsiteY6" fmla="*/ 595539 h 879992"/>
              <a:gd name="connsiteX7" fmla="*/ 538047 w 1214866"/>
              <a:gd name="connsiteY7" fmla="*/ 758200 h 879992"/>
              <a:gd name="connsiteX8" fmla="*/ 618931 w 1214866"/>
              <a:gd name="connsiteY8" fmla="*/ 879992 h 879992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18871 w 1202016"/>
              <a:gd name="connsiteY0" fmla="*/ 888796 h 888796"/>
              <a:gd name="connsiteX1" fmla="*/ 811276 w 1202016"/>
              <a:gd name="connsiteY1" fmla="*/ 809525 h 888796"/>
              <a:gd name="connsiteX2" fmla="*/ 1170082 w 1202016"/>
              <a:gd name="connsiteY2" fmla="*/ 646099 h 888796"/>
              <a:gd name="connsiteX3" fmla="*/ 1164051 w 1202016"/>
              <a:gd name="connsiteY3" fmla="*/ 185691 h 888796"/>
              <a:gd name="connsiteX4" fmla="*/ 989748 w 1202016"/>
              <a:gd name="connsiteY4" fmla="*/ 54225 h 888796"/>
              <a:gd name="connsiteX5" fmla="*/ 451179 w 1202016"/>
              <a:gd name="connsiteY5" fmla="*/ 43253 h 888796"/>
              <a:gd name="connsiteX6" fmla="*/ 9316 w 1202016"/>
              <a:gd name="connsiteY6" fmla="*/ 604343 h 888796"/>
              <a:gd name="connsiteX7" fmla="*/ 537987 w 1202016"/>
              <a:gd name="connsiteY7" fmla="*/ 767004 h 888796"/>
              <a:gd name="connsiteX8" fmla="*/ 618871 w 1202016"/>
              <a:gd name="connsiteY8" fmla="*/ 888796 h 888796"/>
              <a:gd name="connsiteX0" fmla="*/ 620039 w 1203184"/>
              <a:gd name="connsiteY0" fmla="*/ 874240 h 874240"/>
              <a:gd name="connsiteX1" fmla="*/ 812444 w 1203184"/>
              <a:gd name="connsiteY1" fmla="*/ 794969 h 874240"/>
              <a:gd name="connsiteX2" fmla="*/ 1171250 w 1203184"/>
              <a:gd name="connsiteY2" fmla="*/ 631543 h 874240"/>
              <a:gd name="connsiteX3" fmla="*/ 1165219 w 1203184"/>
              <a:gd name="connsiteY3" fmla="*/ 171135 h 874240"/>
              <a:gd name="connsiteX4" fmla="*/ 990916 w 1203184"/>
              <a:gd name="connsiteY4" fmla="*/ 39669 h 874240"/>
              <a:gd name="connsiteX5" fmla="*/ 406775 w 1203184"/>
              <a:gd name="connsiteY5" fmla="*/ 50168 h 874240"/>
              <a:gd name="connsiteX6" fmla="*/ 10484 w 1203184"/>
              <a:gd name="connsiteY6" fmla="*/ 589787 h 874240"/>
              <a:gd name="connsiteX7" fmla="*/ 539155 w 1203184"/>
              <a:gd name="connsiteY7" fmla="*/ 752448 h 874240"/>
              <a:gd name="connsiteX8" fmla="*/ 620039 w 1203184"/>
              <a:gd name="connsiteY8" fmla="*/ 874240 h 874240"/>
              <a:gd name="connsiteX0" fmla="*/ 620213 w 1203358"/>
              <a:gd name="connsiteY0" fmla="*/ 867642 h 867642"/>
              <a:gd name="connsiteX1" fmla="*/ 812618 w 1203358"/>
              <a:gd name="connsiteY1" fmla="*/ 788371 h 867642"/>
              <a:gd name="connsiteX2" fmla="*/ 1171424 w 1203358"/>
              <a:gd name="connsiteY2" fmla="*/ 624945 h 867642"/>
              <a:gd name="connsiteX3" fmla="*/ 1165393 w 1203358"/>
              <a:gd name="connsiteY3" fmla="*/ 164537 h 867642"/>
              <a:gd name="connsiteX4" fmla="*/ 991090 w 1203358"/>
              <a:gd name="connsiteY4" fmla="*/ 33071 h 867642"/>
              <a:gd name="connsiteX5" fmla="*/ 406949 w 1203358"/>
              <a:gd name="connsiteY5" fmla="*/ 43570 h 867642"/>
              <a:gd name="connsiteX6" fmla="*/ 10658 w 1203358"/>
              <a:gd name="connsiteY6" fmla="*/ 583189 h 867642"/>
              <a:gd name="connsiteX7" fmla="*/ 539329 w 1203358"/>
              <a:gd name="connsiteY7" fmla="*/ 745850 h 867642"/>
              <a:gd name="connsiteX8" fmla="*/ 620213 w 1203358"/>
              <a:gd name="connsiteY8" fmla="*/ 867642 h 867642"/>
              <a:gd name="connsiteX0" fmla="*/ 621220 w 1204365"/>
              <a:gd name="connsiteY0" fmla="*/ 864871 h 864871"/>
              <a:gd name="connsiteX1" fmla="*/ 813625 w 1204365"/>
              <a:gd name="connsiteY1" fmla="*/ 785600 h 864871"/>
              <a:gd name="connsiteX2" fmla="*/ 1172431 w 1204365"/>
              <a:gd name="connsiteY2" fmla="*/ 622174 h 864871"/>
              <a:gd name="connsiteX3" fmla="*/ 1166400 w 1204365"/>
              <a:gd name="connsiteY3" fmla="*/ 161766 h 864871"/>
              <a:gd name="connsiteX4" fmla="*/ 992097 w 1204365"/>
              <a:gd name="connsiteY4" fmla="*/ 30300 h 864871"/>
              <a:gd name="connsiteX5" fmla="*/ 407956 w 1204365"/>
              <a:gd name="connsiteY5" fmla="*/ 40799 h 864871"/>
              <a:gd name="connsiteX6" fmla="*/ 11665 w 1204365"/>
              <a:gd name="connsiteY6" fmla="*/ 580418 h 864871"/>
              <a:gd name="connsiteX7" fmla="*/ 540336 w 1204365"/>
              <a:gd name="connsiteY7" fmla="*/ 743079 h 864871"/>
              <a:gd name="connsiteX8" fmla="*/ 621220 w 1204365"/>
              <a:gd name="connsiteY8" fmla="*/ 864871 h 864871"/>
              <a:gd name="connsiteX0" fmla="*/ 619935 w 1204190"/>
              <a:gd name="connsiteY0" fmla="*/ 873669 h 873669"/>
              <a:gd name="connsiteX1" fmla="*/ 812340 w 1204190"/>
              <a:gd name="connsiteY1" fmla="*/ 794398 h 873669"/>
              <a:gd name="connsiteX2" fmla="*/ 1171146 w 1204190"/>
              <a:gd name="connsiteY2" fmla="*/ 630972 h 873669"/>
              <a:gd name="connsiteX3" fmla="*/ 1165115 w 1204190"/>
              <a:gd name="connsiteY3" fmla="*/ 170564 h 873669"/>
              <a:gd name="connsiteX4" fmla="*/ 967884 w 1204190"/>
              <a:gd name="connsiteY4" fmla="*/ 40405 h 873669"/>
              <a:gd name="connsiteX5" fmla="*/ 406671 w 1204190"/>
              <a:gd name="connsiteY5" fmla="*/ 49597 h 873669"/>
              <a:gd name="connsiteX6" fmla="*/ 10380 w 1204190"/>
              <a:gd name="connsiteY6" fmla="*/ 589216 h 873669"/>
              <a:gd name="connsiteX7" fmla="*/ 539051 w 1204190"/>
              <a:gd name="connsiteY7" fmla="*/ 751877 h 873669"/>
              <a:gd name="connsiteX8" fmla="*/ 619935 w 1204190"/>
              <a:gd name="connsiteY8" fmla="*/ 873669 h 873669"/>
              <a:gd name="connsiteX0" fmla="*/ 628446 w 1212701"/>
              <a:gd name="connsiteY0" fmla="*/ 842371 h 842371"/>
              <a:gd name="connsiteX1" fmla="*/ 820851 w 1212701"/>
              <a:gd name="connsiteY1" fmla="*/ 763100 h 842371"/>
              <a:gd name="connsiteX2" fmla="*/ 1179657 w 1212701"/>
              <a:gd name="connsiteY2" fmla="*/ 599674 h 842371"/>
              <a:gd name="connsiteX3" fmla="*/ 1173626 w 1212701"/>
              <a:gd name="connsiteY3" fmla="*/ 139266 h 842371"/>
              <a:gd name="connsiteX4" fmla="*/ 976395 w 1212701"/>
              <a:gd name="connsiteY4" fmla="*/ 9107 h 842371"/>
              <a:gd name="connsiteX5" fmla="*/ 246714 w 1212701"/>
              <a:gd name="connsiteY5" fmla="*/ 97247 h 842371"/>
              <a:gd name="connsiteX6" fmla="*/ 18891 w 1212701"/>
              <a:gd name="connsiteY6" fmla="*/ 557918 h 842371"/>
              <a:gd name="connsiteX7" fmla="*/ 547562 w 1212701"/>
              <a:gd name="connsiteY7" fmla="*/ 720579 h 842371"/>
              <a:gd name="connsiteX8" fmla="*/ 628446 w 1212701"/>
              <a:gd name="connsiteY8" fmla="*/ 842371 h 842371"/>
              <a:gd name="connsiteX0" fmla="*/ 628446 w 1211895"/>
              <a:gd name="connsiteY0" fmla="*/ 842371 h 842371"/>
              <a:gd name="connsiteX1" fmla="*/ 820851 w 1211895"/>
              <a:gd name="connsiteY1" fmla="*/ 763100 h 842371"/>
              <a:gd name="connsiteX2" fmla="*/ 1178477 w 1211895"/>
              <a:gd name="connsiteY2" fmla="*/ 606951 h 842371"/>
              <a:gd name="connsiteX3" fmla="*/ 1173626 w 1211895"/>
              <a:gd name="connsiteY3" fmla="*/ 139266 h 842371"/>
              <a:gd name="connsiteX4" fmla="*/ 976395 w 1211895"/>
              <a:gd name="connsiteY4" fmla="*/ 9107 h 842371"/>
              <a:gd name="connsiteX5" fmla="*/ 246714 w 1211895"/>
              <a:gd name="connsiteY5" fmla="*/ 97247 h 842371"/>
              <a:gd name="connsiteX6" fmla="*/ 18891 w 1211895"/>
              <a:gd name="connsiteY6" fmla="*/ 557918 h 842371"/>
              <a:gd name="connsiteX7" fmla="*/ 547562 w 1211895"/>
              <a:gd name="connsiteY7" fmla="*/ 720579 h 842371"/>
              <a:gd name="connsiteX8" fmla="*/ 628446 w 1211895"/>
              <a:gd name="connsiteY8" fmla="*/ 842371 h 842371"/>
              <a:gd name="connsiteX0" fmla="*/ 628446 w 1218918"/>
              <a:gd name="connsiteY0" fmla="*/ 842371 h 842371"/>
              <a:gd name="connsiteX1" fmla="*/ 820851 w 1218918"/>
              <a:gd name="connsiteY1" fmla="*/ 763100 h 842371"/>
              <a:gd name="connsiteX2" fmla="*/ 1178477 w 1218918"/>
              <a:gd name="connsiteY2" fmla="*/ 606951 h 842371"/>
              <a:gd name="connsiteX3" fmla="*/ 1173626 w 1218918"/>
              <a:gd name="connsiteY3" fmla="*/ 139266 h 842371"/>
              <a:gd name="connsiteX4" fmla="*/ 976395 w 1218918"/>
              <a:gd name="connsiteY4" fmla="*/ 9107 h 842371"/>
              <a:gd name="connsiteX5" fmla="*/ 246714 w 1218918"/>
              <a:gd name="connsiteY5" fmla="*/ 97247 h 842371"/>
              <a:gd name="connsiteX6" fmla="*/ 18891 w 1218918"/>
              <a:gd name="connsiteY6" fmla="*/ 557918 h 842371"/>
              <a:gd name="connsiteX7" fmla="*/ 547562 w 1218918"/>
              <a:gd name="connsiteY7" fmla="*/ 720579 h 842371"/>
              <a:gd name="connsiteX8" fmla="*/ 628446 w 1218918"/>
              <a:gd name="connsiteY8" fmla="*/ 842371 h 842371"/>
              <a:gd name="connsiteX0" fmla="*/ 628446 w 1223727"/>
              <a:gd name="connsiteY0" fmla="*/ 842371 h 842371"/>
              <a:gd name="connsiteX1" fmla="*/ 820851 w 1223727"/>
              <a:gd name="connsiteY1" fmla="*/ 763100 h 842371"/>
              <a:gd name="connsiteX2" fmla="*/ 1178477 w 1223727"/>
              <a:gd name="connsiteY2" fmla="*/ 606951 h 842371"/>
              <a:gd name="connsiteX3" fmla="*/ 1173626 w 1223727"/>
              <a:gd name="connsiteY3" fmla="*/ 139266 h 842371"/>
              <a:gd name="connsiteX4" fmla="*/ 976395 w 1223727"/>
              <a:gd name="connsiteY4" fmla="*/ 9107 h 842371"/>
              <a:gd name="connsiteX5" fmla="*/ 246714 w 1223727"/>
              <a:gd name="connsiteY5" fmla="*/ 97247 h 842371"/>
              <a:gd name="connsiteX6" fmla="*/ 18891 w 1223727"/>
              <a:gd name="connsiteY6" fmla="*/ 557918 h 842371"/>
              <a:gd name="connsiteX7" fmla="*/ 547562 w 1223727"/>
              <a:gd name="connsiteY7" fmla="*/ 720579 h 842371"/>
              <a:gd name="connsiteX8" fmla="*/ 628446 w 1223727"/>
              <a:gd name="connsiteY8" fmla="*/ 842371 h 842371"/>
              <a:gd name="connsiteX0" fmla="*/ 628446 w 1232687"/>
              <a:gd name="connsiteY0" fmla="*/ 842371 h 842371"/>
              <a:gd name="connsiteX1" fmla="*/ 820851 w 1232687"/>
              <a:gd name="connsiteY1" fmla="*/ 763100 h 842371"/>
              <a:gd name="connsiteX2" fmla="*/ 1178477 w 1232687"/>
              <a:gd name="connsiteY2" fmla="*/ 606951 h 842371"/>
              <a:gd name="connsiteX3" fmla="*/ 1188606 w 1232687"/>
              <a:gd name="connsiteY3" fmla="*/ 158133 h 842371"/>
              <a:gd name="connsiteX4" fmla="*/ 976395 w 1232687"/>
              <a:gd name="connsiteY4" fmla="*/ 9107 h 842371"/>
              <a:gd name="connsiteX5" fmla="*/ 246714 w 1232687"/>
              <a:gd name="connsiteY5" fmla="*/ 97247 h 842371"/>
              <a:gd name="connsiteX6" fmla="*/ 18891 w 1232687"/>
              <a:gd name="connsiteY6" fmla="*/ 557918 h 842371"/>
              <a:gd name="connsiteX7" fmla="*/ 547562 w 1232687"/>
              <a:gd name="connsiteY7" fmla="*/ 720579 h 842371"/>
              <a:gd name="connsiteX8" fmla="*/ 628446 w 1232687"/>
              <a:gd name="connsiteY8" fmla="*/ 842371 h 842371"/>
              <a:gd name="connsiteX0" fmla="*/ 628446 w 1238631"/>
              <a:gd name="connsiteY0" fmla="*/ 842371 h 842371"/>
              <a:gd name="connsiteX1" fmla="*/ 820851 w 1238631"/>
              <a:gd name="connsiteY1" fmla="*/ 763100 h 842371"/>
              <a:gd name="connsiteX2" fmla="*/ 1178477 w 1238631"/>
              <a:gd name="connsiteY2" fmla="*/ 606951 h 842371"/>
              <a:gd name="connsiteX3" fmla="*/ 1197715 w 1238631"/>
              <a:gd name="connsiteY3" fmla="*/ 163763 h 842371"/>
              <a:gd name="connsiteX4" fmla="*/ 976395 w 1238631"/>
              <a:gd name="connsiteY4" fmla="*/ 9107 h 842371"/>
              <a:gd name="connsiteX5" fmla="*/ 246714 w 1238631"/>
              <a:gd name="connsiteY5" fmla="*/ 97247 h 842371"/>
              <a:gd name="connsiteX6" fmla="*/ 18891 w 1238631"/>
              <a:gd name="connsiteY6" fmla="*/ 557918 h 842371"/>
              <a:gd name="connsiteX7" fmla="*/ 547562 w 1238631"/>
              <a:gd name="connsiteY7" fmla="*/ 720579 h 842371"/>
              <a:gd name="connsiteX8" fmla="*/ 628446 w 1238631"/>
              <a:gd name="connsiteY8" fmla="*/ 842371 h 842371"/>
              <a:gd name="connsiteX0" fmla="*/ 632386 w 1242571"/>
              <a:gd name="connsiteY0" fmla="*/ 846766 h 846766"/>
              <a:gd name="connsiteX1" fmla="*/ 824791 w 1242571"/>
              <a:gd name="connsiteY1" fmla="*/ 767495 h 846766"/>
              <a:gd name="connsiteX2" fmla="*/ 1182417 w 1242571"/>
              <a:gd name="connsiteY2" fmla="*/ 611346 h 846766"/>
              <a:gd name="connsiteX3" fmla="*/ 1201655 w 1242571"/>
              <a:gd name="connsiteY3" fmla="*/ 168158 h 846766"/>
              <a:gd name="connsiteX4" fmla="*/ 980335 w 1242571"/>
              <a:gd name="connsiteY4" fmla="*/ 13502 h 846766"/>
              <a:gd name="connsiteX5" fmla="*/ 250654 w 1242571"/>
              <a:gd name="connsiteY5" fmla="*/ 101642 h 846766"/>
              <a:gd name="connsiteX6" fmla="*/ 22831 w 1242571"/>
              <a:gd name="connsiteY6" fmla="*/ 562313 h 846766"/>
              <a:gd name="connsiteX7" fmla="*/ 551502 w 1242571"/>
              <a:gd name="connsiteY7" fmla="*/ 724974 h 846766"/>
              <a:gd name="connsiteX8" fmla="*/ 632386 w 1242571"/>
              <a:gd name="connsiteY8" fmla="*/ 846766 h 846766"/>
              <a:gd name="connsiteX0" fmla="*/ 633056 w 1243241"/>
              <a:gd name="connsiteY0" fmla="*/ 846832 h 846832"/>
              <a:gd name="connsiteX1" fmla="*/ 825461 w 1243241"/>
              <a:gd name="connsiteY1" fmla="*/ 767561 h 846832"/>
              <a:gd name="connsiteX2" fmla="*/ 1183087 w 1243241"/>
              <a:gd name="connsiteY2" fmla="*/ 611412 h 846832"/>
              <a:gd name="connsiteX3" fmla="*/ 1202325 w 1243241"/>
              <a:gd name="connsiteY3" fmla="*/ 168224 h 846832"/>
              <a:gd name="connsiteX4" fmla="*/ 981005 w 1243241"/>
              <a:gd name="connsiteY4" fmla="*/ 13568 h 846832"/>
              <a:gd name="connsiteX5" fmla="*/ 245994 w 1243241"/>
              <a:gd name="connsiteY5" fmla="*/ 86692 h 846832"/>
              <a:gd name="connsiteX6" fmla="*/ 23501 w 1243241"/>
              <a:gd name="connsiteY6" fmla="*/ 562379 h 846832"/>
              <a:gd name="connsiteX7" fmla="*/ 552172 w 1243241"/>
              <a:gd name="connsiteY7" fmla="*/ 725040 h 846832"/>
              <a:gd name="connsiteX8" fmla="*/ 633056 w 1243241"/>
              <a:gd name="connsiteY8" fmla="*/ 846832 h 846832"/>
              <a:gd name="connsiteX0" fmla="*/ 633056 w 1243241"/>
              <a:gd name="connsiteY0" fmla="*/ 848503 h 848503"/>
              <a:gd name="connsiteX1" fmla="*/ 825461 w 1243241"/>
              <a:gd name="connsiteY1" fmla="*/ 769232 h 848503"/>
              <a:gd name="connsiteX2" fmla="*/ 1183087 w 1243241"/>
              <a:gd name="connsiteY2" fmla="*/ 613083 h 848503"/>
              <a:gd name="connsiteX3" fmla="*/ 1202325 w 1243241"/>
              <a:gd name="connsiteY3" fmla="*/ 169895 h 848503"/>
              <a:gd name="connsiteX4" fmla="*/ 981005 w 1243241"/>
              <a:gd name="connsiteY4" fmla="*/ 15239 h 848503"/>
              <a:gd name="connsiteX5" fmla="*/ 245994 w 1243241"/>
              <a:gd name="connsiteY5" fmla="*/ 88363 h 848503"/>
              <a:gd name="connsiteX6" fmla="*/ 23501 w 1243241"/>
              <a:gd name="connsiteY6" fmla="*/ 564050 h 848503"/>
              <a:gd name="connsiteX7" fmla="*/ 552172 w 1243241"/>
              <a:gd name="connsiteY7" fmla="*/ 726711 h 848503"/>
              <a:gd name="connsiteX8" fmla="*/ 633056 w 1243241"/>
              <a:gd name="connsiteY8" fmla="*/ 848503 h 848503"/>
              <a:gd name="connsiteX0" fmla="*/ 633056 w 1243241"/>
              <a:gd name="connsiteY0" fmla="*/ 852489 h 852489"/>
              <a:gd name="connsiteX1" fmla="*/ 825461 w 1243241"/>
              <a:gd name="connsiteY1" fmla="*/ 773218 h 852489"/>
              <a:gd name="connsiteX2" fmla="*/ 1183087 w 1243241"/>
              <a:gd name="connsiteY2" fmla="*/ 617069 h 852489"/>
              <a:gd name="connsiteX3" fmla="*/ 1202325 w 1243241"/>
              <a:gd name="connsiteY3" fmla="*/ 173881 h 852489"/>
              <a:gd name="connsiteX4" fmla="*/ 981005 w 1243241"/>
              <a:gd name="connsiteY4" fmla="*/ 19225 h 852489"/>
              <a:gd name="connsiteX5" fmla="*/ 245994 w 1243241"/>
              <a:gd name="connsiteY5" fmla="*/ 92349 h 852489"/>
              <a:gd name="connsiteX6" fmla="*/ 23501 w 1243241"/>
              <a:gd name="connsiteY6" fmla="*/ 568036 h 852489"/>
              <a:gd name="connsiteX7" fmla="*/ 552172 w 1243241"/>
              <a:gd name="connsiteY7" fmla="*/ 730697 h 852489"/>
              <a:gd name="connsiteX8" fmla="*/ 633056 w 1243241"/>
              <a:gd name="connsiteY8" fmla="*/ 852489 h 852489"/>
              <a:gd name="connsiteX0" fmla="*/ 633056 w 1238870"/>
              <a:gd name="connsiteY0" fmla="*/ 852489 h 852489"/>
              <a:gd name="connsiteX1" fmla="*/ 825461 w 1238870"/>
              <a:gd name="connsiteY1" fmla="*/ 773218 h 852489"/>
              <a:gd name="connsiteX2" fmla="*/ 1183087 w 1238870"/>
              <a:gd name="connsiteY2" fmla="*/ 617069 h 852489"/>
              <a:gd name="connsiteX3" fmla="*/ 1202325 w 1238870"/>
              <a:gd name="connsiteY3" fmla="*/ 173881 h 852489"/>
              <a:gd name="connsiteX4" fmla="*/ 981005 w 1238870"/>
              <a:gd name="connsiteY4" fmla="*/ 19225 h 852489"/>
              <a:gd name="connsiteX5" fmla="*/ 245994 w 1238870"/>
              <a:gd name="connsiteY5" fmla="*/ 92349 h 852489"/>
              <a:gd name="connsiteX6" fmla="*/ 23501 w 1238870"/>
              <a:gd name="connsiteY6" fmla="*/ 568036 h 852489"/>
              <a:gd name="connsiteX7" fmla="*/ 552172 w 1238870"/>
              <a:gd name="connsiteY7" fmla="*/ 730697 h 852489"/>
              <a:gd name="connsiteX8" fmla="*/ 633056 w 1238870"/>
              <a:gd name="connsiteY8" fmla="*/ 852489 h 852489"/>
              <a:gd name="connsiteX0" fmla="*/ 633056 w 1237972"/>
              <a:gd name="connsiteY0" fmla="*/ 852489 h 852489"/>
              <a:gd name="connsiteX1" fmla="*/ 825461 w 1237972"/>
              <a:gd name="connsiteY1" fmla="*/ 773218 h 852489"/>
              <a:gd name="connsiteX2" fmla="*/ 1183087 w 1237972"/>
              <a:gd name="connsiteY2" fmla="*/ 617069 h 852489"/>
              <a:gd name="connsiteX3" fmla="*/ 1202325 w 1237972"/>
              <a:gd name="connsiteY3" fmla="*/ 173881 h 852489"/>
              <a:gd name="connsiteX4" fmla="*/ 981005 w 1237972"/>
              <a:gd name="connsiteY4" fmla="*/ 19225 h 852489"/>
              <a:gd name="connsiteX5" fmla="*/ 245994 w 1237972"/>
              <a:gd name="connsiteY5" fmla="*/ 92349 h 852489"/>
              <a:gd name="connsiteX6" fmla="*/ 23501 w 1237972"/>
              <a:gd name="connsiteY6" fmla="*/ 568036 h 852489"/>
              <a:gd name="connsiteX7" fmla="*/ 552172 w 1237972"/>
              <a:gd name="connsiteY7" fmla="*/ 730697 h 852489"/>
              <a:gd name="connsiteX8" fmla="*/ 633056 w 1237972"/>
              <a:gd name="connsiteY8" fmla="*/ 852489 h 852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7972" h="852489">
                <a:moveTo>
                  <a:pt x="633056" y="852489"/>
                </a:moveTo>
                <a:cubicBezTo>
                  <a:pt x="716495" y="841059"/>
                  <a:pt x="733789" y="812455"/>
                  <a:pt x="825461" y="773218"/>
                </a:cubicBezTo>
                <a:cubicBezTo>
                  <a:pt x="917133" y="733981"/>
                  <a:pt x="1120276" y="716959"/>
                  <a:pt x="1183087" y="617069"/>
                </a:cubicBezTo>
                <a:cubicBezTo>
                  <a:pt x="1245898" y="517180"/>
                  <a:pt x="1258148" y="283568"/>
                  <a:pt x="1202325" y="173881"/>
                </a:cubicBezTo>
                <a:cubicBezTo>
                  <a:pt x="1146502" y="64194"/>
                  <a:pt x="1083676" y="36572"/>
                  <a:pt x="981005" y="19225"/>
                </a:cubicBezTo>
                <a:cubicBezTo>
                  <a:pt x="823274" y="-7425"/>
                  <a:pt x="446352" y="-23746"/>
                  <a:pt x="245994" y="92349"/>
                </a:cubicBezTo>
                <a:cubicBezTo>
                  <a:pt x="45636" y="208444"/>
                  <a:pt x="-47145" y="246094"/>
                  <a:pt x="23501" y="568036"/>
                </a:cubicBezTo>
                <a:cubicBezTo>
                  <a:pt x="51046" y="756743"/>
                  <a:pt x="510357" y="722029"/>
                  <a:pt x="552172" y="730697"/>
                </a:cubicBezTo>
                <a:cubicBezTo>
                  <a:pt x="733623" y="767368"/>
                  <a:pt x="633056" y="852489"/>
                  <a:pt x="633056" y="852489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0FF0C0-FC1A-4C5B-9FE5-09BA33FF7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6392" y="1398181"/>
            <a:ext cx="7134446" cy="2870791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89092-15F8-4341-8D94-9E799301C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0835" y="5135527"/>
            <a:ext cx="4397164" cy="1057938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328B-E858-4921-99C2-3B0BE172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81296-9B7B-4EF3-89B3-8B33E607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FE59-6CD1-4D0F-8A06-10CA2D38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3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C77D-9BA0-4A3B-B823-2059DC3C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811DB-C16F-4CED-97C6-73ABD71F3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4D3C-7343-4DD7-B816-0D4D66BD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409C8-4D7C-40EE-A12E-59CB555C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22D5-7193-4F59-83B4-3C19E8B1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4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BEFA1-A4AB-4CF4-B02E-57AAED57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971" y="1709738"/>
            <a:ext cx="9165772" cy="296327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B406C-F19A-4393-9AD1-A300A7E45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1971" y="4875028"/>
            <a:ext cx="9165772" cy="1052623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D7AE7-47F6-4023-8D44-8BA1DAB0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32FC-A974-44FC-9804-F871EE51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9ADE9-F40E-4E3B-AB8D-68CB1F48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70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D816-3E01-4EFD-AD9C-783D674D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53D69-34A7-451D-A902-5F6CD1334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0722" y="2095500"/>
            <a:ext cx="4999077" cy="3973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1E0E2-7D34-48E0-8795-546D2F00E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056" y="2095500"/>
            <a:ext cx="5072743" cy="3973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05476-6B6D-4BA3-919B-5335D642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B6D41-07E2-4F6D-BB39-217957FE7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0CA9C-BFED-484F-B765-EA8CE4B4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5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4AD2-5208-4201-90A7-F9618761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02129"/>
            <a:ext cx="10326688" cy="11256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3FF53-BE24-42E9-BA12-BC5863CBF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1827804"/>
            <a:ext cx="4968875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84776-6678-4D27-9BE9-5D83FC9E8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8700" y="2642191"/>
            <a:ext cx="4968875" cy="34024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CA2E2-5B30-43B4-8FCD-23015451F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1054" y="1827804"/>
            <a:ext cx="5087034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7B7A1-E670-4E7E-AEBA-340893DE8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1054" y="2642191"/>
            <a:ext cx="5087034" cy="34024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4D3AE-982A-4CC3-8456-4D4B0E35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E3087-09F9-4436-8236-8693EA49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413CB-0E24-4F96-AF8C-EE269ACCE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2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CAD1C-D319-4A48-8DF9-50699231C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D0181-83E0-4AB1-B372-24D6C075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0352C-6317-4DD0-84C4-AE7DDAC5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8F340C5-9EBB-43D9-91F5-F767DBD59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492880">
            <a:off x="2401240" y="1130240"/>
            <a:ext cx="8982171" cy="5009917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  <a:gd name="connsiteX0" fmla="*/ 410902 w 1087836"/>
              <a:gd name="connsiteY0" fmla="*/ 719810 h 719810"/>
              <a:gd name="connsiteX1" fmla="*/ 556253 w 1087836"/>
              <a:gd name="connsiteY1" fmla="*/ 631133 h 719810"/>
              <a:gd name="connsiteX2" fmla="*/ 947069 w 1087836"/>
              <a:gd name="connsiteY2" fmla="*/ 542739 h 719810"/>
              <a:gd name="connsiteX3" fmla="*/ 1080795 w 1087836"/>
              <a:gd name="connsiteY3" fmla="*/ 251657 h 719810"/>
              <a:gd name="connsiteX4" fmla="*/ 800760 w 1087836"/>
              <a:gd name="connsiteY4" fmla="*/ 6 h 719810"/>
              <a:gd name="connsiteX5" fmla="*/ 5261 w 1087836"/>
              <a:gd name="connsiteY5" fmla="*/ 248982 h 719810"/>
              <a:gd name="connsiteX6" fmla="*/ 343560 w 1087836"/>
              <a:gd name="connsiteY6" fmla="*/ 645039 h 719810"/>
              <a:gd name="connsiteX7" fmla="*/ 410902 w 1087836"/>
              <a:gd name="connsiteY7" fmla="*/ 719810 h 719810"/>
              <a:gd name="connsiteX0" fmla="*/ 412791 w 1089725"/>
              <a:gd name="connsiteY0" fmla="*/ 726835 h 726835"/>
              <a:gd name="connsiteX1" fmla="*/ 558142 w 1089725"/>
              <a:gd name="connsiteY1" fmla="*/ 638158 h 726835"/>
              <a:gd name="connsiteX2" fmla="*/ 948958 w 1089725"/>
              <a:gd name="connsiteY2" fmla="*/ 549764 h 726835"/>
              <a:gd name="connsiteX3" fmla="*/ 1082684 w 1089725"/>
              <a:gd name="connsiteY3" fmla="*/ 258682 h 726835"/>
              <a:gd name="connsiteX4" fmla="*/ 802649 w 1089725"/>
              <a:gd name="connsiteY4" fmla="*/ 7031 h 726835"/>
              <a:gd name="connsiteX5" fmla="*/ 171027 w 1089725"/>
              <a:gd name="connsiteY5" fmla="*/ 85967 h 726835"/>
              <a:gd name="connsiteX6" fmla="*/ 7150 w 1089725"/>
              <a:gd name="connsiteY6" fmla="*/ 256007 h 726835"/>
              <a:gd name="connsiteX7" fmla="*/ 345449 w 1089725"/>
              <a:gd name="connsiteY7" fmla="*/ 652064 h 726835"/>
              <a:gd name="connsiteX8" fmla="*/ 412791 w 1089725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7340 w 1084274"/>
              <a:gd name="connsiteY0" fmla="*/ 726835 h 726835"/>
              <a:gd name="connsiteX1" fmla="*/ 552691 w 1084274"/>
              <a:gd name="connsiteY1" fmla="*/ 638158 h 726835"/>
              <a:gd name="connsiteX2" fmla="*/ 943507 w 1084274"/>
              <a:gd name="connsiteY2" fmla="*/ 549764 h 726835"/>
              <a:gd name="connsiteX3" fmla="*/ 1077233 w 1084274"/>
              <a:gd name="connsiteY3" fmla="*/ 258682 h 726835"/>
              <a:gd name="connsiteX4" fmla="*/ 797198 w 1084274"/>
              <a:gd name="connsiteY4" fmla="*/ 7031 h 726835"/>
              <a:gd name="connsiteX5" fmla="*/ 165576 w 1084274"/>
              <a:gd name="connsiteY5" fmla="*/ 85967 h 726835"/>
              <a:gd name="connsiteX6" fmla="*/ 5798 w 1084274"/>
              <a:gd name="connsiteY6" fmla="*/ 285590 h 726835"/>
              <a:gd name="connsiteX7" fmla="*/ 339998 w 1084274"/>
              <a:gd name="connsiteY7" fmla="*/ 652064 h 726835"/>
              <a:gd name="connsiteX8" fmla="*/ 407340 w 1084274"/>
              <a:gd name="connsiteY8" fmla="*/ 726835 h 726835"/>
              <a:gd name="connsiteX0" fmla="*/ 405193 w 1082127"/>
              <a:gd name="connsiteY0" fmla="*/ 726835 h 726835"/>
              <a:gd name="connsiteX1" fmla="*/ 550544 w 1082127"/>
              <a:gd name="connsiteY1" fmla="*/ 638158 h 726835"/>
              <a:gd name="connsiteX2" fmla="*/ 941360 w 1082127"/>
              <a:gd name="connsiteY2" fmla="*/ 549764 h 726835"/>
              <a:gd name="connsiteX3" fmla="*/ 1075086 w 1082127"/>
              <a:gd name="connsiteY3" fmla="*/ 258682 h 726835"/>
              <a:gd name="connsiteX4" fmla="*/ 795051 w 1082127"/>
              <a:gd name="connsiteY4" fmla="*/ 7031 h 726835"/>
              <a:gd name="connsiteX5" fmla="*/ 163429 w 1082127"/>
              <a:gd name="connsiteY5" fmla="*/ 85967 h 726835"/>
              <a:gd name="connsiteX6" fmla="*/ 5959 w 1082127"/>
              <a:gd name="connsiteY6" fmla="*/ 336874 h 726835"/>
              <a:gd name="connsiteX7" fmla="*/ 337851 w 1082127"/>
              <a:gd name="connsiteY7" fmla="*/ 652064 h 726835"/>
              <a:gd name="connsiteX8" fmla="*/ 405193 w 1082127"/>
              <a:gd name="connsiteY8" fmla="*/ 726835 h 726835"/>
              <a:gd name="connsiteX0" fmla="*/ 405097 w 1082031"/>
              <a:gd name="connsiteY0" fmla="*/ 727553 h 727553"/>
              <a:gd name="connsiteX1" fmla="*/ 550448 w 1082031"/>
              <a:gd name="connsiteY1" fmla="*/ 638876 h 727553"/>
              <a:gd name="connsiteX2" fmla="*/ 941264 w 1082031"/>
              <a:gd name="connsiteY2" fmla="*/ 550482 h 727553"/>
              <a:gd name="connsiteX3" fmla="*/ 1074990 w 1082031"/>
              <a:gd name="connsiteY3" fmla="*/ 259400 h 727553"/>
              <a:gd name="connsiteX4" fmla="*/ 794955 w 1082031"/>
              <a:gd name="connsiteY4" fmla="*/ 7749 h 727553"/>
              <a:gd name="connsiteX5" fmla="*/ 164686 w 1082031"/>
              <a:gd name="connsiteY5" fmla="*/ 81610 h 727553"/>
              <a:gd name="connsiteX6" fmla="*/ 5863 w 1082031"/>
              <a:gd name="connsiteY6" fmla="*/ 337592 h 727553"/>
              <a:gd name="connsiteX7" fmla="*/ 337755 w 1082031"/>
              <a:gd name="connsiteY7" fmla="*/ 652782 h 727553"/>
              <a:gd name="connsiteX8" fmla="*/ 405097 w 1082031"/>
              <a:gd name="connsiteY8" fmla="*/ 727553 h 727553"/>
              <a:gd name="connsiteX0" fmla="*/ 427815 w 1104749"/>
              <a:gd name="connsiteY0" fmla="*/ 727553 h 727553"/>
              <a:gd name="connsiteX1" fmla="*/ 573166 w 1104749"/>
              <a:gd name="connsiteY1" fmla="*/ 638876 h 727553"/>
              <a:gd name="connsiteX2" fmla="*/ 963982 w 1104749"/>
              <a:gd name="connsiteY2" fmla="*/ 550482 h 727553"/>
              <a:gd name="connsiteX3" fmla="*/ 1097708 w 1104749"/>
              <a:gd name="connsiteY3" fmla="*/ 259400 h 727553"/>
              <a:gd name="connsiteX4" fmla="*/ 817673 w 1104749"/>
              <a:gd name="connsiteY4" fmla="*/ 7749 h 727553"/>
              <a:gd name="connsiteX5" fmla="*/ 187404 w 1104749"/>
              <a:gd name="connsiteY5" fmla="*/ 81610 h 727553"/>
              <a:gd name="connsiteX6" fmla="*/ 4537 w 1104749"/>
              <a:gd name="connsiteY6" fmla="*/ 344274 h 727553"/>
              <a:gd name="connsiteX7" fmla="*/ 360473 w 1104749"/>
              <a:gd name="connsiteY7" fmla="*/ 652782 h 727553"/>
              <a:gd name="connsiteX8" fmla="*/ 427815 w 1104749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37503 w 1114437"/>
              <a:gd name="connsiteY0" fmla="*/ 727553 h 727553"/>
              <a:gd name="connsiteX1" fmla="*/ 582854 w 1114437"/>
              <a:gd name="connsiteY1" fmla="*/ 638876 h 727553"/>
              <a:gd name="connsiteX2" fmla="*/ 973670 w 1114437"/>
              <a:gd name="connsiteY2" fmla="*/ 550482 h 727553"/>
              <a:gd name="connsiteX3" fmla="*/ 1107396 w 1114437"/>
              <a:gd name="connsiteY3" fmla="*/ 259400 h 727553"/>
              <a:gd name="connsiteX4" fmla="*/ 827361 w 1114437"/>
              <a:gd name="connsiteY4" fmla="*/ 7749 h 727553"/>
              <a:gd name="connsiteX5" fmla="*/ 197092 w 1114437"/>
              <a:gd name="connsiteY5" fmla="*/ 81610 h 727553"/>
              <a:gd name="connsiteX6" fmla="*/ 0 w 1114437"/>
              <a:gd name="connsiteY6" fmla="*/ 341962 h 727553"/>
              <a:gd name="connsiteX7" fmla="*/ 370161 w 1114437"/>
              <a:gd name="connsiteY7" fmla="*/ 652782 h 727553"/>
              <a:gd name="connsiteX8" fmla="*/ 437503 w 1114437"/>
              <a:gd name="connsiteY8" fmla="*/ 727553 h 727553"/>
              <a:gd name="connsiteX0" fmla="*/ 463684 w 1140618"/>
              <a:gd name="connsiteY0" fmla="*/ 727553 h 727553"/>
              <a:gd name="connsiteX1" fmla="*/ 609035 w 1140618"/>
              <a:gd name="connsiteY1" fmla="*/ 638876 h 727553"/>
              <a:gd name="connsiteX2" fmla="*/ 999851 w 1140618"/>
              <a:gd name="connsiteY2" fmla="*/ 550482 h 727553"/>
              <a:gd name="connsiteX3" fmla="*/ 1133577 w 1140618"/>
              <a:gd name="connsiteY3" fmla="*/ 259400 h 727553"/>
              <a:gd name="connsiteX4" fmla="*/ 853542 w 1140618"/>
              <a:gd name="connsiteY4" fmla="*/ 7749 h 727553"/>
              <a:gd name="connsiteX5" fmla="*/ 223273 w 1140618"/>
              <a:gd name="connsiteY5" fmla="*/ 81610 h 727553"/>
              <a:gd name="connsiteX6" fmla="*/ 0 w 1140618"/>
              <a:gd name="connsiteY6" fmla="*/ 343816 h 727553"/>
              <a:gd name="connsiteX7" fmla="*/ 396342 w 1140618"/>
              <a:gd name="connsiteY7" fmla="*/ 652782 h 727553"/>
              <a:gd name="connsiteX8" fmla="*/ 463684 w 1140618"/>
              <a:gd name="connsiteY8" fmla="*/ 727553 h 727553"/>
              <a:gd name="connsiteX0" fmla="*/ 463684 w 1140714"/>
              <a:gd name="connsiteY0" fmla="*/ 719277 h 719277"/>
              <a:gd name="connsiteX1" fmla="*/ 609035 w 1140714"/>
              <a:gd name="connsiteY1" fmla="*/ 630600 h 719277"/>
              <a:gd name="connsiteX2" fmla="*/ 999851 w 1140714"/>
              <a:gd name="connsiteY2" fmla="*/ 542206 h 719277"/>
              <a:gd name="connsiteX3" fmla="*/ 1133577 w 1140714"/>
              <a:gd name="connsiteY3" fmla="*/ 251124 h 719277"/>
              <a:gd name="connsiteX4" fmla="*/ 852002 w 1140714"/>
              <a:gd name="connsiteY4" fmla="*/ 8636 h 719277"/>
              <a:gd name="connsiteX5" fmla="*/ 223273 w 1140714"/>
              <a:gd name="connsiteY5" fmla="*/ 73334 h 719277"/>
              <a:gd name="connsiteX6" fmla="*/ 0 w 1140714"/>
              <a:gd name="connsiteY6" fmla="*/ 335540 h 719277"/>
              <a:gd name="connsiteX7" fmla="*/ 396342 w 1140714"/>
              <a:gd name="connsiteY7" fmla="*/ 644506 h 719277"/>
              <a:gd name="connsiteX8" fmla="*/ 463684 w 1140714"/>
              <a:gd name="connsiteY8" fmla="*/ 719277 h 719277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6732"/>
              <a:gd name="connsiteY0" fmla="*/ 721380 h 721380"/>
              <a:gd name="connsiteX1" fmla="*/ 610575 w 1136732"/>
              <a:gd name="connsiteY1" fmla="*/ 643699 h 721380"/>
              <a:gd name="connsiteX2" fmla="*/ 999851 w 1136732"/>
              <a:gd name="connsiteY2" fmla="*/ 544309 h 721380"/>
              <a:gd name="connsiteX3" fmla="*/ 1133577 w 1136732"/>
              <a:gd name="connsiteY3" fmla="*/ 253227 h 721380"/>
              <a:gd name="connsiteX4" fmla="*/ 852002 w 1136732"/>
              <a:gd name="connsiteY4" fmla="*/ 10739 h 721380"/>
              <a:gd name="connsiteX5" fmla="*/ 223273 w 1136732"/>
              <a:gd name="connsiteY5" fmla="*/ 64441 h 721380"/>
              <a:gd name="connsiteX6" fmla="*/ 0 w 1136732"/>
              <a:gd name="connsiteY6" fmla="*/ 337643 h 721380"/>
              <a:gd name="connsiteX7" fmla="*/ 396342 w 1136732"/>
              <a:gd name="connsiteY7" fmla="*/ 646609 h 721380"/>
              <a:gd name="connsiteX8" fmla="*/ 463684 w 1136732"/>
              <a:gd name="connsiteY8" fmla="*/ 721380 h 721380"/>
              <a:gd name="connsiteX0" fmla="*/ 463684 w 1121891"/>
              <a:gd name="connsiteY0" fmla="*/ 721255 h 721255"/>
              <a:gd name="connsiteX1" fmla="*/ 610575 w 1121891"/>
              <a:gd name="connsiteY1" fmla="*/ 643574 h 721255"/>
              <a:gd name="connsiteX2" fmla="*/ 999851 w 1121891"/>
              <a:gd name="connsiteY2" fmla="*/ 544184 h 721255"/>
              <a:gd name="connsiteX3" fmla="*/ 1118177 w 1121891"/>
              <a:gd name="connsiteY3" fmla="*/ 251269 h 721255"/>
              <a:gd name="connsiteX4" fmla="*/ 852002 w 1121891"/>
              <a:gd name="connsiteY4" fmla="*/ 10614 h 721255"/>
              <a:gd name="connsiteX5" fmla="*/ 223273 w 1121891"/>
              <a:gd name="connsiteY5" fmla="*/ 64316 h 721255"/>
              <a:gd name="connsiteX6" fmla="*/ 0 w 1121891"/>
              <a:gd name="connsiteY6" fmla="*/ 337518 h 721255"/>
              <a:gd name="connsiteX7" fmla="*/ 396342 w 1121891"/>
              <a:gd name="connsiteY7" fmla="*/ 646484 h 721255"/>
              <a:gd name="connsiteX8" fmla="*/ 463684 w 1121891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354"/>
              <a:gd name="connsiteY0" fmla="*/ 721255 h 721255"/>
              <a:gd name="connsiteX1" fmla="*/ 610575 w 1123354"/>
              <a:gd name="connsiteY1" fmla="*/ 643574 h 721255"/>
              <a:gd name="connsiteX2" fmla="*/ 999851 w 1123354"/>
              <a:gd name="connsiteY2" fmla="*/ 549682 h 721255"/>
              <a:gd name="connsiteX3" fmla="*/ 1118177 w 1123354"/>
              <a:gd name="connsiteY3" fmla="*/ 251269 h 721255"/>
              <a:gd name="connsiteX4" fmla="*/ 852002 w 1123354"/>
              <a:gd name="connsiteY4" fmla="*/ 10614 h 721255"/>
              <a:gd name="connsiteX5" fmla="*/ 223273 w 1123354"/>
              <a:gd name="connsiteY5" fmla="*/ 64316 h 721255"/>
              <a:gd name="connsiteX6" fmla="*/ 0 w 1123354"/>
              <a:gd name="connsiteY6" fmla="*/ 337518 h 721255"/>
              <a:gd name="connsiteX7" fmla="*/ 396342 w 1123354"/>
              <a:gd name="connsiteY7" fmla="*/ 646484 h 721255"/>
              <a:gd name="connsiteX8" fmla="*/ 463684 w 1123354"/>
              <a:gd name="connsiteY8" fmla="*/ 721255 h 721255"/>
              <a:gd name="connsiteX0" fmla="*/ 411324 w 1070994"/>
              <a:gd name="connsiteY0" fmla="*/ 721255 h 721255"/>
              <a:gd name="connsiteX1" fmla="*/ 558215 w 1070994"/>
              <a:gd name="connsiteY1" fmla="*/ 643574 h 721255"/>
              <a:gd name="connsiteX2" fmla="*/ 947491 w 1070994"/>
              <a:gd name="connsiteY2" fmla="*/ 549682 h 721255"/>
              <a:gd name="connsiteX3" fmla="*/ 1065817 w 1070994"/>
              <a:gd name="connsiteY3" fmla="*/ 251269 h 721255"/>
              <a:gd name="connsiteX4" fmla="*/ 799642 w 1070994"/>
              <a:gd name="connsiteY4" fmla="*/ 10614 h 721255"/>
              <a:gd name="connsiteX5" fmla="*/ 170913 w 1070994"/>
              <a:gd name="connsiteY5" fmla="*/ 64316 h 721255"/>
              <a:gd name="connsiteX6" fmla="*/ 0 w 1070994"/>
              <a:gd name="connsiteY6" fmla="*/ 339351 h 721255"/>
              <a:gd name="connsiteX7" fmla="*/ 343982 w 1070994"/>
              <a:gd name="connsiteY7" fmla="*/ 646484 h 721255"/>
              <a:gd name="connsiteX8" fmla="*/ 411324 w 107099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3864 h 723864"/>
              <a:gd name="connsiteX1" fmla="*/ 538195 w 1050974"/>
              <a:gd name="connsiteY1" fmla="*/ 646183 h 723864"/>
              <a:gd name="connsiteX2" fmla="*/ 927471 w 1050974"/>
              <a:gd name="connsiteY2" fmla="*/ 552291 h 723864"/>
              <a:gd name="connsiteX3" fmla="*/ 1045797 w 1050974"/>
              <a:gd name="connsiteY3" fmla="*/ 253878 h 723864"/>
              <a:gd name="connsiteX4" fmla="*/ 779622 w 1050974"/>
              <a:gd name="connsiteY4" fmla="*/ 13223 h 723864"/>
              <a:gd name="connsiteX5" fmla="*/ 201713 w 1050974"/>
              <a:gd name="connsiteY5" fmla="*/ 55929 h 723864"/>
              <a:gd name="connsiteX6" fmla="*/ 0 w 1050974"/>
              <a:gd name="connsiteY6" fmla="*/ 341960 h 723864"/>
              <a:gd name="connsiteX7" fmla="*/ 323962 w 1050974"/>
              <a:gd name="connsiteY7" fmla="*/ 649093 h 723864"/>
              <a:gd name="connsiteX8" fmla="*/ 391304 w 1050974"/>
              <a:gd name="connsiteY8" fmla="*/ 723864 h 723864"/>
              <a:gd name="connsiteX0" fmla="*/ 391304 w 1050974"/>
              <a:gd name="connsiteY0" fmla="*/ 722931 h 722931"/>
              <a:gd name="connsiteX1" fmla="*/ 538195 w 1050974"/>
              <a:gd name="connsiteY1" fmla="*/ 645250 h 722931"/>
              <a:gd name="connsiteX2" fmla="*/ 927471 w 1050974"/>
              <a:gd name="connsiteY2" fmla="*/ 551358 h 722931"/>
              <a:gd name="connsiteX3" fmla="*/ 1045797 w 1050974"/>
              <a:gd name="connsiteY3" fmla="*/ 252945 h 722931"/>
              <a:gd name="connsiteX4" fmla="*/ 779622 w 1050974"/>
              <a:gd name="connsiteY4" fmla="*/ 12290 h 722931"/>
              <a:gd name="connsiteX5" fmla="*/ 215573 w 1050974"/>
              <a:gd name="connsiteY5" fmla="*/ 58661 h 722931"/>
              <a:gd name="connsiteX6" fmla="*/ 0 w 1050974"/>
              <a:gd name="connsiteY6" fmla="*/ 341027 h 722931"/>
              <a:gd name="connsiteX7" fmla="*/ 323962 w 1050974"/>
              <a:gd name="connsiteY7" fmla="*/ 648160 h 722931"/>
              <a:gd name="connsiteX8" fmla="*/ 391304 w 1050974"/>
              <a:gd name="connsiteY8" fmla="*/ 722931 h 722931"/>
              <a:gd name="connsiteX0" fmla="*/ 382064 w 1041734"/>
              <a:gd name="connsiteY0" fmla="*/ 722931 h 722931"/>
              <a:gd name="connsiteX1" fmla="*/ 528955 w 1041734"/>
              <a:gd name="connsiteY1" fmla="*/ 645250 h 722931"/>
              <a:gd name="connsiteX2" fmla="*/ 918231 w 1041734"/>
              <a:gd name="connsiteY2" fmla="*/ 551358 h 722931"/>
              <a:gd name="connsiteX3" fmla="*/ 1036557 w 1041734"/>
              <a:gd name="connsiteY3" fmla="*/ 252945 h 722931"/>
              <a:gd name="connsiteX4" fmla="*/ 770382 w 1041734"/>
              <a:gd name="connsiteY4" fmla="*/ 12290 h 722931"/>
              <a:gd name="connsiteX5" fmla="*/ 206333 w 1041734"/>
              <a:gd name="connsiteY5" fmla="*/ 58661 h 722931"/>
              <a:gd name="connsiteX6" fmla="*/ 0 w 1041734"/>
              <a:gd name="connsiteY6" fmla="*/ 342860 h 722931"/>
              <a:gd name="connsiteX7" fmla="*/ 314722 w 1041734"/>
              <a:gd name="connsiteY7" fmla="*/ 648160 h 722931"/>
              <a:gd name="connsiteX8" fmla="*/ 382064 w 1041734"/>
              <a:gd name="connsiteY8" fmla="*/ 722931 h 72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1734" h="722931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CC812-F2A9-46D4-9B78-6659C68E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671" y="1932214"/>
            <a:ext cx="6966858" cy="309154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7A37F60-69E7-41AC-BC9A-9DBC3B57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492880">
            <a:off x="2455668" y="1103025"/>
            <a:ext cx="8982171" cy="5009917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  <a:gd name="connsiteX0" fmla="*/ 410902 w 1087836"/>
              <a:gd name="connsiteY0" fmla="*/ 719810 h 719810"/>
              <a:gd name="connsiteX1" fmla="*/ 556253 w 1087836"/>
              <a:gd name="connsiteY1" fmla="*/ 631133 h 719810"/>
              <a:gd name="connsiteX2" fmla="*/ 947069 w 1087836"/>
              <a:gd name="connsiteY2" fmla="*/ 542739 h 719810"/>
              <a:gd name="connsiteX3" fmla="*/ 1080795 w 1087836"/>
              <a:gd name="connsiteY3" fmla="*/ 251657 h 719810"/>
              <a:gd name="connsiteX4" fmla="*/ 800760 w 1087836"/>
              <a:gd name="connsiteY4" fmla="*/ 6 h 719810"/>
              <a:gd name="connsiteX5" fmla="*/ 5261 w 1087836"/>
              <a:gd name="connsiteY5" fmla="*/ 248982 h 719810"/>
              <a:gd name="connsiteX6" fmla="*/ 343560 w 1087836"/>
              <a:gd name="connsiteY6" fmla="*/ 645039 h 719810"/>
              <a:gd name="connsiteX7" fmla="*/ 410902 w 1087836"/>
              <a:gd name="connsiteY7" fmla="*/ 719810 h 719810"/>
              <a:gd name="connsiteX0" fmla="*/ 412791 w 1089725"/>
              <a:gd name="connsiteY0" fmla="*/ 726835 h 726835"/>
              <a:gd name="connsiteX1" fmla="*/ 558142 w 1089725"/>
              <a:gd name="connsiteY1" fmla="*/ 638158 h 726835"/>
              <a:gd name="connsiteX2" fmla="*/ 948958 w 1089725"/>
              <a:gd name="connsiteY2" fmla="*/ 549764 h 726835"/>
              <a:gd name="connsiteX3" fmla="*/ 1082684 w 1089725"/>
              <a:gd name="connsiteY3" fmla="*/ 258682 h 726835"/>
              <a:gd name="connsiteX4" fmla="*/ 802649 w 1089725"/>
              <a:gd name="connsiteY4" fmla="*/ 7031 h 726835"/>
              <a:gd name="connsiteX5" fmla="*/ 171027 w 1089725"/>
              <a:gd name="connsiteY5" fmla="*/ 85967 h 726835"/>
              <a:gd name="connsiteX6" fmla="*/ 7150 w 1089725"/>
              <a:gd name="connsiteY6" fmla="*/ 256007 h 726835"/>
              <a:gd name="connsiteX7" fmla="*/ 345449 w 1089725"/>
              <a:gd name="connsiteY7" fmla="*/ 652064 h 726835"/>
              <a:gd name="connsiteX8" fmla="*/ 412791 w 1089725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9002 w 1085936"/>
              <a:gd name="connsiteY0" fmla="*/ 726835 h 726835"/>
              <a:gd name="connsiteX1" fmla="*/ 554353 w 1085936"/>
              <a:gd name="connsiteY1" fmla="*/ 638158 h 726835"/>
              <a:gd name="connsiteX2" fmla="*/ 945169 w 1085936"/>
              <a:gd name="connsiteY2" fmla="*/ 549764 h 726835"/>
              <a:gd name="connsiteX3" fmla="*/ 1078895 w 1085936"/>
              <a:gd name="connsiteY3" fmla="*/ 258682 h 726835"/>
              <a:gd name="connsiteX4" fmla="*/ 798860 w 1085936"/>
              <a:gd name="connsiteY4" fmla="*/ 7031 h 726835"/>
              <a:gd name="connsiteX5" fmla="*/ 167238 w 1085936"/>
              <a:gd name="connsiteY5" fmla="*/ 85967 h 726835"/>
              <a:gd name="connsiteX6" fmla="*/ 7460 w 1085936"/>
              <a:gd name="connsiteY6" fmla="*/ 285590 h 726835"/>
              <a:gd name="connsiteX7" fmla="*/ 341660 w 1085936"/>
              <a:gd name="connsiteY7" fmla="*/ 652064 h 726835"/>
              <a:gd name="connsiteX8" fmla="*/ 409002 w 1085936"/>
              <a:gd name="connsiteY8" fmla="*/ 726835 h 726835"/>
              <a:gd name="connsiteX0" fmla="*/ 407340 w 1084274"/>
              <a:gd name="connsiteY0" fmla="*/ 726835 h 726835"/>
              <a:gd name="connsiteX1" fmla="*/ 552691 w 1084274"/>
              <a:gd name="connsiteY1" fmla="*/ 638158 h 726835"/>
              <a:gd name="connsiteX2" fmla="*/ 943507 w 1084274"/>
              <a:gd name="connsiteY2" fmla="*/ 549764 h 726835"/>
              <a:gd name="connsiteX3" fmla="*/ 1077233 w 1084274"/>
              <a:gd name="connsiteY3" fmla="*/ 258682 h 726835"/>
              <a:gd name="connsiteX4" fmla="*/ 797198 w 1084274"/>
              <a:gd name="connsiteY4" fmla="*/ 7031 h 726835"/>
              <a:gd name="connsiteX5" fmla="*/ 165576 w 1084274"/>
              <a:gd name="connsiteY5" fmla="*/ 85967 h 726835"/>
              <a:gd name="connsiteX6" fmla="*/ 5798 w 1084274"/>
              <a:gd name="connsiteY6" fmla="*/ 285590 h 726835"/>
              <a:gd name="connsiteX7" fmla="*/ 339998 w 1084274"/>
              <a:gd name="connsiteY7" fmla="*/ 652064 h 726835"/>
              <a:gd name="connsiteX8" fmla="*/ 407340 w 1084274"/>
              <a:gd name="connsiteY8" fmla="*/ 726835 h 726835"/>
              <a:gd name="connsiteX0" fmla="*/ 405193 w 1082127"/>
              <a:gd name="connsiteY0" fmla="*/ 726835 h 726835"/>
              <a:gd name="connsiteX1" fmla="*/ 550544 w 1082127"/>
              <a:gd name="connsiteY1" fmla="*/ 638158 h 726835"/>
              <a:gd name="connsiteX2" fmla="*/ 941360 w 1082127"/>
              <a:gd name="connsiteY2" fmla="*/ 549764 h 726835"/>
              <a:gd name="connsiteX3" fmla="*/ 1075086 w 1082127"/>
              <a:gd name="connsiteY3" fmla="*/ 258682 h 726835"/>
              <a:gd name="connsiteX4" fmla="*/ 795051 w 1082127"/>
              <a:gd name="connsiteY4" fmla="*/ 7031 h 726835"/>
              <a:gd name="connsiteX5" fmla="*/ 163429 w 1082127"/>
              <a:gd name="connsiteY5" fmla="*/ 85967 h 726835"/>
              <a:gd name="connsiteX6" fmla="*/ 5959 w 1082127"/>
              <a:gd name="connsiteY6" fmla="*/ 336874 h 726835"/>
              <a:gd name="connsiteX7" fmla="*/ 337851 w 1082127"/>
              <a:gd name="connsiteY7" fmla="*/ 652064 h 726835"/>
              <a:gd name="connsiteX8" fmla="*/ 405193 w 1082127"/>
              <a:gd name="connsiteY8" fmla="*/ 726835 h 726835"/>
              <a:gd name="connsiteX0" fmla="*/ 405097 w 1082031"/>
              <a:gd name="connsiteY0" fmla="*/ 727553 h 727553"/>
              <a:gd name="connsiteX1" fmla="*/ 550448 w 1082031"/>
              <a:gd name="connsiteY1" fmla="*/ 638876 h 727553"/>
              <a:gd name="connsiteX2" fmla="*/ 941264 w 1082031"/>
              <a:gd name="connsiteY2" fmla="*/ 550482 h 727553"/>
              <a:gd name="connsiteX3" fmla="*/ 1074990 w 1082031"/>
              <a:gd name="connsiteY3" fmla="*/ 259400 h 727553"/>
              <a:gd name="connsiteX4" fmla="*/ 794955 w 1082031"/>
              <a:gd name="connsiteY4" fmla="*/ 7749 h 727553"/>
              <a:gd name="connsiteX5" fmla="*/ 164686 w 1082031"/>
              <a:gd name="connsiteY5" fmla="*/ 81610 h 727553"/>
              <a:gd name="connsiteX6" fmla="*/ 5863 w 1082031"/>
              <a:gd name="connsiteY6" fmla="*/ 337592 h 727553"/>
              <a:gd name="connsiteX7" fmla="*/ 337755 w 1082031"/>
              <a:gd name="connsiteY7" fmla="*/ 652782 h 727553"/>
              <a:gd name="connsiteX8" fmla="*/ 405097 w 1082031"/>
              <a:gd name="connsiteY8" fmla="*/ 727553 h 727553"/>
              <a:gd name="connsiteX0" fmla="*/ 427815 w 1104749"/>
              <a:gd name="connsiteY0" fmla="*/ 727553 h 727553"/>
              <a:gd name="connsiteX1" fmla="*/ 573166 w 1104749"/>
              <a:gd name="connsiteY1" fmla="*/ 638876 h 727553"/>
              <a:gd name="connsiteX2" fmla="*/ 963982 w 1104749"/>
              <a:gd name="connsiteY2" fmla="*/ 550482 h 727553"/>
              <a:gd name="connsiteX3" fmla="*/ 1097708 w 1104749"/>
              <a:gd name="connsiteY3" fmla="*/ 259400 h 727553"/>
              <a:gd name="connsiteX4" fmla="*/ 817673 w 1104749"/>
              <a:gd name="connsiteY4" fmla="*/ 7749 h 727553"/>
              <a:gd name="connsiteX5" fmla="*/ 187404 w 1104749"/>
              <a:gd name="connsiteY5" fmla="*/ 81610 h 727553"/>
              <a:gd name="connsiteX6" fmla="*/ 4537 w 1104749"/>
              <a:gd name="connsiteY6" fmla="*/ 344274 h 727553"/>
              <a:gd name="connsiteX7" fmla="*/ 360473 w 1104749"/>
              <a:gd name="connsiteY7" fmla="*/ 652782 h 727553"/>
              <a:gd name="connsiteX8" fmla="*/ 427815 w 1104749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23278 w 1100212"/>
              <a:gd name="connsiteY0" fmla="*/ 727553 h 727553"/>
              <a:gd name="connsiteX1" fmla="*/ 568629 w 1100212"/>
              <a:gd name="connsiteY1" fmla="*/ 638876 h 727553"/>
              <a:gd name="connsiteX2" fmla="*/ 959445 w 1100212"/>
              <a:gd name="connsiteY2" fmla="*/ 550482 h 727553"/>
              <a:gd name="connsiteX3" fmla="*/ 1093171 w 1100212"/>
              <a:gd name="connsiteY3" fmla="*/ 259400 h 727553"/>
              <a:gd name="connsiteX4" fmla="*/ 813136 w 1100212"/>
              <a:gd name="connsiteY4" fmla="*/ 7749 h 727553"/>
              <a:gd name="connsiteX5" fmla="*/ 182867 w 1100212"/>
              <a:gd name="connsiteY5" fmla="*/ 81610 h 727553"/>
              <a:gd name="connsiteX6" fmla="*/ 0 w 1100212"/>
              <a:gd name="connsiteY6" fmla="*/ 344274 h 727553"/>
              <a:gd name="connsiteX7" fmla="*/ 355936 w 1100212"/>
              <a:gd name="connsiteY7" fmla="*/ 652782 h 727553"/>
              <a:gd name="connsiteX8" fmla="*/ 423278 w 1100212"/>
              <a:gd name="connsiteY8" fmla="*/ 727553 h 727553"/>
              <a:gd name="connsiteX0" fmla="*/ 437503 w 1114437"/>
              <a:gd name="connsiteY0" fmla="*/ 727553 h 727553"/>
              <a:gd name="connsiteX1" fmla="*/ 582854 w 1114437"/>
              <a:gd name="connsiteY1" fmla="*/ 638876 h 727553"/>
              <a:gd name="connsiteX2" fmla="*/ 973670 w 1114437"/>
              <a:gd name="connsiteY2" fmla="*/ 550482 h 727553"/>
              <a:gd name="connsiteX3" fmla="*/ 1107396 w 1114437"/>
              <a:gd name="connsiteY3" fmla="*/ 259400 h 727553"/>
              <a:gd name="connsiteX4" fmla="*/ 827361 w 1114437"/>
              <a:gd name="connsiteY4" fmla="*/ 7749 h 727553"/>
              <a:gd name="connsiteX5" fmla="*/ 197092 w 1114437"/>
              <a:gd name="connsiteY5" fmla="*/ 81610 h 727553"/>
              <a:gd name="connsiteX6" fmla="*/ 0 w 1114437"/>
              <a:gd name="connsiteY6" fmla="*/ 341962 h 727553"/>
              <a:gd name="connsiteX7" fmla="*/ 370161 w 1114437"/>
              <a:gd name="connsiteY7" fmla="*/ 652782 h 727553"/>
              <a:gd name="connsiteX8" fmla="*/ 437503 w 1114437"/>
              <a:gd name="connsiteY8" fmla="*/ 727553 h 727553"/>
              <a:gd name="connsiteX0" fmla="*/ 463684 w 1140618"/>
              <a:gd name="connsiteY0" fmla="*/ 727553 h 727553"/>
              <a:gd name="connsiteX1" fmla="*/ 609035 w 1140618"/>
              <a:gd name="connsiteY1" fmla="*/ 638876 h 727553"/>
              <a:gd name="connsiteX2" fmla="*/ 999851 w 1140618"/>
              <a:gd name="connsiteY2" fmla="*/ 550482 h 727553"/>
              <a:gd name="connsiteX3" fmla="*/ 1133577 w 1140618"/>
              <a:gd name="connsiteY3" fmla="*/ 259400 h 727553"/>
              <a:gd name="connsiteX4" fmla="*/ 853542 w 1140618"/>
              <a:gd name="connsiteY4" fmla="*/ 7749 h 727553"/>
              <a:gd name="connsiteX5" fmla="*/ 223273 w 1140618"/>
              <a:gd name="connsiteY5" fmla="*/ 81610 h 727553"/>
              <a:gd name="connsiteX6" fmla="*/ 0 w 1140618"/>
              <a:gd name="connsiteY6" fmla="*/ 343816 h 727553"/>
              <a:gd name="connsiteX7" fmla="*/ 396342 w 1140618"/>
              <a:gd name="connsiteY7" fmla="*/ 652782 h 727553"/>
              <a:gd name="connsiteX8" fmla="*/ 463684 w 1140618"/>
              <a:gd name="connsiteY8" fmla="*/ 727553 h 727553"/>
              <a:gd name="connsiteX0" fmla="*/ 463684 w 1140714"/>
              <a:gd name="connsiteY0" fmla="*/ 719277 h 719277"/>
              <a:gd name="connsiteX1" fmla="*/ 609035 w 1140714"/>
              <a:gd name="connsiteY1" fmla="*/ 630600 h 719277"/>
              <a:gd name="connsiteX2" fmla="*/ 999851 w 1140714"/>
              <a:gd name="connsiteY2" fmla="*/ 542206 h 719277"/>
              <a:gd name="connsiteX3" fmla="*/ 1133577 w 1140714"/>
              <a:gd name="connsiteY3" fmla="*/ 251124 h 719277"/>
              <a:gd name="connsiteX4" fmla="*/ 852002 w 1140714"/>
              <a:gd name="connsiteY4" fmla="*/ 8636 h 719277"/>
              <a:gd name="connsiteX5" fmla="*/ 223273 w 1140714"/>
              <a:gd name="connsiteY5" fmla="*/ 73334 h 719277"/>
              <a:gd name="connsiteX6" fmla="*/ 0 w 1140714"/>
              <a:gd name="connsiteY6" fmla="*/ 335540 h 719277"/>
              <a:gd name="connsiteX7" fmla="*/ 396342 w 1140714"/>
              <a:gd name="connsiteY7" fmla="*/ 644506 h 719277"/>
              <a:gd name="connsiteX8" fmla="*/ 463684 w 1140714"/>
              <a:gd name="connsiteY8" fmla="*/ 719277 h 719277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40714"/>
              <a:gd name="connsiteY0" fmla="*/ 721380 h 721380"/>
              <a:gd name="connsiteX1" fmla="*/ 609035 w 1140714"/>
              <a:gd name="connsiteY1" fmla="*/ 632703 h 721380"/>
              <a:gd name="connsiteX2" fmla="*/ 999851 w 1140714"/>
              <a:gd name="connsiteY2" fmla="*/ 544309 h 721380"/>
              <a:gd name="connsiteX3" fmla="*/ 1133577 w 1140714"/>
              <a:gd name="connsiteY3" fmla="*/ 253227 h 721380"/>
              <a:gd name="connsiteX4" fmla="*/ 852002 w 1140714"/>
              <a:gd name="connsiteY4" fmla="*/ 10739 h 721380"/>
              <a:gd name="connsiteX5" fmla="*/ 223273 w 1140714"/>
              <a:gd name="connsiteY5" fmla="*/ 64441 h 721380"/>
              <a:gd name="connsiteX6" fmla="*/ 0 w 1140714"/>
              <a:gd name="connsiteY6" fmla="*/ 337643 h 721380"/>
              <a:gd name="connsiteX7" fmla="*/ 396342 w 1140714"/>
              <a:gd name="connsiteY7" fmla="*/ 646609 h 721380"/>
              <a:gd name="connsiteX8" fmla="*/ 463684 w 1140714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8513"/>
              <a:gd name="connsiteY0" fmla="*/ 721380 h 721380"/>
              <a:gd name="connsiteX1" fmla="*/ 610575 w 1138513"/>
              <a:gd name="connsiteY1" fmla="*/ 643699 h 721380"/>
              <a:gd name="connsiteX2" fmla="*/ 999851 w 1138513"/>
              <a:gd name="connsiteY2" fmla="*/ 544309 h 721380"/>
              <a:gd name="connsiteX3" fmla="*/ 1133577 w 1138513"/>
              <a:gd name="connsiteY3" fmla="*/ 253227 h 721380"/>
              <a:gd name="connsiteX4" fmla="*/ 852002 w 1138513"/>
              <a:gd name="connsiteY4" fmla="*/ 10739 h 721380"/>
              <a:gd name="connsiteX5" fmla="*/ 223273 w 1138513"/>
              <a:gd name="connsiteY5" fmla="*/ 64441 h 721380"/>
              <a:gd name="connsiteX6" fmla="*/ 0 w 1138513"/>
              <a:gd name="connsiteY6" fmla="*/ 337643 h 721380"/>
              <a:gd name="connsiteX7" fmla="*/ 396342 w 1138513"/>
              <a:gd name="connsiteY7" fmla="*/ 646609 h 721380"/>
              <a:gd name="connsiteX8" fmla="*/ 463684 w 1138513"/>
              <a:gd name="connsiteY8" fmla="*/ 721380 h 721380"/>
              <a:gd name="connsiteX0" fmla="*/ 463684 w 1136732"/>
              <a:gd name="connsiteY0" fmla="*/ 721380 h 721380"/>
              <a:gd name="connsiteX1" fmla="*/ 610575 w 1136732"/>
              <a:gd name="connsiteY1" fmla="*/ 643699 h 721380"/>
              <a:gd name="connsiteX2" fmla="*/ 999851 w 1136732"/>
              <a:gd name="connsiteY2" fmla="*/ 544309 h 721380"/>
              <a:gd name="connsiteX3" fmla="*/ 1133577 w 1136732"/>
              <a:gd name="connsiteY3" fmla="*/ 253227 h 721380"/>
              <a:gd name="connsiteX4" fmla="*/ 852002 w 1136732"/>
              <a:gd name="connsiteY4" fmla="*/ 10739 h 721380"/>
              <a:gd name="connsiteX5" fmla="*/ 223273 w 1136732"/>
              <a:gd name="connsiteY5" fmla="*/ 64441 h 721380"/>
              <a:gd name="connsiteX6" fmla="*/ 0 w 1136732"/>
              <a:gd name="connsiteY6" fmla="*/ 337643 h 721380"/>
              <a:gd name="connsiteX7" fmla="*/ 396342 w 1136732"/>
              <a:gd name="connsiteY7" fmla="*/ 646609 h 721380"/>
              <a:gd name="connsiteX8" fmla="*/ 463684 w 1136732"/>
              <a:gd name="connsiteY8" fmla="*/ 721380 h 721380"/>
              <a:gd name="connsiteX0" fmla="*/ 463684 w 1121891"/>
              <a:gd name="connsiteY0" fmla="*/ 721255 h 721255"/>
              <a:gd name="connsiteX1" fmla="*/ 610575 w 1121891"/>
              <a:gd name="connsiteY1" fmla="*/ 643574 h 721255"/>
              <a:gd name="connsiteX2" fmla="*/ 999851 w 1121891"/>
              <a:gd name="connsiteY2" fmla="*/ 544184 h 721255"/>
              <a:gd name="connsiteX3" fmla="*/ 1118177 w 1121891"/>
              <a:gd name="connsiteY3" fmla="*/ 251269 h 721255"/>
              <a:gd name="connsiteX4" fmla="*/ 852002 w 1121891"/>
              <a:gd name="connsiteY4" fmla="*/ 10614 h 721255"/>
              <a:gd name="connsiteX5" fmla="*/ 223273 w 1121891"/>
              <a:gd name="connsiteY5" fmla="*/ 64316 h 721255"/>
              <a:gd name="connsiteX6" fmla="*/ 0 w 1121891"/>
              <a:gd name="connsiteY6" fmla="*/ 337518 h 721255"/>
              <a:gd name="connsiteX7" fmla="*/ 396342 w 1121891"/>
              <a:gd name="connsiteY7" fmla="*/ 646484 h 721255"/>
              <a:gd name="connsiteX8" fmla="*/ 463684 w 1121891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864"/>
              <a:gd name="connsiteY0" fmla="*/ 721255 h 721255"/>
              <a:gd name="connsiteX1" fmla="*/ 610575 w 1123864"/>
              <a:gd name="connsiteY1" fmla="*/ 643574 h 721255"/>
              <a:gd name="connsiteX2" fmla="*/ 999851 w 1123864"/>
              <a:gd name="connsiteY2" fmla="*/ 549682 h 721255"/>
              <a:gd name="connsiteX3" fmla="*/ 1118177 w 1123864"/>
              <a:gd name="connsiteY3" fmla="*/ 251269 h 721255"/>
              <a:gd name="connsiteX4" fmla="*/ 852002 w 1123864"/>
              <a:gd name="connsiteY4" fmla="*/ 10614 h 721255"/>
              <a:gd name="connsiteX5" fmla="*/ 223273 w 1123864"/>
              <a:gd name="connsiteY5" fmla="*/ 64316 h 721255"/>
              <a:gd name="connsiteX6" fmla="*/ 0 w 1123864"/>
              <a:gd name="connsiteY6" fmla="*/ 337518 h 721255"/>
              <a:gd name="connsiteX7" fmla="*/ 396342 w 1123864"/>
              <a:gd name="connsiteY7" fmla="*/ 646484 h 721255"/>
              <a:gd name="connsiteX8" fmla="*/ 463684 w 1123864"/>
              <a:gd name="connsiteY8" fmla="*/ 721255 h 721255"/>
              <a:gd name="connsiteX0" fmla="*/ 463684 w 1123354"/>
              <a:gd name="connsiteY0" fmla="*/ 721255 h 721255"/>
              <a:gd name="connsiteX1" fmla="*/ 610575 w 1123354"/>
              <a:gd name="connsiteY1" fmla="*/ 643574 h 721255"/>
              <a:gd name="connsiteX2" fmla="*/ 999851 w 1123354"/>
              <a:gd name="connsiteY2" fmla="*/ 549682 h 721255"/>
              <a:gd name="connsiteX3" fmla="*/ 1118177 w 1123354"/>
              <a:gd name="connsiteY3" fmla="*/ 251269 h 721255"/>
              <a:gd name="connsiteX4" fmla="*/ 852002 w 1123354"/>
              <a:gd name="connsiteY4" fmla="*/ 10614 h 721255"/>
              <a:gd name="connsiteX5" fmla="*/ 223273 w 1123354"/>
              <a:gd name="connsiteY5" fmla="*/ 64316 h 721255"/>
              <a:gd name="connsiteX6" fmla="*/ 0 w 1123354"/>
              <a:gd name="connsiteY6" fmla="*/ 337518 h 721255"/>
              <a:gd name="connsiteX7" fmla="*/ 396342 w 1123354"/>
              <a:gd name="connsiteY7" fmla="*/ 646484 h 721255"/>
              <a:gd name="connsiteX8" fmla="*/ 463684 w 1123354"/>
              <a:gd name="connsiteY8" fmla="*/ 721255 h 721255"/>
              <a:gd name="connsiteX0" fmla="*/ 411324 w 1070994"/>
              <a:gd name="connsiteY0" fmla="*/ 721255 h 721255"/>
              <a:gd name="connsiteX1" fmla="*/ 558215 w 1070994"/>
              <a:gd name="connsiteY1" fmla="*/ 643574 h 721255"/>
              <a:gd name="connsiteX2" fmla="*/ 947491 w 1070994"/>
              <a:gd name="connsiteY2" fmla="*/ 549682 h 721255"/>
              <a:gd name="connsiteX3" fmla="*/ 1065817 w 1070994"/>
              <a:gd name="connsiteY3" fmla="*/ 251269 h 721255"/>
              <a:gd name="connsiteX4" fmla="*/ 799642 w 1070994"/>
              <a:gd name="connsiteY4" fmla="*/ 10614 h 721255"/>
              <a:gd name="connsiteX5" fmla="*/ 170913 w 1070994"/>
              <a:gd name="connsiteY5" fmla="*/ 64316 h 721255"/>
              <a:gd name="connsiteX6" fmla="*/ 0 w 1070994"/>
              <a:gd name="connsiteY6" fmla="*/ 339351 h 721255"/>
              <a:gd name="connsiteX7" fmla="*/ 343982 w 1070994"/>
              <a:gd name="connsiteY7" fmla="*/ 646484 h 721255"/>
              <a:gd name="connsiteX8" fmla="*/ 411324 w 107099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1255 h 721255"/>
              <a:gd name="connsiteX1" fmla="*/ 538195 w 1050974"/>
              <a:gd name="connsiteY1" fmla="*/ 643574 h 721255"/>
              <a:gd name="connsiteX2" fmla="*/ 927471 w 1050974"/>
              <a:gd name="connsiteY2" fmla="*/ 549682 h 721255"/>
              <a:gd name="connsiteX3" fmla="*/ 1045797 w 1050974"/>
              <a:gd name="connsiteY3" fmla="*/ 251269 h 721255"/>
              <a:gd name="connsiteX4" fmla="*/ 779622 w 1050974"/>
              <a:gd name="connsiteY4" fmla="*/ 10614 h 721255"/>
              <a:gd name="connsiteX5" fmla="*/ 150893 w 1050974"/>
              <a:gd name="connsiteY5" fmla="*/ 64316 h 721255"/>
              <a:gd name="connsiteX6" fmla="*/ 0 w 1050974"/>
              <a:gd name="connsiteY6" fmla="*/ 339351 h 721255"/>
              <a:gd name="connsiteX7" fmla="*/ 323962 w 1050974"/>
              <a:gd name="connsiteY7" fmla="*/ 646484 h 721255"/>
              <a:gd name="connsiteX8" fmla="*/ 391304 w 1050974"/>
              <a:gd name="connsiteY8" fmla="*/ 721255 h 721255"/>
              <a:gd name="connsiteX0" fmla="*/ 391304 w 1050974"/>
              <a:gd name="connsiteY0" fmla="*/ 723864 h 723864"/>
              <a:gd name="connsiteX1" fmla="*/ 538195 w 1050974"/>
              <a:gd name="connsiteY1" fmla="*/ 646183 h 723864"/>
              <a:gd name="connsiteX2" fmla="*/ 927471 w 1050974"/>
              <a:gd name="connsiteY2" fmla="*/ 552291 h 723864"/>
              <a:gd name="connsiteX3" fmla="*/ 1045797 w 1050974"/>
              <a:gd name="connsiteY3" fmla="*/ 253878 h 723864"/>
              <a:gd name="connsiteX4" fmla="*/ 779622 w 1050974"/>
              <a:gd name="connsiteY4" fmla="*/ 13223 h 723864"/>
              <a:gd name="connsiteX5" fmla="*/ 201713 w 1050974"/>
              <a:gd name="connsiteY5" fmla="*/ 55929 h 723864"/>
              <a:gd name="connsiteX6" fmla="*/ 0 w 1050974"/>
              <a:gd name="connsiteY6" fmla="*/ 341960 h 723864"/>
              <a:gd name="connsiteX7" fmla="*/ 323962 w 1050974"/>
              <a:gd name="connsiteY7" fmla="*/ 649093 h 723864"/>
              <a:gd name="connsiteX8" fmla="*/ 391304 w 1050974"/>
              <a:gd name="connsiteY8" fmla="*/ 723864 h 723864"/>
              <a:gd name="connsiteX0" fmla="*/ 391304 w 1050974"/>
              <a:gd name="connsiteY0" fmla="*/ 722931 h 722931"/>
              <a:gd name="connsiteX1" fmla="*/ 538195 w 1050974"/>
              <a:gd name="connsiteY1" fmla="*/ 645250 h 722931"/>
              <a:gd name="connsiteX2" fmla="*/ 927471 w 1050974"/>
              <a:gd name="connsiteY2" fmla="*/ 551358 h 722931"/>
              <a:gd name="connsiteX3" fmla="*/ 1045797 w 1050974"/>
              <a:gd name="connsiteY3" fmla="*/ 252945 h 722931"/>
              <a:gd name="connsiteX4" fmla="*/ 779622 w 1050974"/>
              <a:gd name="connsiteY4" fmla="*/ 12290 h 722931"/>
              <a:gd name="connsiteX5" fmla="*/ 215573 w 1050974"/>
              <a:gd name="connsiteY5" fmla="*/ 58661 h 722931"/>
              <a:gd name="connsiteX6" fmla="*/ 0 w 1050974"/>
              <a:gd name="connsiteY6" fmla="*/ 341027 h 722931"/>
              <a:gd name="connsiteX7" fmla="*/ 323962 w 1050974"/>
              <a:gd name="connsiteY7" fmla="*/ 648160 h 722931"/>
              <a:gd name="connsiteX8" fmla="*/ 391304 w 1050974"/>
              <a:gd name="connsiteY8" fmla="*/ 722931 h 722931"/>
              <a:gd name="connsiteX0" fmla="*/ 382064 w 1041734"/>
              <a:gd name="connsiteY0" fmla="*/ 722931 h 722931"/>
              <a:gd name="connsiteX1" fmla="*/ 528955 w 1041734"/>
              <a:gd name="connsiteY1" fmla="*/ 645250 h 722931"/>
              <a:gd name="connsiteX2" fmla="*/ 918231 w 1041734"/>
              <a:gd name="connsiteY2" fmla="*/ 551358 h 722931"/>
              <a:gd name="connsiteX3" fmla="*/ 1036557 w 1041734"/>
              <a:gd name="connsiteY3" fmla="*/ 252945 h 722931"/>
              <a:gd name="connsiteX4" fmla="*/ 770382 w 1041734"/>
              <a:gd name="connsiteY4" fmla="*/ 12290 h 722931"/>
              <a:gd name="connsiteX5" fmla="*/ 206333 w 1041734"/>
              <a:gd name="connsiteY5" fmla="*/ 58661 h 722931"/>
              <a:gd name="connsiteX6" fmla="*/ 0 w 1041734"/>
              <a:gd name="connsiteY6" fmla="*/ 342860 h 722931"/>
              <a:gd name="connsiteX7" fmla="*/ 314722 w 1041734"/>
              <a:gd name="connsiteY7" fmla="*/ 648160 h 722931"/>
              <a:gd name="connsiteX8" fmla="*/ 382064 w 1041734"/>
              <a:gd name="connsiteY8" fmla="*/ 722931 h 722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1734" h="722931">
                <a:moveTo>
                  <a:pt x="382064" y="722931"/>
                </a:moveTo>
                <a:cubicBezTo>
                  <a:pt x="406019" y="660055"/>
                  <a:pt x="439594" y="666515"/>
                  <a:pt x="528955" y="645250"/>
                </a:cubicBezTo>
                <a:cubicBezTo>
                  <a:pt x="618316" y="623985"/>
                  <a:pt x="833631" y="616742"/>
                  <a:pt x="918231" y="551358"/>
                </a:cubicBezTo>
                <a:cubicBezTo>
                  <a:pt x="1002831" y="485974"/>
                  <a:pt x="1059658" y="370279"/>
                  <a:pt x="1036557" y="252945"/>
                </a:cubicBezTo>
                <a:cubicBezTo>
                  <a:pt x="1013456" y="135611"/>
                  <a:pt x="908753" y="44671"/>
                  <a:pt x="770382" y="12290"/>
                </a:cubicBezTo>
                <a:cubicBezTo>
                  <a:pt x="632011" y="-20091"/>
                  <a:pt x="338916" y="17165"/>
                  <a:pt x="206333" y="58661"/>
                </a:cubicBezTo>
                <a:cubicBezTo>
                  <a:pt x="73750" y="100157"/>
                  <a:pt x="1822" y="199023"/>
                  <a:pt x="0" y="342860"/>
                </a:cubicBezTo>
                <a:cubicBezTo>
                  <a:pt x="27105" y="498943"/>
                  <a:pt x="87932" y="573770"/>
                  <a:pt x="314722" y="648160"/>
                </a:cubicBezTo>
                <a:cubicBezTo>
                  <a:pt x="367872" y="666162"/>
                  <a:pt x="382064" y="722931"/>
                  <a:pt x="382064" y="722931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9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D441F-9FBB-4F90-987A-39793DE0E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92B1E-8D5D-45CA-9A8B-53E3B7FE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89E71-49A9-4CE9-AD1D-780A876B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9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053A-B2EE-4E20-9723-6BB0BBD5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53272"/>
            <a:ext cx="3932237" cy="173272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65AB-0DF3-4C86-AB5F-EB65021FD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642" y="987425"/>
            <a:ext cx="593974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99FAE-8825-466D-9F1E-3B7BAED2C0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550"/>
            <a:ext cx="3932237" cy="350043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A6375-677F-4A58-B98D-18F3DEF8E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40F2C-7AE7-481B-856A-B3E26AE8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7C48C-9BD9-41CB-915E-A905B886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7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6DE4-025D-4D93-A5D0-FB458972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15915"/>
            <a:ext cx="3932237" cy="16700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3EE21-471F-4B7B-B7AF-192243A12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6B769-8E40-42E6-8F62-C4347B0CE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5744"/>
            <a:ext cx="3932237" cy="35032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84DC6-1AA3-4779-8EDF-F4A87750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7F83E-FAF9-43E1-95CC-6F4EDD76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D8C7B-B211-4BAF-9C05-09CF993B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1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39E3-FB89-4585-A22D-15851E8D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4B498-70D2-4956-A576-83345B38D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A84CB-FF9E-43D6-8805-B4ABB520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7EE14-0A60-428B-BC0E-A50951E0E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A9A22-BBF2-4B23-B17F-B32AC87D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CC51B-E0BE-4D50-A04A-571F8BCAE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99550" y="692150"/>
            <a:ext cx="2254250" cy="53099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F5607-7A89-4981-87F4-98BC7CE0A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692150"/>
            <a:ext cx="8108950" cy="53099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0D5BE-275A-42D5-BCE1-357D53FC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5F9A-B406-4028-AC92-D1245051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70F0A-5147-4274-A0A1-BD2191794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1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AAE2DA9-9BAF-4D46-BC97-20425C5321FD}"/>
              </a:ext>
            </a:extLst>
          </p:cNvPr>
          <p:cNvSpPr/>
          <p:nvPr/>
        </p:nvSpPr>
        <p:spPr>
          <a:xfrm>
            <a:off x="372926" y="367993"/>
            <a:ext cx="11499601" cy="6203902"/>
          </a:xfrm>
          <a:custGeom>
            <a:avLst/>
            <a:gdLst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321880 w 11499601"/>
              <a:gd name="connsiteY17" fmla="*/ 5943328 h 6250474"/>
              <a:gd name="connsiteX18" fmla="*/ 2161451 w 11499601"/>
              <a:gd name="connsiteY18" fmla="*/ 5941720 h 6250474"/>
              <a:gd name="connsiteX19" fmla="*/ 1884575 w 11499601"/>
              <a:gd name="connsiteY19" fmla="*/ 5937508 h 6250474"/>
              <a:gd name="connsiteX20" fmla="*/ 1731597 w 11499601"/>
              <a:gd name="connsiteY20" fmla="*/ 5934968 h 6250474"/>
              <a:gd name="connsiteX21" fmla="*/ 1588500 w 11499601"/>
              <a:gd name="connsiteY21" fmla="*/ 5940418 h 6250474"/>
              <a:gd name="connsiteX22" fmla="*/ 671167 w 11499601"/>
              <a:gd name="connsiteY22" fmla="*/ 5948382 h 6250474"/>
              <a:gd name="connsiteX23" fmla="*/ 94741 w 11499601"/>
              <a:gd name="connsiteY23" fmla="*/ 5957415 h 6250474"/>
              <a:gd name="connsiteX24" fmla="*/ 37859 w 11499601"/>
              <a:gd name="connsiteY24" fmla="*/ 5876060 h 6250474"/>
              <a:gd name="connsiteX25" fmla="*/ 28975 w 11499601"/>
              <a:gd name="connsiteY25" fmla="*/ 2606888 h 6250474"/>
              <a:gd name="connsiteX26" fmla="*/ 33539 w 11499601"/>
              <a:gd name="connsiteY26" fmla="*/ 59860 h 6250474"/>
              <a:gd name="connsiteX27" fmla="*/ 39830 w 11499601"/>
              <a:gd name="connsiteY27" fmla="*/ 42028 h 6250474"/>
              <a:gd name="connsiteX28" fmla="*/ 88659 w 11499601"/>
              <a:gd name="connsiteY28" fmla="*/ 37282 h 6250474"/>
              <a:gd name="connsiteX29" fmla="*/ 301554 w 11499601"/>
              <a:gd name="connsiteY29" fmla="*/ 37282 h 6250474"/>
              <a:gd name="connsiteX30" fmla="*/ 416464 w 11499601"/>
              <a:gd name="connsiteY30" fmla="*/ 30725 h 6250474"/>
              <a:gd name="connsiteX31" fmla="*/ 907723 w 11499601"/>
              <a:gd name="connsiteY31" fmla="*/ 24269 h 6250474"/>
              <a:gd name="connsiteX32" fmla="*/ 3989089 w 11499601"/>
              <a:gd name="connsiteY32" fmla="*/ 29653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161451 w 11499601"/>
              <a:gd name="connsiteY17" fmla="*/ 5941720 h 6250474"/>
              <a:gd name="connsiteX18" fmla="*/ 1884575 w 11499601"/>
              <a:gd name="connsiteY18" fmla="*/ 5937508 h 6250474"/>
              <a:gd name="connsiteX19" fmla="*/ 1731597 w 11499601"/>
              <a:gd name="connsiteY19" fmla="*/ 5934968 h 6250474"/>
              <a:gd name="connsiteX20" fmla="*/ 1588500 w 11499601"/>
              <a:gd name="connsiteY20" fmla="*/ 5940418 h 6250474"/>
              <a:gd name="connsiteX21" fmla="*/ 671167 w 11499601"/>
              <a:gd name="connsiteY21" fmla="*/ 5948382 h 6250474"/>
              <a:gd name="connsiteX22" fmla="*/ 94741 w 11499601"/>
              <a:gd name="connsiteY22" fmla="*/ 5957415 h 6250474"/>
              <a:gd name="connsiteX23" fmla="*/ 37859 w 11499601"/>
              <a:gd name="connsiteY23" fmla="*/ 5876060 h 6250474"/>
              <a:gd name="connsiteX24" fmla="*/ 28975 w 11499601"/>
              <a:gd name="connsiteY24" fmla="*/ 2606888 h 6250474"/>
              <a:gd name="connsiteX25" fmla="*/ 33539 w 11499601"/>
              <a:gd name="connsiteY25" fmla="*/ 59860 h 6250474"/>
              <a:gd name="connsiteX26" fmla="*/ 39830 w 11499601"/>
              <a:gd name="connsiteY26" fmla="*/ 42028 h 6250474"/>
              <a:gd name="connsiteX27" fmla="*/ 88659 w 11499601"/>
              <a:gd name="connsiteY27" fmla="*/ 37282 h 6250474"/>
              <a:gd name="connsiteX28" fmla="*/ 301554 w 11499601"/>
              <a:gd name="connsiteY28" fmla="*/ 37282 h 6250474"/>
              <a:gd name="connsiteX29" fmla="*/ 416464 w 11499601"/>
              <a:gd name="connsiteY29" fmla="*/ 30725 h 6250474"/>
              <a:gd name="connsiteX30" fmla="*/ 907723 w 11499601"/>
              <a:gd name="connsiteY30" fmla="*/ 24269 h 6250474"/>
              <a:gd name="connsiteX31" fmla="*/ 3989089 w 11499601"/>
              <a:gd name="connsiteY31" fmla="*/ 29653 h 6250474"/>
              <a:gd name="connsiteX32" fmla="*/ 9680053 w 11499601"/>
              <a:gd name="connsiteY32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1884575 w 11499601"/>
              <a:gd name="connsiteY17" fmla="*/ 5937508 h 6250474"/>
              <a:gd name="connsiteX18" fmla="*/ 1731597 w 11499601"/>
              <a:gd name="connsiteY18" fmla="*/ 5934968 h 6250474"/>
              <a:gd name="connsiteX19" fmla="*/ 1588500 w 11499601"/>
              <a:gd name="connsiteY19" fmla="*/ 5940418 h 6250474"/>
              <a:gd name="connsiteX20" fmla="*/ 671167 w 11499601"/>
              <a:gd name="connsiteY20" fmla="*/ 5948382 h 6250474"/>
              <a:gd name="connsiteX21" fmla="*/ 94741 w 11499601"/>
              <a:gd name="connsiteY21" fmla="*/ 5957415 h 6250474"/>
              <a:gd name="connsiteX22" fmla="*/ 37859 w 11499601"/>
              <a:gd name="connsiteY22" fmla="*/ 5876060 h 6250474"/>
              <a:gd name="connsiteX23" fmla="*/ 28975 w 11499601"/>
              <a:gd name="connsiteY23" fmla="*/ 2606888 h 6250474"/>
              <a:gd name="connsiteX24" fmla="*/ 33539 w 11499601"/>
              <a:gd name="connsiteY24" fmla="*/ 59860 h 6250474"/>
              <a:gd name="connsiteX25" fmla="*/ 39830 w 11499601"/>
              <a:gd name="connsiteY25" fmla="*/ 42028 h 6250474"/>
              <a:gd name="connsiteX26" fmla="*/ 88659 w 11499601"/>
              <a:gd name="connsiteY26" fmla="*/ 37282 h 6250474"/>
              <a:gd name="connsiteX27" fmla="*/ 301554 w 11499601"/>
              <a:gd name="connsiteY27" fmla="*/ 37282 h 6250474"/>
              <a:gd name="connsiteX28" fmla="*/ 416464 w 11499601"/>
              <a:gd name="connsiteY28" fmla="*/ 30725 h 6250474"/>
              <a:gd name="connsiteX29" fmla="*/ 907723 w 11499601"/>
              <a:gd name="connsiteY29" fmla="*/ 24269 h 6250474"/>
              <a:gd name="connsiteX30" fmla="*/ 3989089 w 11499601"/>
              <a:gd name="connsiteY30" fmla="*/ 29653 h 6250474"/>
              <a:gd name="connsiteX31" fmla="*/ 9680053 w 11499601"/>
              <a:gd name="connsiteY31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11590 w 11499601"/>
              <a:gd name="connsiteY9" fmla="*/ 5989374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01402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731597 w 11499601"/>
              <a:gd name="connsiteY16" fmla="*/ 5934968 h 6250474"/>
              <a:gd name="connsiteX17" fmla="*/ 1588500 w 11499601"/>
              <a:gd name="connsiteY17" fmla="*/ 5940418 h 6250474"/>
              <a:gd name="connsiteX18" fmla="*/ 671167 w 11499601"/>
              <a:gd name="connsiteY18" fmla="*/ 5948382 h 6250474"/>
              <a:gd name="connsiteX19" fmla="*/ 94741 w 11499601"/>
              <a:gd name="connsiteY19" fmla="*/ 5957415 h 6250474"/>
              <a:gd name="connsiteX20" fmla="*/ 37859 w 11499601"/>
              <a:gd name="connsiteY20" fmla="*/ 5876060 h 6250474"/>
              <a:gd name="connsiteX21" fmla="*/ 28975 w 11499601"/>
              <a:gd name="connsiteY21" fmla="*/ 2606888 h 6250474"/>
              <a:gd name="connsiteX22" fmla="*/ 33539 w 11499601"/>
              <a:gd name="connsiteY22" fmla="*/ 59860 h 6250474"/>
              <a:gd name="connsiteX23" fmla="*/ 39830 w 11499601"/>
              <a:gd name="connsiteY23" fmla="*/ 42028 h 6250474"/>
              <a:gd name="connsiteX24" fmla="*/ 88659 w 11499601"/>
              <a:gd name="connsiteY24" fmla="*/ 37282 h 6250474"/>
              <a:gd name="connsiteX25" fmla="*/ 301554 w 11499601"/>
              <a:gd name="connsiteY25" fmla="*/ 37282 h 6250474"/>
              <a:gd name="connsiteX26" fmla="*/ 416464 w 11499601"/>
              <a:gd name="connsiteY26" fmla="*/ 30725 h 6250474"/>
              <a:gd name="connsiteX27" fmla="*/ 907723 w 11499601"/>
              <a:gd name="connsiteY27" fmla="*/ 24269 h 6250474"/>
              <a:gd name="connsiteX28" fmla="*/ 3989089 w 11499601"/>
              <a:gd name="connsiteY28" fmla="*/ 29653 h 6250474"/>
              <a:gd name="connsiteX29" fmla="*/ 9680053 w 11499601"/>
              <a:gd name="connsiteY29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88500 w 11499601"/>
              <a:gd name="connsiteY16" fmla="*/ 5940418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16786 w 11499601"/>
              <a:gd name="connsiteY15" fmla="*/ 5901423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71167 w 11499601"/>
              <a:gd name="connsiteY16" fmla="*/ 5948382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99601" h="6250474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68807" y="-29564"/>
                  <a:pt x="11499601" y="84193"/>
                </a:cubicBezTo>
                <a:lnTo>
                  <a:pt x="11496115" y="333210"/>
                </a:lnTo>
                <a:cubicBezTo>
                  <a:pt x="11496285" y="48943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489E99-8A12-4C4F-92F9-95B01D81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724" y="558209"/>
            <a:ext cx="10333075" cy="1414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1B211-A6C3-4384-AA0B-7A8561A53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0726" y="2089298"/>
            <a:ext cx="10333074" cy="3827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07E98-5ED3-41C2-BC39-EA8FB826A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7834" y="6356350"/>
            <a:ext cx="2604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93049-EC55-4ABD-8F77-F5A84AE38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56153" y="6356350"/>
            <a:ext cx="34441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1B6DF-CCDC-4ED0-A4B2-1512B668F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0263" y="6356350"/>
            <a:ext cx="523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2D2C6CA-56BB-4A08-A1E2-342F83955EDB}"/>
              </a:ext>
            </a:extLst>
          </p:cNvPr>
          <p:cNvSpPr/>
          <p:nvPr/>
        </p:nvSpPr>
        <p:spPr>
          <a:xfrm>
            <a:off x="403284" y="389461"/>
            <a:ext cx="11499601" cy="6203902"/>
          </a:xfrm>
          <a:custGeom>
            <a:avLst/>
            <a:gdLst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321880 w 11499601"/>
              <a:gd name="connsiteY17" fmla="*/ 5943328 h 6250474"/>
              <a:gd name="connsiteX18" fmla="*/ 2161451 w 11499601"/>
              <a:gd name="connsiteY18" fmla="*/ 5941720 h 6250474"/>
              <a:gd name="connsiteX19" fmla="*/ 1884575 w 11499601"/>
              <a:gd name="connsiteY19" fmla="*/ 5937508 h 6250474"/>
              <a:gd name="connsiteX20" fmla="*/ 1731597 w 11499601"/>
              <a:gd name="connsiteY20" fmla="*/ 5934968 h 6250474"/>
              <a:gd name="connsiteX21" fmla="*/ 1588500 w 11499601"/>
              <a:gd name="connsiteY21" fmla="*/ 5940418 h 6250474"/>
              <a:gd name="connsiteX22" fmla="*/ 671167 w 11499601"/>
              <a:gd name="connsiteY22" fmla="*/ 5948382 h 6250474"/>
              <a:gd name="connsiteX23" fmla="*/ 94741 w 11499601"/>
              <a:gd name="connsiteY23" fmla="*/ 5957415 h 6250474"/>
              <a:gd name="connsiteX24" fmla="*/ 37859 w 11499601"/>
              <a:gd name="connsiteY24" fmla="*/ 5876060 h 6250474"/>
              <a:gd name="connsiteX25" fmla="*/ 28975 w 11499601"/>
              <a:gd name="connsiteY25" fmla="*/ 2606888 h 6250474"/>
              <a:gd name="connsiteX26" fmla="*/ 33539 w 11499601"/>
              <a:gd name="connsiteY26" fmla="*/ 59860 h 6250474"/>
              <a:gd name="connsiteX27" fmla="*/ 39830 w 11499601"/>
              <a:gd name="connsiteY27" fmla="*/ 42028 h 6250474"/>
              <a:gd name="connsiteX28" fmla="*/ 88659 w 11499601"/>
              <a:gd name="connsiteY28" fmla="*/ 37282 h 6250474"/>
              <a:gd name="connsiteX29" fmla="*/ 301554 w 11499601"/>
              <a:gd name="connsiteY29" fmla="*/ 37282 h 6250474"/>
              <a:gd name="connsiteX30" fmla="*/ 416464 w 11499601"/>
              <a:gd name="connsiteY30" fmla="*/ 30725 h 6250474"/>
              <a:gd name="connsiteX31" fmla="*/ 907723 w 11499601"/>
              <a:gd name="connsiteY31" fmla="*/ 24269 h 6250474"/>
              <a:gd name="connsiteX32" fmla="*/ 3989089 w 11499601"/>
              <a:gd name="connsiteY32" fmla="*/ 29653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2161451 w 11499601"/>
              <a:gd name="connsiteY17" fmla="*/ 5941720 h 6250474"/>
              <a:gd name="connsiteX18" fmla="*/ 1884575 w 11499601"/>
              <a:gd name="connsiteY18" fmla="*/ 5937508 h 6250474"/>
              <a:gd name="connsiteX19" fmla="*/ 1731597 w 11499601"/>
              <a:gd name="connsiteY19" fmla="*/ 5934968 h 6250474"/>
              <a:gd name="connsiteX20" fmla="*/ 1588500 w 11499601"/>
              <a:gd name="connsiteY20" fmla="*/ 5940418 h 6250474"/>
              <a:gd name="connsiteX21" fmla="*/ 671167 w 11499601"/>
              <a:gd name="connsiteY21" fmla="*/ 5948382 h 6250474"/>
              <a:gd name="connsiteX22" fmla="*/ 94741 w 11499601"/>
              <a:gd name="connsiteY22" fmla="*/ 5957415 h 6250474"/>
              <a:gd name="connsiteX23" fmla="*/ 37859 w 11499601"/>
              <a:gd name="connsiteY23" fmla="*/ 5876060 h 6250474"/>
              <a:gd name="connsiteX24" fmla="*/ 28975 w 11499601"/>
              <a:gd name="connsiteY24" fmla="*/ 2606888 h 6250474"/>
              <a:gd name="connsiteX25" fmla="*/ 33539 w 11499601"/>
              <a:gd name="connsiteY25" fmla="*/ 59860 h 6250474"/>
              <a:gd name="connsiteX26" fmla="*/ 39830 w 11499601"/>
              <a:gd name="connsiteY26" fmla="*/ 42028 h 6250474"/>
              <a:gd name="connsiteX27" fmla="*/ 88659 w 11499601"/>
              <a:gd name="connsiteY27" fmla="*/ 37282 h 6250474"/>
              <a:gd name="connsiteX28" fmla="*/ 301554 w 11499601"/>
              <a:gd name="connsiteY28" fmla="*/ 37282 h 6250474"/>
              <a:gd name="connsiteX29" fmla="*/ 416464 w 11499601"/>
              <a:gd name="connsiteY29" fmla="*/ 30725 h 6250474"/>
              <a:gd name="connsiteX30" fmla="*/ 907723 w 11499601"/>
              <a:gd name="connsiteY30" fmla="*/ 24269 h 6250474"/>
              <a:gd name="connsiteX31" fmla="*/ 3989089 w 11499601"/>
              <a:gd name="connsiteY31" fmla="*/ 29653 h 6250474"/>
              <a:gd name="connsiteX32" fmla="*/ 9680053 w 11499601"/>
              <a:gd name="connsiteY32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5021779 w 11499601"/>
              <a:gd name="connsiteY10" fmla="*/ 5972741 h 6250474"/>
              <a:gd name="connsiteX11" fmla="*/ 3239306 w 11499601"/>
              <a:gd name="connsiteY11" fmla="*/ 5972741 h 6250474"/>
              <a:gd name="connsiteX12" fmla="*/ 3217554 w 11499601"/>
              <a:gd name="connsiteY12" fmla="*/ 6005912 h 6250474"/>
              <a:gd name="connsiteX13" fmla="*/ 3219866 w 11499601"/>
              <a:gd name="connsiteY13" fmla="*/ 6250474 h 6250474"/>
              <a:gd name="connsiteX14" fmla="*/ 2855432 w 11499601"/>
              <a:gd name="connsiteY14" fmla="*/ 6045972 h 6250474"/>
              <a:gd name="connsiteX15" fmla="*/ 2785655 w 11499601"/>
              <a:gd name="connsiteY15" fmla="*/ 5972741 h 6250474"/>
              <a:gd name="connsiteX16" fmla="*/ 2321880 w 11499601"/>
              <a:gd name="connsiteY16" fmla="*/ 5972741 h 6250474"/>
              <a:gd name="connsiteX17" fmla="*/ 1884575 w 11499601"/>
              <a:gd name="connsiteY17" fmla="*/ 5937508 h 6250474"/>
              <a:gd name="connsiteX18" fmla="*/ 1731597 w 11499601"/>
              <a:gd name="connsiteY18" fmla="*/ 5934968 h 6250474"/>
              <a:gd name="connsiteX19" fmla="*/ 1588500 w 11499601"/>
              <a:gd name="connsiteY19" fmla="*/ 5940418 h 6250474"/>
              <a:gd name="connsiteX20" fmla="*/ 671167 w 11499601"/>
              <a:gd name="connsiteY20" fmla="*/ 5948382 h 6250474"/>
              <a:gd name="connsiteX21" fmla="*/ 94741 w 11499601"/>
              <a:gd name="connsiteY21" fmla="*/ 5957415 h 6250474"/>
              <a:gd name="connsiteX22" fmla="*/ 37859 w 11499601"/>
              <a:gd name="connsiteY22" fmla="*/ 5876060 h 6250474"/>
              <a:gd name="connsiteX23" fmla="*/ 28975 w 11499601"/>
              <a:gd name="connsiteY23" fmla="*/ 2606888 h 6250474"/>
              <a:gd name="connsiteX24" fmla="*/ 33539 w 11499601"/>
              <a:gd name="connsiteY24" fmla="*/ 59860 h 6250474"/>
              <a:gd name="connsiteX25" fmla="*/ 39830 w 11499601"/>
              <a:gd name="connsiteY25" fmla="*/ 42028 h 6250474"/>
              <a:gd name="connsiteX26" fmla="*/ 88659 w 11499601"/>
              <a:gd name="connsiteY26" fmla="*/ 37282 h 6250474"/>
              <a:gd name="connsiteX27" fmla="*/ 301554 w 11499601"/>
              <a:gd name="connsiteY27" fmla="*/ 37282 h 6250474"/>
              <a:gd name="connsiteX28" fmla="*/ 416464 w 11499601"/>
              <a:gd name="connsiteY28" fmla="*/ 30725 h 6250474"/>
              <a:gd name="connsiteX29" fmla="*/ 907723 w 11499601"/>
              <a:gd name="connsiteY29" fmla="*/ 24269 h 6250474"/>
              <a:gd name="connsiteX30" fmla="*/ 3989089 w 11499601"/>
              <a:gd name="connsiteY30" fmla="*/ 29653 h 6250474"/>
              <a:gd name="connsiteX31" fmla="*/ 9680053 w 11499601"/>
              <a:gd name="connsiteY31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21779 w 11499601"/>
              <a:gd name="connsiteY9" fmla="*/ 5958809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11590 w 11499601"/>
              <a:gd name="connsiteY9" fmla="*/ 5989374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5001402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884575 w 11499601"/>
              <a:gd name="connsiteY16" fmla="*/ 5937508 h 6250474"/>
              <a:gd name="connsiteX17" fmla="*/ 1731597 w 11499601"/>
              <a:gd name="connsiteY17" fmla="*/ 5934968 h 6250474"/>
              <a:gd name="connsiteX18" fmla="*/ 1588500 w 11499601"/>
              <a:gd name="connsiteY18" fmla="*/ 5940418 h 6250474"/>
              <a:gd name="connsiteX19" fmla="*/ 671167 w 11499601"/>
              <a:gd name="connsiteY19" fmla="*/ 5948382 h 6250474"/>
              <a:gd name="connsiteX20" fmla="*/ 94741 w 11499601"/>
              <a:gd name="connsiteY20" fmla="*/ 5957415 h 6250474"/>
              <a:gd name="connsiteX21" fmla="*/ 37859 w 11499601"/>
              <a:gd name="connsiteY21" fmla="*/ 5876060 h 6250474"/>
              <a:gd name="connsiteX22" fmla="*/ 28975 w 11499601"/>
              <a:gd name="connsiteY22" fmla="*/ 2606888 h 6250474"/>
              <a:gd name="connsiteX23" fmla="*/ 33539 w 11499601"/>
              <a:gd name="connsiteY23" fmla="*/ 59860 h 6250474"/>
              <a:gd name="connsiteX24" fmla="*/ 39830 w 11499601"/>
              <a:gd name="connsiteY24" fmla="*/ 42028 h 6250474"/>
              <a:gd name="connsiteX25" fmla="*/ 88659 w 11499601"/>
              <a:gd name="connsiteY25" fmla="*/ 37282 h 6250474"/>
              <a:gd name="connsiteX26" fmla="*/ 301554 w 11499601"/>
              <a:gd name="connsiteY26" fmla="*/ 37282 h 6250474"/>
              <a:gd name="connsiteX27" fmla="*/ 416464 w 11499601"/>
              <a:gd name="connsiteY27" fmla="*/ 30725 h 6250474"/>
              <a:gd name="connsiteX28" fmla="*/ 907723 w 11499601"/>
              <a:gd name="connsiteY28" fmla="*/ 24269 h 6250474"/>
              <a:gd name="connsiteX29" fmla="*/ 3989089 w 11499601"/>
              <a:gd name="connsiteY29" fmla="*/ 29653 h 6250474"/>
              <a:gd name="connsiteX30" fmla="*/ 9680053 w 11499601"/>
              <a:gd name="connsiteY30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731597 w 11499601"/>
              <a:gd name="connsiteY16" fmla="*/ 5934968 h 6250474"/>
              <a:gd name="connsiteX17" fmla="*/ 1588500 w 11499601"/>
              <a:gd name="connsiteY17" fmla="*/ 5940418 h 6250474"/>
              <a:gd name="connsiteX18" fmla="*/ 671167 w 11499601"/>
              <a:gd name="connsiteY18" fmla="*/ 5948382 h 6250474"/>
              <a:gd name="connsiteX19" fmla="*/ 94741 w 11499601"/>
              <a:gd name="connsiteY19" fmla="*/ 5957415 h 6250474"/>
              <a:gd name="connsiteX20" fmla="*/ 37859 w 11499601"/>
              <a:gd name="connsiteY20" fmla="*/ 5876060 h 6250474"/>
              <a:gd name="connsiteX21" fmla="*/ 28975 w 11499601"/>
              <a:gd name="connsiteY21" fmla="*/ 2606888 h 6250474"/>
              <a:gd name="connsiteX22" fmla="*/ 33539 w 11499601"/>
              <a:gd name="connsiteY22" fmla="*/ 59860 h 6250474"/>
              <a:gd name="connsiteX23" fmla="*/ 39830 w 11499601"/>
              <a:gd name="connsiteY23" fmla="*/ 42028 h 6250474"/>
              <a:gd name="connsiteX24" fmla="*/ 88659 w 11499601"/>
              <a:gd name="connsiteY24" fmla="*/ 37282 h 6250474"/>
              <a:gd name="connsiteX25" fmla="*/ 301554 w 11499601"/>
              <a:gd name="connsiteY25" fmla="*/ 37282 h 6250474"/>
              <a:gd name="connsiteX26" fmla="*/ 416464 w 11499601"/>
              <a:gd name="connsiteY26" fmla="*/ 30725 h 6250474"/>
              <a:gd name="connsiteX27" fmla="*/ 907723 w 11499601"/>
              <a:gd name="connsiteY27" fmla="*/ 24269 h 6250474"/>
              <a:gd name="connsiteX28" fmla="*/ 3989089 w 11499601"/>
              <a:gd name="connsiteY28" fmla="*/ 29653 h 6250474"/>
              <a:gd name="connsiteX29" fmla="*/ 9680053 w 11499601"/>
              <a:gd name="connsiteY29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88500 w 11499601"/>
              <a:gd name="connsiteY16" fmla="*/ 5940418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21880 w 11499601"/>
              <a:gd name="connsiteY15" fmla="*/ 5972741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16786 w 11499601"/>
              <a:gd name="connsiteY15" fmla="*/ 5901423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1552841 w 11499601"/>
              <a:gd name="connsiteY16" fmla="*/ 5965889 h 6250474"/>
              <a:gd name="connsiteX17" fmla="*/ 671167 w 11499601"/>
              <a:gd name="connsiteY17" fmla="*/ 5948382 h 6250474"/>
              <a:gd name="connsiteX18" fmla="*/ 94741 w 11499601"/>
              <a:gd name="connsiteY18" fmla="*/ 5957415 h 6250474"/>
              <a:gd name="connsiteX19" fmla="*/ 37859 w 11499601"/>
              <a:gd name="connsiteY19" fmla="*/ 5876060 h 6250474"/>
              <a:gd name="connsiteX20" fmla="*/ 28975 w 11499601"/>
              <a:gd name="connsiteY20" fmla="*/ 2606888 h 6250474"/>
              <a:gd name="connsiteX21" fmla="*/ 33539 w 11499601"/>
              <a:gd name="connsiteY21" fmla="*/ 59860 h 6250474"/>
              <a:gd name="connsiteX22" fmla="*/ 39830 w 11499601"/>
              <a:gd name="connsiteY22" fmla="*/ 42028 h 6250474"/>
              <a:gd name="connsiteX23" fmla="*/ 88659 w 11499601"/>
              <a:gd name="connsiteY23" fmla="*/ 37282 h 6250474"/>
              <a:gd name="connsiteX24" fmla="*/ 301554 w 11499601"/>
              <a:gd name="connsiteY24" fmla="*/ 37282 h 6250474"/>
              <a:gd name="connsiteX25" fmla="*/ 416464 w 11499601"/>
              <a:gd name="connsiteY25" fmla="*/ 30725 h 6250474"/>
              <a:gd name="connsiteX26" fmla="*/ 907723 w 11499601"/>
              <a:gd name="connsiteY26" fmla="*/ 24269 h 6250474"/>
              <a:gd name="connsiteX27" fmla="*/ 3989089 w 11499601"/>
              <a:gd name="connsiteY27" fmla="*/ 29653 h 6250474"/>
              <a:gd name="connsiteX28" fmla="*/ 9680053 w 11499601"/>
              <a:gd name="connsiteY28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71167 w 11499601"/>
              <a:gd name="connsiteY16" fmla="*/ 5948382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55432 w 11499601"/>
              <a:gd name="connsiteY13" fmla="*/ 6045972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84193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5500 h 6255974"/>
              <a:gd name="connsiteX1" fmla="*/ 11263634 w 11499601"/>
              <a:gd name="connsiteY1" fmla="*/ 16394 h 6255974"/>
              <a:gd name="connsiteX2" fmla="*/ 11499601 w 11499601"/>
              <a:gd name="connsiteY2" fmla="*/ 64794 h 6255974"/>
              <a:gd name="connsiteX3" fmla="*/ 11496115 w 11499601"/>
              <a:gd name="connsiteY3" fmla="*/ 338710 h 6255974"/>
              <a:gd name="connsiteX4" fmla="*/ 11496626 w 11499601"/>
              <a:gd name="connsiteY4" fmla="*/ 807372 h 6255974"/>
              <a:gd name="connsiteX5" fmla="*/ 11482477 w 11499601"/>
              <a:gd name="connsiteY5" fmla="*/ 1840079 h 6255974"/>
              <a:gd name="connsiteX6" fmla="*/ 11478714 w 11499601"/>
              <a:gd name="connsiteY6" fmla="*/ 3525714 h 6255974"/>
              <a:gd name="connsiteX7" fmla="*/ 11419375 w 11499601"/>
              <a:gd name="connsiteY7" fmla="*/ 5987933 h 6255974"/>
              <a:gd name="connsiteX8" fmla="*/ 5959453 w 11499601"/>
              <a:gd name="connsiteY8" fmla="*/ 5978886 h 6255974"/>
              <a:gd name="connsiteX9" fmla="*/ 4858766 w 11499601"/>
              <a:gd name="connsiteY9" fmla="*/ 6005062 h 6255974"/>
              <a:gd name="connsiteX10" fmla="*/ 3239306 w 11499601"/>
              <a:gd name="connsiteY10" fmla="*/ 5978241 h 6255974"/>
              <a:gd name="connsiteX11" fmla="*/ 3217554 w 11499601"/>
              <a:gd name="connsiteY11" fmla="*/ 6011412 h 6255974"/>
              <a:gd name="connsiteX12" fmla="*/ 3219866 w 11499601"/>
              <a:gd name="connsiteY12" fmla="*/ 6255974 h 6255974"/>
              <a:gd name="connsiteX13" fmla="*/ 2870715 w 11499601"/>
              <a:gd name="connsiteY13" fmla="*/ 6061661 h 6255974"/>
              <a:gd name="connsiteX14" fmla="*/ 2785655 w 11499601"/>
              <a:gd name="connsiteY14" fmla="*/ 5978241 h 6255974"/>
              <a:gd name="connsiteX15" fmla="*/ 2301504 w 11499601"/>
              <a:gd name="connsiteY15" fmla="*/ 5973147 h 6255974"/>
              <a:gd name="connsiteX16" fmla="*/ 666073 w 11499601"/>
              <a:gd name="connsiteY16" fmla="*/ 5964071 h 6255974"/>
              <a:gd name="connsiteX17" fmla="*/ 94741 w 11499601"/>
              <a:gd name="connsiteY17" fmla="*/ 5962915 h 6255974"/>
              <a:gd name="connsiteX18" fmla="*/ 37859 w 11499601"/>
              <a:gd name="connsiteY18" fmla="*/ 5881560 h 6255974"/>
              <a:gd name="connsiteX19" fmla="*/ 28975 w 11499601"/>
              <a:gd name="connsiteY19" fmla="*/ 2612388 h 6255974"/>
              <a:gd name="connsiteX20" fmla="*/ 33539 w 11499601"/>
              <a:gd name="connsiteY20" fmla="*/ 65360 h 6255974"/>
              <a:gd name="connsiteX21" fmla="*/ 39830 w 11499601"/>
              <a:gd name="connsiteY21" fmla="*/ 47528 h 6255974"/>
              <a:gd name="connsiteX22" fmla="*/ 88659 w 11499601"/>
              <a:gd name="connsiteY22" fmla="*/ 42782 h 6255974"/>
              <a:gd name="connsiteX23" fmla="*/ 301554 w 11499601"/>
              <a:gd name="connsiteY23" fmla="*/ 42782 h 6255974"/>
              <a:gd name="connsiteX24" fmla="*/ 416464 w 11499601"/>
              <a:gd name="connsiteY24" fmla="*/ 36225 h 6255974"/>
              <a:gd name="connsiteX25" fmla="*/ 907723 w 11499601"/>
              <a:gd name="connsiteY25" fmla="*/ 29769 h 6255974"/>
              <a:gd name="connsiteX26" fmla="*/ 3989089 w 11499601"/>
              <a:gd name="connsiteY26" fmla="*/ 35153 h 6255974"/>
              <a:gd name="connsiteX27" fmla="*/ 9680053 w 11499601"/>
              <a:gd name="connsiteY27" fmla="*/ 5500 h 62559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5929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6115 w 11499601"/>
              <a:gd name="connsiteY3" fmla="*/ 33321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  <a:gd name="connsiteX0" fmla="*/ 9680053 w 11499601"/>
              <a:gd name="connsiteY0" fmla="*/ 0 h 6250474"/>
              <a:gd name="connsiteX1" fmla="*/ 11263634 w 11499601"/>
              <a:gd name="connsiteY1" fmla="*/ 10894 h 6250474"/>
              <a:gd name="connsiteX2" fmla="*/ 11499601 w 11499601"/>
              <a:gd name="connsiteY2" fmla="*/ 39374 h 6250474"/>
              <a:gd name="connsiteX3" fmla="*/ 11491172 w 11499601"/>
              <a:gd name="connsiteY3" fmla="*/ 313290 h 6250474"/>
              <a:gd name="connsiteX4" fmla="*/ 11496626 w 11499601"/>
              <a:gd name="connsiteY4" fmla="*/ 801872 h 6250474"/>
              <a:gd name="connsiteX5" fmla="*/ 11482477 w 11499601"/>
              <a:gd name="connsiteY5" fmla="*/ 1834579 h 6250474"/>
              <a:gd name="connsiteX6" fmla="*/ 11478714 w 11499601"/>
              <a:gd name="connsiteY6" fmla="*/ 3520214 h 6250474"/>
              <a:gd name="connsiteX7" fmla="*/ 11419375 w 11499601"/>
              <a:gd name="connsiteY7" fmla="*/ 5982433 h 6250474"/>
              <a:gd name="connsiteX8" fmla="*/ 5959453 w 11499601"/>
              <a:gd name="connsiteY8" fmla="*/ 5973386 h 6250474"/>
              <a:gd name="connsiteX9" fmla="*/ 4858766 w 11499601"/>
              <a:gd name="connsiteY9" fmla="*/ 5999562 h 6250474"/>
              <a:gd name="connsiteX10" fmla="*/ 3239306 w 11499601"/>
              <a:gd name="connsiteY10" fmla="*/ 5972741 h 6250474"/>
              <a:gd name="connsiteX11" fmla="*/ 3217554 w 11499601"/>
              <a:gd name="connsiteY11" fmla="*/ 6005912 h 6250474"/>
              <a:gd name="connsiteX12" fmla="*/ 3219866 w 11499601"/>
              <a:gd name="connsiteY12" fmla="*/ 6250474 h 6250474"/>
              <a:gd name="connsiteX13" fmla="*/ 2870715 w 11499601"/>
              <a:gd name="connsiteY13" fmla="*/ 6056161 h 6250474"/>
              <a:gd name="connsiteX14" fmla="*/ 2785655 w 11499601"/>
              <a:gd name="connsiteY14" fmla="*/ 5972741 h 6250474"/>
              <a:gd name="connsiteX15" fmla="*/ 2301504 w 11499601"/>
              <a:gd name="connsiteY15" fmla="*/ 5967647 h 6250474"/>
              <a:gd name="connsiteX16" fmla="*/ 666073 w 11499601"/>
              <a:gd name="connsiteY16" fmla="*/ 5958571 h 6250474"/>
              <a:gd name="connsiteX17" fmla="*/ 94741 w 11499601"/>
              <a:gd name="connsiteY17" fmla="*/ 5957415 h 6250474"/>
              <a:gd name="connsiteX18" fmla="*/ 37859 w 11499601"/>
              <a:gd name="connsiteY18" fmla="*/ 5876060 h 6250474"/>
              <a:gd name="connsiteX19" fmla="*/ 28975 w 11499601"/>
              <a:gd name="connsiteY19" fmla="*/ 2606888 h 6250474"/>
              <a:gd name="connsiteX20" fmla="*/ 33539 w 11499601"/>
              <a:gd name="connsiteY20" fmla="*/ 59860 h 6250474"/>
              <a:gd name="connsiteX21" fmla="*/ 39830 w 11499601"/>
              <a:gd name="connsiteY21" fmla="*/ 42028 h 6250474"/>
              <a:gd name="connsiteX22" fmla="*/ 88659 w 11499601"/>
              <a:gd name="connsiteY22" fmla="*/ 37282 h 6250474"/>
              <a:gd name="connsiteX23" fmla="*/ 301554 w 11499601"/>
              <a:gd name="connsiteY23" fmla="*/ 37282 h 6250474"/>
              <a:gd name="connsiteX24" fmla="*/ 416464 w 11499601"/>
              <a:gd name="connsiteY24" fmla="*/ 30725 h 6250474"/>
              <a:gd name="connsiteX25" fmla="*/ 907723 w 11499601"/>
              <a:gd name="connsiteY25" fmla="*/ 24269 h 6250474"/>
              <a:gd name="connsiteX26" fmla="*/ 3989089 w 11499601"/>
              <a:gd name="connsiteY26" fmla="*/ 29653 h 6250474"/>
              <a:gd name="connsiteX27" fmla="*/ 9680053 w 11499601"/>
              <a:gd name="connsiteY27" fmla="*/ 0 h 6250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499601" h="6250474">
                <a:moveTo>
                  <a:pt x="9680053" y="0"/>
                </a:moveTo>
                <a:lnTo>
                  <a:pt x="11263634" y="10894"/>
                </a:lnTo>
                <a:cubicBezTo>
                  <a:pt x="11382518" y="17609"/>
                  <a:pt x="11483635" y="5293"/>
                  <a:pt x="11499601" y="39374"/>
                </a:cubicBezTo>
                <a:lnTo>
                  <a:pt x="11491172" y="313290"/>
                </a:lnTo>
                <a:cubicBezTo>
                  <a:pt x="11491342" y="469511"/>
                  <a:pt x="11496456" y="645651"/>
                  <a:pt x="11496626" y="801872"/>
                </a:cubicBezTo>
                <a:cubicBezTo>
                  <a:pt x="11485119" y="918570"/>
                  <a:pt x="11483798" y="1773917"/>
                  <a:pt x="11482477" y="1834579"/>
                </a:cubicBezTo>
                <a:cubicBezTo>
                  <a:pt x="11462397" y="2645173"/>
                  <a:pt x="11489491" y="2970847"/>
                  <a:pt x="11478714" y="3520214"/>
                </a:cubicBezTo>
                <a:cubicBezTo>
                  <a:pt x="11462615" y="5654060"/>
                  <a:pt x="11560172" y="6010354"/>
                  <a:pt x="11419375" y="5982433"/>
                </a:cubicBezTo>
                <a:cubicBezTo>
                  <a:pt x="9251879" y="6044921"/>
                  <a:pt x="7569480" y="6004728"/>
                  <a:pt x="5959453" y="5973386"/>
                </a:cubicBezTo>
                <a:lnTo>
                  <a:pt x="4858766" y="5999562"/>
                </a:lnTo>
                <a:lnTo>
                  <a:pt x="3239306" y="5972741"/>
                </a:lnTo>
                <a:lnTo>
                  <a:pt x="3217554" y="6005912"/>
                </a:lnTo>
                <a:cubicBezTo>
                  <a:pt x="3195952" y="6047442"/>
                  <a:pt x="3201415" y="6144511"/>
                  <a:pt x="3219866" y="6250474"/>
                </a:cubicBezTo>
                <a:cubicBezTo>
                  <a:pt x="3113618" y="6201492"/>
                  <a:pt x="2980145" y="6145854"/>
                  <a:pt x="2870715" y="6056161"/>
                </a:cubicBezTo>
                <a:lnTo>
                  <a:pt x="2785655" y="5972741"/>
                </a:lnTo>
                <a:lnTo>
                  <a:pt x="2301504" y="5967647"/>
                </a:lnTo>
                <a:lnTo>
                  <a:pt x="666073" y="5958571"/>
                </a:lnTo>
                <a:cubicBezTo>
                  <a:pt x="416338" y="5959078"/>
                  <a:pt x="199443" y="5971167"/>
                  <a:pt x="94741" y="5957415"/>
                </a:cubicBezTo>
                <a:cubicBezTo>
                  <a:pt x="-9961" y="5943663"/>
                  <a:pt x="43390" y="5957506"/>
                  <a:pt x="37859" y="5876060"/>
                </a:cubicBezTo>
                <a:cubicBezTo>
                  <a:pt x="13485" y="5737802"/>
                  <a:pt x="42281" y="4414258"/>
                  <a:pt x="28975" y="2606888"/>
                </a:cubicBezTo>
                <a:cubicBezTo>
                  <a:pt x="-19249" y="1512253"/>
                  <a:pt x="110" y="488851"/>
                  <a:pt x="33539" y="59860"/>
                </a:cubicBezTo>
                <a:cubicBezTo>
                  <a:pt x="34137" y="52184"/>
                  <a:pt x="36271" y="46366"/>
                  <a:pt x="39830" y="42028"/>
                </a:cubicBezTo>
                <a:lnTo>
                  <a:pt x="88659" y="37282"/>
                </a:lnTo>
                <a:lnTo>
                  <a:pt x="301554" y="37282"/>
                </a:lnTo>
                <a:lnTo>
                  <a:pt x="416464" y="30725"/>
                </a:lnTo>
                <a:lnTo>
                  <a:pt x="907723" y="24269"/>
                </a:lnTo>
                <a:lnTo>
                  <a:pt x="3989089" y="29653"/>
                </a:lnTo>
                <a:lnTo>
                  <a:pt x="9680053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2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47" r:id="rId6"/>
    <p:sldLayoutId id="2147483843" r:id="rId7"/>
    <p:sldLayoutId id="2147483844" r:id="rId8"/>
    <p:sldLayoutId id="2147483845" r:id="rId9"/>
    <p:sldLayoutId id="2147483846" r:id="rId10"/>
    <p:sldLayoutId id="214748384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b="1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SzPct val="73000"/>
        <a:buFontTx/>
        <a:buNone/>
        <a:defRPr sz="3200" b="1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18288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800" b="1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0000"/>
        </a:lnSpc>
        <a:spcBef>
          <a:spcPts val="500"/>
        </a:spcBef>
        <a:buSzPct val="73000"/>
        <a:buFontTx/>
        <a:buNone/>
        <a:defRPr sz="24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500"/>
        </a:spcBef>
        <a:buSzPct val="73000"/>
        <a:buFont typeface="Arial" panose="020B0604020202020204" pitchFamily="34" charset="0"/>
        <a:buChar char="•"/>
        <a:defRPr sz="2000" b="1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00000"/>
        </a:lnSpc>
        <a:spcBef>
          <a:spcPts val="500"/>
        </a:spcBef>
        <a:buSzPct val="73000"/>
        <a:buFontTx/>
        <a:buNone/>
        <a:defRPr sz="20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3A1188B-F6D0-454F-8265-790DD27A8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having a discussion&#10;&#10;Description automatically generated with medium confidence">
            <a:extLst>
              <a:ext uri="{FF2B5EF4-FFF2-40B4-BE49-F238E27FC236}">
                <a16:creationId xmlns:a16="http://schemas.microsoft.com/office/drawing/2014/main" id="{8B13EF11-BE5A-4B50-BAF2-2A74CEE15C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01" b="1111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1508670-65E0-4939-8E5D-98D071CA1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57046">
            <a:off x="543795" y="3143470"/>
            <a:ext cx="5212440" cy="3679176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1601" h="725962">
                <a:moveTo>
                  <a:pt x="284667" y="725962"/>
                </a:moveTo>
                <a:cubicBezTo>
                  <a:pt x="313242" y="686910"/>
                  <a:pt x="340657" y="666797"/>
                  <a:pt x="430018" y="637285"/>
                </a:cubicBezTo>
                <a:cubicBezTo>
                  <a:pt x="519379" y="607773"/>
                  <a:pt x="700342" y="633664"/>
                  <a:pt x="820834" y="548891"/>
                </a:cubicBezTo>
                <a:cubicBezTo>
                  <a:pt x="941325" y="464119"/>
                  <a:pt x="978945" y="348264"/>
                  <a:pt x="954560" y="257809"/>
                </a:cubicBezTo>
                <a:cubicBezTo>
                  <a:pt x="930175" y="167354"/>
                  <a:pt x="880075" y="31018"/>
                  <a:pt x="674525" y="6158"/>
                </a:cubicBezTo>
                <a:cubicBezTo>
                  <a:pt x="468976" y="-18702"/>
                  <a:pt x="105460" y="25908"/>
                  <a:pt x="15300" y="247141"/>
                </a:cubicBezTo>
                <a:cubicBezTo>
                  <a:pt x="-20133" y="410209"/>
                  <a:pt x="-9465" y="576801"/>
                  <a:pt x="217325" y="651191"/>
                </a:cubicBezTo>
                <a:cubicBezTo>
                  <a:pt x="270475" y="669193"/>
                  <a:pt x="284667" y="725962"/>
                  <a:pt x="284667" y="725962"/>
                </a:cubicBez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A680864-F353-4128-88F8-98E04FD76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57046">
            <a:off x="514767" y="3191764"/>
            <a:ext cx="5212440" cy="3679176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61601"/>
              <a:gd name="connsiteY0" fmla="*/ 725435 h 725435"/>
              <a:gd name="connsiteX1" fmla="*/ 430018 w 961601"/>
              <a:gd name="connsiteY1" fmla="*/ 636758 h 725435"/>
              <a:gd name="connsiteX2" fmla="*/ 820834 w 961601"/>
              <a:gd name="connsiteY2" fmla="*/ 548364 h 725435"/>
              <a:gd name="connsiteX3" fmla="*/ 954560 w 961601"/>
              <a:gd name="connsiteY3" fmla="*/ 257282 h 725435"/>
              <a:gd name="connsiteX4" fmla="*/ 674525 w 961601"/>
              <a:gd name="connsiteY4" fmla="*/ 5631 h 725435"/>
              <a:gd name="connsiteX5" fmla="*/ 15300 w 961601"/>
              <a:gd name="connsiteY5" fmla="*/ 246614 h 725435"/>
              <a:gd name="connsiteX6" fmla="*/ 217325 w 961601"/>
              <a:gd name="connsiteY6" fmla="*/ 650664 h 725435"/>
              <a:gd name="connsiteX7" fmla="*/ 284667 w 961601"/>
              <a:gd name="connsiteY7" fmla="*/ 725435 h 725435"/>
              <a:gd name="connsiteX0" fmla="*/ 284667 w 961601"/>
              <a:gd name="connsiteY0" fmla="*/ 725962 h 725962"/>
              <a:gd name="connsiteX1" fmla="*/ 430018 w 961601"/>
              <a:gd name="connsiteY1" fmla="*/ 637285 h 725962"/>
              <a:gd name="connsiteX2" fmla="*/ 820834 w 961601"/>
              <a:gd name="connsiteY2" fmla="*/ 548891 h 725962"/>
              <a:gd name="connsiteX3" fmla="*/ 954560 w 961601"/>
              <a:gd name="connsiteY3" fmla="*/ 257809 h 725962"/>
              <a:gd name="connsiteX4" fmla="*/ 674525 w 961601"/>
              <a:gd name="connsiteY4" fmla="*/ 6158 h 725962"/>
              <a:gd name="connsiteX5" fmla="*/ 15300 w 961601"/>
              <a:gd name="connsiteY5" fmla="*/ 247141 h 725962"/>
              <a:gd name="connsiteX6" fmla="*/ 217325 w 961601"/>
              <a:gd name="connsiteY6" fmla="*/ 651191 h 725962"/>
              <a:gd name="connsiteX7" fmla="*/ 284667 w 961601"/>
              <a:gd name="connsiteY7" fmla="*/ 725962 h 72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1601" h="725962">
                <a:moveTo>
                  <a:pt x="284667" y="725962"/>
                </a:moveTo>
                <a:cubicBezTo>
                  <a:pt x="313242" y="686910"/>
                  <a:pt x="340657" y="666797"/>
                  <a:pt x="430018" y="637285"/>
                </a:cubicBezTo>
                <a:cubicBezTo>
                  <a:pt x="519379" y="607773"/>
                  <a:pt x="700342" y="633664"/>
                  <a:pt x="820834" y="548891"/>
                </a:cubicBezTo>
                <a:cubicBezTo>
                  <a:pt x="941325" y="464119"/>
                  <a:pt x="978945" y="348264"/>
                  <a:pt x="954560" y="257809"/>
                </a:cubicBezTo>
                <a:cubicBezTo>
                  <a:pt x="930175" y="167354"/>
                  <a:pt x="880075" y="31018"/>
                  <a:pt x="674525" y="6158"/>
                </a:cubicBezTo>
                <a:cubicBezTo>
                  <a:pt x="468976" y="-18702"/>
                  <a:pt x="105460" y="25908"/>
                  <a:pt x="15300" y="247141"/>
                </a:cubicBezTo>
                <a:cubicBezTo>
                  <a:pt x="-20133" y="410209"/>
                  <a:pt x="-9465" y="576801"/>
                  <a:pt x="217325" y="651191"/>
                </a:cubicBezTo>
                <a:cubicBezTo>
                  <a:pt x="270475" y="669193"/>
                  <a:pt x="284667" y="725962"/>
                  <a:pt x="284667" y="725962"/>
                </a:cubicBez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D7CD1-21B7-436D-B39A-B7BA04A78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981" y="3823855"/>
            <a:ext cx="4477789" cy="1706880"/>
          </a:xfrm>
        </p:spPr>
        <p:txBody>
          <a:bodyPr anchor="b">
            <a:normAutofit/>
          </a:bodyPr>
          <a:lstStyle/>
          <a:p>
            <a:r>
              <a:rPr lang="en-US"/>
              <a:t>Story</a:t>
            </a:r>
            <a:br>
              <a:rPr lang="en-US"/>
            </a:br>
            <a:r>
              <a:rPr lang="en-US"/>
              <a:t>Races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099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8E898BD-E486-4B36-BE62-17938B5D2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30247-616C-4848-AEAF-C19A7BCF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90" y="5286564"/>
            <a:ext cx="9770990" cy="1028948"/>
          </a:xfrm>
        </p:spPr>
        <p:txBody>
          <a:bodyPr>
            <a:normAutofit/>
          </a:bodyPr>
          <a:lstStyle/>
          <a:p>
            <a:pPr algn="ctr"/>
            <a:r>
              <a:rPr lang="en-US"/>
              <a:t>How to do</a:t>
            </a:r>
            <a:endParaRPr lang="en-ID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FB7394-C898-4857-BD32-4D13183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6343" y="245760"/>
            <a:ext cx="11426356" cy="4871247"/>
          </a:xfrm>
          <a:custGeom>
            <a:avLst/>
            <a:gdLst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34742 w 11603130"/>
              <a:gd name="connsiteY11" fmla="*/ 5912754 h 6362961"/>
              <a:gd name="connsiteX12" fmla="*/ 8343333 w 11603130"/>
              <a:gd name="connsiteY12" fmla="*/ 6362961 h 6362961"/>
              <a:gd name="connsiteX13" fmla="*/ 8951337 w 11603130"/>
              <a:gd name="connsiteY13" fmla="*/ 5912879 h 6362961"/>
              <a:gd name="connsiteX14" fmla="*/ 9710371 w 11603130"/>
              <a:gd name="connsiteY14" fmla="*/ 5911624 h 6362961"/>
              <a:gd name="connsiteX15" fmla="*/ 9804791 w 11603130"/>
              <a:gd name="connsiteY15" fmla="*/ 5908320 h 6362961"/>
              <a:gd name="connsiteX16" fmla="*/ 9863784 w 11603130"/>
              <a:gd name="connsiteY16" fmla="*/ 5909115 h 6362961"/>
              <a:gd name="connsiteX17" fmla="*/ 10007288 w 11603130"/>
              <a:gd name="connsiteY17" fmla="*/ 5914499 h 6362961"/>
              <a:gd name="connsiteX18" fmla="*/ 10927227 w 11603130"/>
              <a:gd name="connsiteY18" fmla="*/ 5922366 h 6362961"/>
              <a:gd name="connsiteX19" fmla="*/ 11562333 w 11603130"/>
              <a:gd name="connsiteY19" fmla="*/ 5906085 h 6362961"/>
              <a:gd name="connsiteX20" fmla="*/ 11571244 w 11603130"/>
              <a:gd name="connsiteY20" fmla="*/ 2621674 h 6362961"/>
              <a:gd name="connsiteX21" fmla="*/ 11561892 w 11603130"/>
              <a:gd name="connsiteY21" fmla="*/ 176313 h 6362961"/>
              <a:gd name="connsiteX22" fmla="*/ 11289537 w 11603130"/>
              <a:gd name="connsiteY22" fmla="*/ 107615 h 6362961"/>
              <a:gd name="connsiteX23" fmla="*/ 10689999 w 11603130"/>
              <a:gd name="connsiteY23" fmla="*/ 70591 h 6362961"/>
              <a:gd name="connsiteX24" fmla="*/ 7599878 w 11603130"/>
              <a:gd name="connsiteY24" fmla="*/ 7591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34742 w 11603130"/>
              <a:gd name="connsiteY11" fmla="*/ 5912754 h 6362961"/>
              <a:gd name="connsiteX12" fmla="*/ 8343333 w 11603130"/>
              <a:gd name="connsiteY12" fmla="*/ 6362961 h 6362961"/>
              <a:gd name="connsiteX13" fmla="*/ 8951337 w 11603130"/>
              <a:gd name="connsiteY13" fmla="*/ 5912879 h 6362961"/>
              <a:gd name="connsiteX14" fmla="*/ 9710371 w 11603130"/>
              <a:gd name="connsiteY14" fmla="*/ 5911624 h 6362961"/>
              <a:gd name="connsiteX15" fmla="*/ 9804791 w 11603130"/>
              <a:gd name="connsiteY15" fmla="*/ 5908320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34742 w 11603130"/>
              <a:gd name="connsiteY11" fmla="*/ 5912754 h 6362961"/>
              <a:gd name="connsiteX12" fmla="*/ 8343333 w 11603130"/>
              <a:gd name="connsiteY12" fmla="*/ 6362961 h 6362961"/>
              <a:gd name="connsiteX13" fmla="*/ 8951337 w 11603130"/>
              <a:gd name="connsiteY13" fmla="*/ 5912879 h 6362961"/>
              <a:gd name="connsiteX14" fmla="*/ 9710371 w 11603130"/>
              <a:gd name="connsiteY14" fmla="*/ 5911624 h 6362961"/>
              <a:gd name="connsiteX15" fmla="*/ 10007288 w 11603130"/>
              <a:gd name="connsiteY15" fmla="*/ 5914499 h 6362961"/>
              <a:gd name="connsiteX16" fmla="*/ 10927227 w 11603130"/>
              <a:gd name="connsiteY16" fmla="*/ 5922366 h 6362961"/>
              <a:gd name="connsiteX17" fmla="*/ 11562333 w 11603130"/>
              <a:gd name="connsiteY17" fmla="*/ 5906085 h 6362961"/>
              <a:gd name="connsiteX18" fmla="*/ 11571244 w 11603130"/>
              <a:gd name="connsiteY18" fmla="*/ 2621674 h 6362961"/>
              <a:gd name="connsiteX19" fmla="*/ 11561892 w 11603130"/>
              <a:gd name="connsiteY19" fmla="*/ 176313 h 6362961"/>
              <a:gd name="connsiteX20" fmla="*/ 11289537 w 11603130"/>
              <a:gd name="connsiteY20" fmla="*/ 107615 h 6362961"/>
              <a:gd name="connsiteX21" fmla="*/ 10689999 w 11603130"/>
              <a:gd name="connsiteY21" fmla="*/ 70591 h 6362961"/>
              <a:gd name="connsiteX22" fmla="*/ 7599878 w 11603130"/>
              <a:gd name="connsiteY22" fmla="*/ 75910 h 6362961"/>
              <a:gd name="connsiteX23" fmla="*/ 1892744 w 11603130"/>
              <a:gd name="connsiteY23" fmla="*/ 0 h 6362961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8143603 w 11603130"/>
              <a:gd name="connsiteY9" fmla="*/ 5913030 h 6472442"/>
              <a:gd name="connsiteX10" fmla="*/ 8168400 w 11603130"/>
              <a:gd name="connsiteY10" fmla="*/ 5914173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3 w 11603130"/>
              <a:gd name="connsiteY17" fmla="*/ 5906085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8143603 w 11603130"/>
              <a:gd name="connsiteY9" fmla="*/ 5913030 h 6472442"/>
              <a:gd name="connsiteX10" fmla="*/ 8168401 w 11603130"/>
              <a:gd name="connsiteY10" fmla="*/ 5646549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3 w 11603130"/>
              <a:gd name="connsiteY17" fmla="*/ 5906085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168401 w 11603130"/>
              <a:gd name="connsiteY10" fmla="*/ 5646549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3 w 11603130"/>
              <a:gd name="connsiteY17" fmla="*/ 5906085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3 w 11603130"/>
              <a:gd name="connsiteY17" fmla="*/ 5906085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4 w 11603130"/>
              <a:gd name="connsiteY17" fmla="*/ 5918251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4 w 11603130"/>
              <a:gd name="connsiteY17" fmla="*/ 5918251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927227 w 11603130"/>
              <a:gd name="connsiteY15" fmla="*/ 5922366 h 6472442"/>
              <a:gd name="connsiteX16" fmla="*/ 11562334 w 11603130"/>
              <a:gd name="connsiteY16" fmla="*/ 5918251 h 6472442"/>
              <a:gd name="connsiteX17" fmla="*/ 11571244 w 11603130"/>
              <a:gd name="connsiteY17" fmla="*/ 2621674 h 6472442"/>
              <a:gd name="connsiteX18" fmla="*/ 11561892 w 11603130"/>
              <a:gd name="connsiteY18" fmla="*/ 176313 h 6472442"/>
              <a:gd name="connsiteX19" fmla="*/ 11289537 w 11603130"/>
              <a:gd name="connsiteY19" fmla="*/ 107615 h 6472442"/>
              <a:gd name="connsiteX20" fmla="*/ 10689999 w 11603130"/>
              <a:gd name="connsiteY20" fmla="*/ 70591 h 6472442"/>
              <a:gd name="connsiteX21" fmla="*/ 7599878 w 11603130"/>
              <a:gd name="connsiteY21" fmla="*/ 75910 h 6472442"/>
              <a:gd name="connsiteX22" fmla="*/ 1892744 w 11603130"/>
              <a:gd name="connsiteY22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74882 w 11603130"/>
              <a:gd name="connsiteY14" fmla="*/ 5899460 h 6472442"/>
              <a:gd name="connsiteX15" fmla="*/ 10927227 w 11603130"/>
              <a:gd name="connsiteY15" fmla="*/ 5922366 h 6472442"/>
              <a:gd name="connsiteX16" fmla="*/ 11562334 w 11603130"/>
              <a:gd name="connsiteY16" fmla="*/ 5918251 h 6472442"/>
              <a:gd name="connsiteX17" fmla="*/ 11571244 w 11603130"/>
              <a:gd name="connsiteY17" fmla="*/ 2621674 h 6472442"/>
              <a:gd name="connsiteX18" fmla="*/ 11561892 w 11603130"/>
              <a:gd name="connsiteY18" fmla="*/ 176313 h 6472442"/>
              <a:gd name="connsiteX19" fmla="*/ 11289537 w 11603130"/>
              <a:gd name="connsiteY19" fmla="*/ 107615 h 6472442"/>
              <a:gd name="connsiteX20" fmla="*/ 10689999 w 11603130"/>
              <a:gd name="connsiteY20" fmla="*/ 70591 h 6472442"/>
              <a:gd name="connsiteX21" fmla="*/ 7599878 w 11603130"/>
              <a:gd name="connsiteY21" fmla="*/ 75910 h 6472442"/>
              <a:gd name="connsiteX22" fmla="*/ 1892744 w 11603130"/>
              <a:gd name="connsiteY22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74882 w 11603130"/>
              <a:gd name="connsiteY14" fmla="*/ 5899460 h 6472442"/>
              <a:gd name="connsiteX15" fmla="*/ 10927227 w 11603130"/>
              <a:gd name="connsiteY15" fmla="*/ 5922366 h 6472442"/>
              <a:gd name="connsiteX16" fmla="*/ 11562334 w 11603130"/>
              <a:gd name="connsiteY16" fmla="*/ 5918251 h 6472442"/>
              <a:gd name="connsiteX17" fmla="*/ 11571244 w 11603130"/>
              <a:gd name="connsiteY17" fmla="*/ 2621674 h 6472442"/>
              <a:gd name="connsiteX18" fmla="*/ 11561892 w 11603130"/>
              <a:gd name="connsiteY18" fmla="*/ 176313 h 6472442"/>
              <a:gd name="connsiteX19" fmla="*/ 11289537 w 11603130"/>
              <a:gd name="connsiteY19" fmla="*/ 107615 h 6472442"/>
              <a:gd name="connsiteX20" fmla="*/ 10689999 w 11603130"/>
              <a:gd name="connsiteY20" fmla="*/ 70591 h 6472442"/>
              <a:gd name="connsiteX21" fmla="*/ 7599878 w 11603130"/>
              <a:gd name="connsiteY21" fmla="*/ 75910 h 6472442"/>
              <a:gd name="connsiteX22" fmla="*/ 1892744 w 11603130"/>
              <a:gd name="connsiteY22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294199 w 11603130"/>
              <a:gd name="connsiteY9" fmla="*/ 5913031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74882 w 11603130"/>
              <a:gd name="connsiteY14" fmla="*/ 5899460 h 6472442"/>
              <a:gd name="connsiteX15" fmla="*/ 10927227 w 11603130"/>
              <a:gd name="connsiteY15" fmla="*/ 5922366 h 6472442"/>
              <a:gd name="connsiteX16" fmla="*/ 11562334 w 11603130"/>
              <a:gd name="connsiteY16" fmla="*/ 5918251 h 6472442"/>
              <a:gd name="connsiteX17" fmla="*/ 11571244 w 11603130"/>
              <a:gd name="connsiteY17" fmla="*/ 2621674 h 6472442"/>
              <a:gd name="connsiteX18" fmla="*/ 11561892 w 11603130"/>
              <a:gd name="connsiteY18" fmla="*/ 176313 h 6472442"/>
              <a:gd name="connsiteX19" fmla="*/ 11289537 w 11603130"/>
              <a:gd name="connsiteY19" fmla="*/ 107615 h 6472442"/>
              <a:gd name="connsiteX20" fmla="*/ 10689999 w 11603130"/>
              <a:gd name="connsiteY20" fmla="*/ 70591 h 6472442"/>
              <a:gd name="connsiteX21" fmla="*/ 7599878 w 11603130"/>
              <a:gd name="connsiteY21" fmla="*/ 75910 h 6472442"/>
              <a:gd name="connsiteX22" fmla="*/ 1892744 w 11603130"/>
              <a:gd name="connsiteY22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8071632 w 11603130"/>
              <a:gd name="connsiteY9" fmla="*/ 5902007 h 6472442"/>
              <a:gd name="connsiteX10" fmla="*/ 8334742 w 11603130"/>
              <a:gd name="connsiteY10" fmla="*/ 5912754 h 6472442"/>
              <a:gd name="connsiteX11" fmla="*/ 8300328 w 11603130"/>
              <a:gd name="connsiteY11" fmla="*/ 6472442 h 6472442"/>
              <a:gd name="connsiteX12" fmla="*/ 8951337 w 11603130"/>
              <a:gd name="connsiteY12" fmla="*/ 5912879 h 6472442"/>
              <a:gd name="connsiteX13" fmla="*/ 9774882 w 11603130"/>
              <a:gd name="connsiteY13" fmla="*/ 5899460 h 6472442"/>
              <a:gd name="connsiteX14" fmla="*/ 10927227 w 11603130"/>
              <a:gd name="connsiteY14" fmla="*/ 5922366 h 6472442"/>
              <a:gd name="connsiteX15" fmla="*/ 11562334 w 11603130"/>
              <a:gd name="connsiteY15" fmla="*/ 5918251 h 6472442"/>
              <a:gd name="connsiteX16" fmla="*/ 11571244 w 11603130"/>
              <a:gd name="connsiteY16" fmla="*/ 2621674 h 6472442"/>
              <a:gd name="connsiteX17" fmla="*/ 11561892 w 11603130"/>
              <a:gd name="connsiteY17" fmla="*/ 176313 h 6472442"/>
              <a:gd name="connsiteX18" fmla="*/ 11289537 w 11603130"/>
              <a:gd name="connsiteY18" fmla="*/ 107615 h 6472442"/>
              <a:gd name="connsiteX19" fmla="*/ 10689999 w 11603130"/>
              <a:gd name="connsiteY19" fmla="*/ 70591 h 6472442"/>
              <a:gd name="connsiteX20" fmla="*/ 7599878 w 11603130"/>
              <a:gd name="connsiteY20" fmla="*/ 75910 h 6472442"/>
              <a:gd name="connsiteX21" fmla="*/ 1892744 w 11603130"/>
              <a:gd name="connsiteY21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484139 w 11603130"/>
              <a:gd name="connsiteY8" fmla="*/ 5922735 h 6472442"/>
              <a:gd name="connsiteX9" fmla="*/ 8071632 w 11603130"/>
              <a:gd name="connsiteY9" fmla="*/ 5902007 h 6472442"/>
              <a:gd name="connsiteX10" fmla="*/ 8334742 w 11603130"/>
              <a:gd name="connsiteY10" fmla="*/ 5912754 h 6472442"/>
              <a:gd name="connsiteX11" fmla="*/ 8300328 w 11603130"/>
              <a:gd name="connsiteY11" fmla="*/ 6472442 h 6472442"/>
              <a:gd name="connsiteX12" fmla="*/ 8951337 w 11603130"/>
              <a:gd name="connsiteY12" fmla="*/ 5912879 h 6472442"/>
              <a:gd name="connsiteX13" fmla="*/ 9774882 w 11603130"/>
              <a:gd name="connsiteY13" fmla="*/ 5899460 h 6472442"/>
              <a:gd name="connsiteX14" fmla="*/ 10927227 w 11603130"/>
              <a:gd name="connsiteY14" fmla="*/ 5922366 h 6472442"/>
              <a:gd name="connsiteX15" fmla="*/ 11562334 w 11603130"/>
              <a:gd name="connsiteY15" fmla="*/ 5918251 h 6472442"/>
              <a:gd name="connsiteX16" fmla="*/ 11571244 w 11603130"/>
              <a:gd name="connsiteY16" fmla="*/ 2621674 h 6472442"/>
              <a:gd name="connsiteX17" fmla="*/ 11561892 w 11603130"/>
              <a:gd name="connsiteY17" fmla="*/ 176313 h 6472442"/>
              <a:gd name="connsiteX18" fmla="*/ 11289537 w 11603130"/>
              <a:gd name="connsiteY18" fmla="*/ 107615 h 6472442"/>
              <a:gd name="connsiteX19" fmla="*/ 10689999 w 11603130"/>
              <a:gd name="connsiteY19" fmla="*/ 70591 h 6472442"/>
              <a:gd name="connsiteX20" fmla="*/ 7599878 w 11603130"/>
              <a:gd name="connsiteY20" fmla="*/ 75910 h 6472442"/>
              <a:gd name="connsiteX21" fmla="*/ 1892744 w 11603130"/>
              <a:gd name="connsiteY21" fmla="*/ 0 h 6472442"/>
              <a:gd name="connsiteX0" fmla="*/ 1892744 w 11597724"/>
              <a:gd name="connsiteY0" fmla="*/ 34441 h 6506883"/>
              <a:gd name="connsiteX1" fmla="*/ 304663 w 11597724"/>
              <a:gd name="connsiteY1" fmla="*/ 45202 h 6506883"/>
              <a:gd name="connsiteX2" fmla="*/ 0 w 11597724"/>
              <a:gd name="connsiteY2" fmla="*/ 82383 h 6506883"/>
              <a:gd name="connsiteX3" fmla="*/ 0 w 11597724"/>
              <a:gd name="connsiteY3" fmla="*/ 943587 h 6506883"/>
              <a:gd name="connsiteX4" fmla="*/ 4597 w 11597724"/>
              <a:gd name="connsiteY4" fmla="*/ 943587 h 6506883"/>
              <a:gd name="connsiteX5" fmla="*/ 8568 w 11597724"/>
              <a:gd name="connsiteY5" fmla="*/ 1123349 h 6506883"/>
              <a:gd name="connsiteX6" fmla="*/ 88972 w 11597724"/>
              <a:gd name="connsiteY6" fmla="*/ 3558289 h 6506883"/>
              <a:gd name="connsiteX7" fmla="*/ 148480 w 11597724"/>
              <a:gd name="connsiteY7" fmla="*/ 5965282 h 6506883"/>
              <a:gd name="connsiteX8" fmla="*/ 5484139 w 11597724"/>
              <a:gd name="connsiteY8" fmla="*/ 5957176 h 6506883"/>
              <a:gd name="connsiteX9" fmla="*/ 8071632 w 11597724"/>
              <a:gd name="connsiteY9" fmla="*/ 5936448 h 6506883"/>
              <a:gd name="connsiteX10" fmla="*/ 8334742 w 11597724"/>
              <a:gd name="connsiteY10" fmla="*/ 5947195 h 6506883"/>
              <a:gd name="connsiteX11" fmla="*/ 8300328 w 11597724"/>
              <a:gd name="connsiteY11" fmla="*/ 6506883 h 6506883"/>
              <a:gd name="connsiteX12" fmla="*/ 8951337 w 11597724"/>
              <a:gd name="connsiteY12" fmla="*/ 5947320 h 6506883"/>
              <a:gd name="connsiteX13" fmla="*/ 9774882 w 11597724"/>
              <a:gd name="connsiteY13" fmla="*/ 5933901 h 6506883"/>
              <a:gd name="connsiteX14" fmla="*/ 10927227 w 11597724"/>
              <a:gd name="connsiteY14" fmla="*/ 5956807 h 6506883"/>
              <a:gd name="connsiteX15" fmla="*/ 11562334 w 11597724"/>
              <a:gd name="connsiteY15" fmla="*/ 5952692 h 6506883"/>
              <a:gd name="connsiteX16" fmla="*/ 11571244 w 11597724"/>
              <a:gd name="connsiteY16" fmla="*/ 2656115 h 6506883"/>
              <a:gd name="connsiteX17" fmla="*/ 11561892 w 11597724"/>
              <a:gd name="connsiteY17" fmla="*/ 210754 h 6506883"/>
              <a:gd name="connsiteX18" fmla="*/ 11386303 w 11597724"/>
              <a:gd name="connsiteY18" fmla="*/ 117726 h 6506883"/>
              <a:gd name="connsiteX19" fmla="*/ 10689999 w 11597724"/>
              <a:gd name="connsiteY19" fmla="*/ 105032 h 6506883"/>
              <a:gd name="connsiteX20" fmla="*/ 7599878 w 11597724"/>
              <a:gd name="connsiteY20" fmla="*/ 110351 h 6506883"/>
              <a:gd name="connsiteX21" fmla="*/ 1892744 w 11597724"/>
              <a:gd name="connsiteY21" fmla="*/ 34441 h 6506883"/>
              <a:gd name="connsiteX0" fmla="*/ 1892744 w 11597724"/>
              <a:gd name="connsiteY0" fmla="*/ 34443 h 6506885"/>
              <a:gd name="connsiteX1" fmla="*/ 304663 w 11597724"/>
              <a:gd name="connsiteY1" fmla="*/ 45204 h 6506885"/>
              <a:gd name="connsiteX2" fmla="*/ 0 w 11597724"/>
              <a:gd name="connsiteY2" fmla="*/ 82385 h 6506885"/>
              <a:gd name="connsiteX3" fmla="*/ 0 w 11597724"/>
              <a:gd name="connsiteY3" fmla="*/ 943589 h 6506885"/>
              <a:gd name="connsiteX4" fmla="*/ 4597 w 11597724"/>
              <a:gd name="connsiteY4" fmla="*/ 943589 h 6506885"/>
              <a:gd name="connsiteX5" fmla="*/ 8568 w 11597724"/>
              <a:gd name="connsiteY5" fmla="*/ 1123351 h 6506885"/>
              <a:gd name="connsiteX6" fmla="*/ 88972 w 11597724"/>
              <a:gd name="connsiteY6" fmla="*/ 3558291 h 6506885"/>
              <a:gd name="connsiteX7" fmla="*/ 148480 w 11597724"/>
              <a:gd name="connsiteY7" fmla="*/ 5965284 h 6506885"/>
              <a:gd name="connsiteX8" fmla="*/ 5484139 w 11597724"/>
              <a:gd name="connsiteY8" fmla="*/ 5957178 h 6506885"/>
              <a:gd name="connsiteX9" fmla="*/ 8071632 w 11597724"/>
              <a:gd name="connsiteY9" fmla="*/ 5936450 h 6506885"/>
              <a:gd name="connsiteX10" fmla="*/ 8334742 w 11597724"/>
              <a:gd name="connsiteY10" fmla="*/ 5947197 h 6506885"/>
              <a:gd name="connsiteX11" fmla="*/ 8300328 w 11597724"/>
              <a:gd name="connsiteY11" fmla="*/ 6506885 h 6506885"/>
              <a:gd name="connsiteX12" fmla="*/ 8951337 w 11597724"/>
              <a:gd name="connsiteY12" fmla="*/ 5947322 h 6506885"/>
              <a:gd name="connsiteX13" fmla="*/ 9774882 w 11597724"/>
              <a:gd name="connsiteY13" fmla="*/ 5933903 h 6506885"/>
              <a:gd name="connsiteX14" fmla="*/ 10927227 w 11597724"/>
              <a:gd name="connsiteY14" fmla="*/ 5956809 h 6506885"/>
              <a:gd name="connsiteX15" fmla="*/ 11562334 w 11597724"/>
              <a:gd name="connsiteY15" fmla="*/ 5952694 h 6506885"/>
              <a:gd name="connsiteX16" fmla="*/ 11571244 w 11597724"/>
              <a:gd name="connsiteY16" fmla="*/ 2656117 h 6506885"/>
              <a:gd name="connsiteX17" fmla="*/ 11561892 w 11597724"/>
              <a:gd name="connsiteY17" fmla="*/ 210756 h 6506885"/>
              <a:gd name="connsiteX18" fmla="*/ 11386303 w 11597724"/>
              <a:gd name="connsiteY18" fmla="*/ 117728 h 6506885"/>
              <a:gd name="connsiteX19" fmla="*/ 10689999 w 11597724"/>
              <a:gd name="connsiteY19" fmla="*/ 105034 h 6506885"/>
              <a:gd name="connsiteX20" fmla="*/ 7599878 w 11597724"/>
              <a:gd name="connsiteY20" fmla="*/ 110353 h 6506885"/>
              <a:gd name="connsiteX21" fmla="*/ 1892744 w 11597724"/>
              <a:gd name="connsiteY21" fmla="*/ 34443 h 6506885"/>
              <a:gd name="connsiteX0" fmla="*/ 1892744 w 11601890"/>
              <a:gd name="connsiteY0" fmla="*/ -1 h 6472441"/>
              <a:gd name="connsiteX1" fmla="*/ 304663 w 11601890"/>
              <a:gd name="connsiteY1" fmla="*/ 10760 h 6472441"/>
              <a:gd name="connsiteX2" fmla="*/ 0 w 11601890"/>
              <a:gd name="connsiteY2" fmla="*/ 47941 h 6472441"/>
              <a:gd name="connsiteX3" fmla="*/ 0 w 11601890"/>
              <a:gd name="connsiteY3" fmla="*/ 909145 h 6472441"/>
              <a:gd name="connsiteX4" fmla="*/ 4597 w 11601890"/>
              <a:gd name="connsiteY4" fmla="*/ 909145 h 6472441"/>
              <a:gd name="connsiteX5" fmla="*/ 8568 w 11601890"/>
              <a:gd name="connsiteY5" fmla="*/ 1088907 h 6472441"/>
              <a:gd name="connsiteX6" fmla="*/ 88972 w 11601890"/>
              <a:gd name="connsiteY6" fmla="*/ 3523847 h 6472441"/>
              <a:gd name="connsiteX7" fmla="*/ 148480 w 11601890"/>
              <a:gd name="connsiteY7" fmla="*/ 5930840 h 6472441"/>
              <a:gd name="connsiteX8" fmla="*/ 5484139 w 11601890"/>
              <a:gd name="connsiteY8" fmla="*/ 5922734 h 6472441"/>
              <a:gd name="connsiteX9" fmla="*/ 8071632 w 11601890"/>
              <a:gd name="connsiteY9" fmla="*/ 5902006 h 6472441"/>
              <a:gd name="connsiteX10" fmla="*/ 8334742 w 11601890"/>
              <a:gd name="connsiteY10" fmla="*/ 5912753 h 6472441"/>
              <a:gd name="connsiteX11" fmla="*/ 8300328 w 11601890"/>
              <a:gd name="connsiteY11" fmla="*/ 6472441 h 6472441"/>
              <a:gd name="connsiteX12" fmla="*/ 8951337 w 11601890"/>
              <a:gd name="connsiteY12" fmla="*/ 5912878 h 6472441"/>
              <a:gd name="connsiteX13" fmla="*/ 9774882 w 11601890"/>
              <a:gd name="connsiteY13" fmla="*/ 5899459 h 6472441"/>
              <a:gd name="connsiteX14" fmla="*/ 10927227 w 11601890"/>
              <a:gd name="connsiteY14" fmla="*/ 5922365 h 6472441"/>
              <a:gd name="connsiteX15" fmla="*/ 11562334 w 11601890"/>
              <a:gd name="connsiteY15" fmla="*/ 5918250 h 6472441"/>
              <a:gd name="connsiteX16" fmla="*/ 11571244 w 11601890"/>
              <a:gd name="connsiteY16" fmla="*/ 2621673 h 6472441"/>
              <a:gd name="connsiteX17" fmla="*/ 11572643 w 11601890"/>
              <a:gd name="connsiteY17" fmla="*/ 261466 h 6472441"/>
              <a:gd name="connsiteX18" fmla="*/ 11386303 w 11601890"/>
              <a:gd name="connsiteY18" fmla="*/ 83284 h 6472441"/>
              <a:gd name="connsiteX19" fmla="*/ 10689999 w 11601890"/>
              <a:gd name="connsiteY19" fmla="*/ 70590 h 6472441"/>
              <a:gd name="connsiteX20" fmla="*/ 7599878 w 11601890"/>
              <a:gd name="connsiteY20" fmla="*/ 75909 h 6472441"/>
              <a:gd name="connsiteX21" fmla="*/ 1892744 w 11601890"/>
              <a:gd name="connsiteY21" fmla="*/ -1 h 6472441"/>
              <a:gd name="connsiteX0" fmla="*/ 1892744 w 11592538"/>
              <a:gd name="connsiteY0" fmla="*/ -1 h 6472441"/>
              <a:gd name="connsiteX1" fmla="*/ 304663 w 11592538"/>
              <a:gd name="connsiteY1" fmla="*/ 10760 h 6472441"/>
              <a:gd name="connsiteX2" fmla="*/ 0 w 11592538"/>
              <a:gd name="connsiteY2" fmla="*/ 47941 h 6472441"/>
              <a:gd name="connsiteX3" fmla="*/ 0 w 11592538"/>
              <a:gd name="connsiteY3" fmla="*/ 909145 h 6472441"/>
              <a:gd name="connsiteX4" fmla="*/ 4597 w 11592538"/>
              <a:gd name="connsiteY4" fmla="*/ 909145 h 6472441"/>
              <a:gd name="connsiteX5" fmla="*/ 8568 w 11592538"/>
              <a:gd name="connsiteY5" fmla="*/ 1088907 h 6472441"/>
              <a:gd name="connsiteX6" fmla="*/ 88972 w 11592538"/>
              <a:gd name="connsiteY6" fmla="*/ 3523847 h 6472441"/>
              <a:gd name="connsiteX7" fmla="*/ 148480 w 11592538"/>
              <a:gd name="connsiteY7" fmla="*/ 5930840 h 6472441"/>
              <a:gd name="connsiteX8" fmla="*/ 5484139 w 11592538"/>
              <a:gd name="connsiteY8" fmla="*/ 5922734 h 6472441"/>
              <a:gd name="connsiteX9" fmla="*/ 8071632 w 11592538"/>
              <a:gd name="connsiteY9" fmla="*/ 5902006 h 6472441"/>
              <a:gd name="connsiteX10" fmla="*/ 8334742 w 11592538"/>
              <a:gd name="connsiteY10" fmla="*/ 5912753 h 6472441"/>
              <a:gd name="connsiteX11" fmla="*/ 8300328 w 11592538"/>
              <a:gd name="connsiteY11" fmla="*/ 6472441 h 6472441"/>
              <a:gd name="connsiteX12" fmla="*/ 8951337 w 11592538"/>
              <a:gd name="connsiteY12" fmla="*/ 5912878 h 6472441"/>
              <a:gd name="connsiteX13" fmla="*/ 9774882 w 11592538"/>
              <a:gd name="connsiteY13" fmla="*/ 5899459 h 6472441"/>
              <a:gd name="connsiteX14" fmla="*/ 10927227 w 11592538"/>
              <a:gd name="connsiteY14" fmla="*/ 5922365 h 6472441"/>
              <a:gd name="connsiteX15" fmla="*/ 11562334 w 11592538"/>
              <a:gd name="connsiteY15" fmla="*/ 5918250 h 6472441"/>
              <a:gd name="connsiteX16" fmla="*/ 11571244 w 11592538"/>
              <a:gd name="connsiteY16" fmla="*/ 2621673 h 6472441"/>
              <a:gd name="connsiteX17" fmla="*/ 11572643 w 11592538"/>
              <a:gd name="connsiteY17" fmla="*/ 261466 h 6472441"/>
              <a:gd name="connsiteX18" fmla="*/ 11386303 w 11592538"/>
              <a:gd name="connsiteY18" fmla="*/ 83284 h 6472441"/>
              <a:gd name="connsiteX19" fmla="*/ 10689999 w 11592538"/>
              <a:gd name="connsiteY19" fmla="*/ 70590 h 6472441"/>
              <a:gd name="connsiteX20" fmla="*/ 7599878 w 11592538"/>
              <a:gd name="connsiteY20" fmla="*/ 75909 h 6472441"/>
              <a:gd name="connsiteX21" fmla="*/ 1892744 w 11592538"/>
              <a:gd name="connsiteY21" fmla="*/ -1 h 6472441"/>
              <a:gd name="connsiteX0" fmla="*/ 1892744 w 11586991"/>
              <a:gd name="connsiteY0" fmla="*/ -1 h 6472441"/>
              <a:gd name="connsiteX1" fmla="*/ 304663 w 11586991"/>
              <a:gd name="connsiteY1" fmla="*/ 10760 h 6472441"/>
              <a:gd name="connsiteX2" fmla="*/ 0 w 11586991"/>
              <a:gd name="connsiteY2" fmla="*/ 47941 h 6472441"/>
              <a:gd name="connsiteX3" fmla="*/ 0 w 11586991"/>
              <a:gd name="connsiteY3" fmla="*/ 909145 h 6472441"/>
              <a:gd name="connsiteX4" fmla="*/ 4597 w 11586991"/>
              <a:gd name="connsiteY4" fmla="*/ 909145 h 6472441"/>
              <a:gd name="connsiteX5" fmla="*/ 8568 w 11586991"/>
              <a:gd name="connsiteY5" fmla="*/ 1088907 h 6472441"/>
              <a:gd name="connsiteX6" fmla="*/ 88972 w 11586991"/>
              <a:gd name="connsiteY6" fmla="*/ 3523847 h 6472441"/>
              <a:gd name="connsiteX7" fmla="*/ 148480 w 11586991"/>
              <a:gd name="connsiteY7" fmla="*/ 5930840 h 6472441"/>
              <a:gd name="connsiteX8" fmla="*/ 5484139 w 11586991"/>
              <a:gd name="connsiteY8" fmla="*/ 5922734 h 6472441"/>
              <a:gd name="connsiteX9" fmla="*/ 8071632 w 11586991"/>
              <a:gd name="connsiteY9" fmla="*/ 5902006 h 6472441"/>
              <a:gd name="connsiteX10" fmla="*/ 8334742 w 11586991"/>
              <a:gd name="connsiteY10" fmla="*/ 5912753 h 6472441"/>
              <a:gd name="connsiteX11" fmla="*/ 8300328 w 11586991"/>
              <a:gd name="connsiteY11" fmla="*/ 6472441 h 6472441"/>
              <a:gd name="connsiteX12" fmla="*/ 8951337 w 11586991"/>
              <a:gd name="connsiteY12" fmla="*/ 5912878 h 6472441"/>
              <a:gd name="connsiteX13" fmla="*/ 9774882 w 11586991"/>
              <a:gd name="connsiteY13" fmla="*/ 5899459 h 6472441"/>
              <a:gd name="connsiteX14" fmla="*/ 10927227 w 11586991"/>
              <a:gd name="connsiteY14" fmla="*/ 5922365 h 6472441"/>
              <a:gd name="connsiteX15" fmla="*/ 11562334 w 11586991"/>
              <a:gd name="connsiteY15" fmla="*/ 5918250 h 6472441"/>
              <a:gd name="connsiteX16" fmla="*/ 11571244 w 11586991"/>
              <a:gd name="connsiteY16" fmla="*/ 2621673 h 6472441"/>
              <a:gd name="connsiteX17" fmla="*/ 11572643 w 11586991"/>
              <a:gd name="connsiteY17" fmla="*/ 261466 h 6472441"/>
              <a:gd name="connsiteX18" fmla="*/ 11386303 w 11586991"/>
              <a:gd name="connsiteY18" fmla="*/ 83284 h 6472441"/>
              <a:gd name="connsiteX19" fmla="*/ 10689999 w 11586991"/>
              <a:gd name="connsiteY19" fmla="*/ 70590 h 6472441"/>
              <a:gd name="connsiteX20" fmla="*/ 7599878 w 11586991"/>
              <a:gd name="connsiteY20" fmla="*/ 75909 h 6472441"/>
              <a:gd name="connsiteX21" fmla="*/ 1892744 w 11586991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88972 w 11578768"/>
              <a:gd name="connsiteY6" fmla="*/ 35238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88972 w 11578768"/>
              <a:gd name="connsiteY6" fmla="*/ 35238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56717 w 11578768"/>
              <a:gd name="connsiteY6" fmla="*/ 3876624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56717 w 11578768"/>
              <a:gd name="connsiteY6" fmla="*/ 3876624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67470 w 11578768"/>
              <a:gd name="connsiteY6" fmla="*/ 4095586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67470 w 11578768"/>
              <a:gd name="connsiteY6" fmla="*/ 4095586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78222 w 11578768"/>
              <a:gd name="connsiteY6" fmla="*/ 4679489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78222 w 11578768"/>
              <a:gd name="connsiteY6" fmla="*/ 4679489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02487 w 11578768"/>
              <a:gd name="connsiteY10" fmla="*/ 5912754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02487 w 11578768"/>
              <a:gd name="connsiteY10" fmla="*/ 5912754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120534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02487 w 11578768"/>
              <a:gd name="connsiteY10" fmla="*/ 5912754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432992 w 11578768"/>
              <a:gd name="connsiteY1" fmla="*/ 34958 h 6472441"/>
              <a:gd name="connsiteX2" fmla="*/ 0 w 11578768"/>
              <a:gd name="connsiteY2" fmla="*/ 120534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02487 w 11578768"/>
              <a:gd name="connsiteY10" fmla="*/ 5912754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999684 w 11578768"/>
              <a:gd name="connsiteY0" fmla="*/ 13440 h 6437483"/>
              <a:gd name="connsiteX1" fmla="*/ 432992 w 11578768"/>
              <a:gd name="connsiteY1" fmla="*/ 0 h 6437483"/>
              <a:gd name="connsiteX2" fmla="*/ 0 w 11578768"/>
              <a:gd name="connsiteY2" fmla="*/ 85576 h 6437483"/>
              <a:gd name="connsiteX3" fmla="*/ 0 w 11578768"/>
              <a:gd name="connsiteY3" fmla="*/ 874187 h 6437483"/>
              <a:gd name="connsiteX4" fmla="*/ 4597 w 11578768"/>
              <a:gd name="connsiteY4" fmla="*/ 874187 h 6437483"/>
              <a:gd name="connsiteX5" fmla="*/ 8569 w 11578768"/>
              <a:gd name="connsiteY5" fmla="*/ 1406724 h 6437483"/>
              <a:gd name="connsiteX6" fmla="*/ 67470 w 11578768"/>
              <a:gd name="connsiteY6" fmla="*/ 4899989 h 6437483"/>
              <a:gd name="connsiteX7" fmla="*/ 148480 w 11578768"/>
              <a:gd name="connsiteY7" fmla="*/ 5895882 h 6437483"/>
              <a:gd name="connsiteX8" fmla="*/ 5484139 w 11578768"/>
              <a:gd name="connsiteY8" fmla="*/ 5887776 h 6437483"/>
              <a:gd name="connsiteX9" fmla="*/ 8071632 w 11578768"/>
              <a:gd name="connsiteY9" fmla="*/ 5867048 h 6437483"/>
              <a:gd name="connsiteX10" fmla="*/ 8302487 w 11578768"/>
              <a:gd name="connsiteY10" fmla="*/ 5877796 h 6437483"/>
              <a:gd name="connsiteX11" fmla="*/ 8300328 w 11578768"/>
              <a:gd name="connsiteY11" fmla="*/ 6437483 h 6437483"/>
              <a:gd name="connsiteX12" fmla="*/ 8951337 w 11578768"/>
              <a:gd name="connsiteY12" fmla="*/ 5877920 h 6437483"/>
              <a:gd name="connsiteX13" fmla="*/ 9774882 w 11578768"/>
              <a:gd name="connsiteY13" fmla="*/ 5864501 h 6437483"/>
              <a:gd name="connsiteX14" fmla="*/ 10927227 w 11578768"/>
              <a:gd name="connsiteY14" fmla="*/ 5887407 h 6437483"/>
              <a:gd name="connsiteX15" fmla="*/ 11562334 w 11578768"/>
              <a:gd name="connsiteY15" fmla="*/ 5883292 h 6437483"/>
              <a:gd name="connsiteX16" fmla="*/ 11571244 w 11578768"/>
              <a:gd name="connsiteY16" fmla="*/ 2586715 h 6437483"/>
              <a:gd name="connsiteX17" fmla="*/ 11572643 w 11578768"/>
              <a:gd name="connsiteY17" fmla="*/ 226508 h 6437483"/>
              <a:gd name="connsiteX18" fmla="*/ 11386303 w 11578768"/>
              <a:gd name="connsiteY18" fmla="*/ 48326 h 6437483"/>
              <a:gd name="connsiteX19" fmla="*/ 10689999 w 11578768"/>
              <a:gd name="connsiteY19" fmla="*/ 35632 h 6437483"/>
              <a:gd name="connsiteX20" fmla="*/ 7599878 w 11578768"/>
              <a:gd name="connsiteY20" fmla="*/ 40951 h 6437483"/>
              <a:gd name="connsiteX21" fmla="*/ 1999684 w 11578768"/>
              <a:gd name="connsiteY21" fmla="*/ 13440 h 6437483"/>
              <a:gd name="connsiteX0" fmla="*/ 1999684 w 11578768"/>
              <a:gd name="connsiteY0" fmla="*/ 0 h 6424043"/>
              <a:gd name="connsiteX1" fmla="*/ 561320 w 11578768"/>
              <a:gd name="connsiteY1" fmla="*/ 10760 h 6424043"/>
              <a:gd name="connsiteX2" fmla="*/ 0 w 11578768"/>
              <a:gd name="connsiteY2" fmla="*/ 72136 h 6424043"/>
              <a:gd name="connsiteX3" fmla="*/ 0 w 11578768"/>
              <a:gd name="connsiteY3" fmla="*/ 860747 h 6424043"/>
              <a:gd name="connsiteX4" fmla="*/ 4597 w 11578768"/>
              <a:gd name="connsiteY4" fmla="*/ 860747 h 6424043"/>
              <a:gd name="connsiteX5" fmla="*/ 8569 w 11578768"/>
              <a:gd name="connsiteY5" fmla="*/ 1393284 h 6424043"/>
              <a:gd name="connsiteX6" fmla="*/ 67470 w 11578768"/>
              <a:gd name="connsiteY6" fmla="*/ 4886549 h 6424043"/>
              <a:gd name="connsiteX7" fmla="*/ 148480 w 11578768"/>
              <a:gd name="connsiteY7" fmla="*/ 5882442 h 6424043"/>
              <a:gd name="connsiteX8" fmla="*/ 5484139 w 11578768"/>
              <a:gd name="connsiteY8" fmla="*/ 5874336 h 6424043"/>
              <a:gd name="connsiteX9" fmla="*/ 8071632 w 11578768"/>
              <a:gd name="connsiteY9" fmla="*/ 5853608 h 6424043"/>
              <a:gd name="connsiteX10" fmla="*/ 8302487 w 11578768"/>
              <a:gd name="connsiteY10" fmla="*/ 5864356 h 6424043"/>
              <a:gd name="connsiteX11" fmla="*/ 8300328 w 11578768"/>
              <a:gd name="connsiteY11" fmla="*/ 6424043 h 6424043"/>
              <a:gd name="connsiteX12" fmla="*/ 8951337 w 11578768"/>
              <a:gd name="connsiteY12" fmla="*/ 5864480 h 6424043"/>
              <a:gd name="connsiteX13" fmla="*/ 9774882 w 11578768"/>
              <a:gd name="connsiteY13" fmla="*/ 5851061 h 6424043"/>
              <a:gd name="connsiteX14" fmla="*/ 10927227 w 11578768"/>
              <a:gd name="connsiteY14" fmla="*/ 5873967 h 6424043"/>
              <a:gd name="connsiteX15" fmla="*/ 11562334 w 11578768"/>
              <a:gd name="connsiteY15" fmla="*/ 5869852 h 6424043"/>
              <a:gd name="connsiteX16" fmla="*/ 11571244 w 11578768"/>
              <a:gd name="connsiteY16" fmla="*/ 2573275 h 6424043"/>
              <a:gd name="connsiteX17" fmla="*/ 11572643 w 11578768"/>
              <a:gd name="connsiteY17" fmla="*/ 213068 h 6424043"/>
              <a:gd name="connsiteX18" fmla="*/ 11386303 w 11578768"/>
              <a:gd name="connsiteY18" fmla="*/ 34886 h 6424043"/>
              <a:gd name="connsiteX19" fmla="*/ 10689999 w 11578768"/>
              <a:gd name="connsiteY19" fmla="*/ 22192 h 6424043"/>
              <a:gd name="connsiteX20" fmla="*/ 7599878 w 11578768"/>
              <a:gd name="connsiteY20" fmla="*/ 27511 h 6424043"/>
              <a:gd name="connsiteX21" fmla="*/ 1999684 w 11578768"/>
              <a:gd name="connsiteY21" fmla="*/ 0 h 6424043"/>
              <a:gd name="connsiteX0" fmla="*/ 1999684 w 11578768"/>
              <a:gd name="connsiteY0" fmla="*/ 0 h 6424043"/>
              <a:gd name="connsiteX1" fmla="*/ 561320 w 11578768"/>
              <a:gd name="connsiteY1" fmla="*/ 10760 h 6424043"/>
              <a:gd name="connsiteX2" fmla="*/ 0 w 11578768"/>
              <a:gd name="connsiteY2" fmla="*/ 72136 h 6424043"/>
              <a:gd name="connsiteX3" fmla="*/ 0 w 11578768"/>
              <a:gd name="connsiteY3" fmla="*/ 860747 h 6424043"/>
              <a:gd name="connsiteX4" fmla="*/ 4597 w 11578768"/>
              <a:gd name="connsiteY4" fmla="*/ 860747 h 6424043"/>
              <a:gd name="connsiteX5" fmla="*/ 8569 w 11578768"/>
              <a:gd name="connsiteY5" fmla="*/ 1393284 h 6424043"/>
              <a:gd name="connsiteX6" fmla="*/ 67470 w 11578768"/>
              <a:gd name="connsiteY6" fmla="*/ 4886549 h 6424043"/>
              <a:gd name="connsiteX7" fmla="*/ 148480 w 11578768"/>
              <a:gd name="connsiteY7" fmla="*/ 5882442 h 6424043"/>
              <a:gd name="connsiteX8" fmla="*/ 5484139 w 11578768"/>
              <a:gd name="connsiteY8" fmla="*/ 5874336 h 6424043"/>
              <a:gd name="connsiteX9" fmla="*/ 8071632 w 11578768"/>
              <a:gd name="connsiteY9" fmla="*/ 5853608 h 6424043"/>
              <a:gd name="connsiteX10" fmla="*/ 8302487 w 11578768"/>
              <a:gd name="connsiteY10" fmla="*/ 5864356 h 6424043"/>
              <a:gd name="connsiteX11" fmla="*/ 8300328 w 11578768"/>
              <a:gd name="connsiteY11" fmla="*/ 6424043 h 6424043"/>
              <a:gd name="connsiteX12" fmla="*/ 9084484 w 11578768"/>
              <a:gd name="connsiteY12" fmla="*/ 5864482 h 6424043"/>
              <a:gd name="connsiteX13" fmla="*/ 9774882 w 11578768"/>
              <a:gd name="connsiteY13" fmla="*/ 5851061 h 6424043"/>
              <a:gd name="connsiteX14" fmla="*/ 10927227 w 11578768"/>
              <a:gd name="connsiteY14" fmla="*/ 5873967 h 6424043"/>
              <a:gd name="connsiteX15" fmla="*/ 11562334 w 11578768"/>
              <a:gd name="connsiteY15" fmla="*/ 5869852 h 6424043"/>
              <a:gd name="connsiteX16" fmla="*/ 11571244 w 11578768"/>
              <a:gd name="connsiteY16" fmla="*/ 2573275 h 6424043"/>
              <a:gd name="connsiteX17" fmla="*/ 11572643 w 11578768"/>
              <a:gd name="connsiteY17" fmla="*/ 213068 h 6424043"/>
              <a:gd name="connsiteX18" fmla="*/ 11386303 w 11578768"/>
              <a:gd name="connsiteY18" fmla="*/ 34886 h 6424043"/>
              <a:gd name="connsiteX19" fmla="*/ 10689999 w 11578768"/>
              <a:gd name="connsiteY19" fmla="*/ 22192 h 6424043"/>
              <a:gd name="connsiteX20" fmla="*/ 7599878 w 11578768"/>
              <a:gd name="connsiteY20" fmla="*/ 27511 h 6424043"/>
              <a:gd name="connsiteX21" fmla="*/ 1999684 w 11578768"/>
              <a:gd name="connsiteY21" fmla="*/ 0 h 6424043"/>
              <a:gd name="connsiteX0" fmla="*/ 1999684 w 11578768"/>
              <a:gd name="connsiteY0" fmla="*/ 0 h 6449983"/>
              <a:gd name="connsiteX1" fmla="*/ 561320 w 11578768"/>
              <a:gd name="connsiteY1" fmla="*/ 10760 h 6449983"/>
              <a:gd name="connsiteX2" fmla="*/ 0 w 11578768"/>
              <a:gd name="connsiteY2" fmla="*/ 72136 h 6449983"/>
              <a:gd name="connsiteX3" fmla="*/ 0 w 11578768"/>
              <a:gd name="connsiteY3" fmla="*/ 860747 h 6449983"/>
              <a:gd name="connsiteX4" fmla="*/ 4597 w 11578768"/>
              <a:gd name="connsiteY4" fmla="*/ 860747 h 6449983"/>
              <a:gd name="connsiteX5" fmla="*/ 8569 w 11578768"/>
              <a:gd name="connsiteY5" fmla="*/ 1393284 h 6449983"/>
              <a:gd name="connsiteX6" fmla="*/ 67470 w 11578768"/>
              <a:gd name="connsiteY6" fmla="*/ 4886549 h 6449983"/>
              <a:gd name="connsiteX7" fmla="*/ 148480 w 11578768"/>
              <a:gd name="connsiteY7" fmla="*/ 5882442 h 6449983"/>
              <a:gd name="connsiteX8" fmla="*/ 5484139 w 11578768"/>
              <a:gd name="connsiteY8" fmla="*/ 5874336 h 6449983"/>
              <a:gd name="connsiteX9" fmla="*/ 8071632 w 11578768"/>
              <a:gd name="connsiteY9" fmla="*/ 5853608 h 6449983"/>
              <a:gd name="connsiteX10" fmla="*/ 8302487 w 11578768"/>
              <a:gd name="connsiteY10" fmla="*/ 5864356 h 6449983"/>
              <a:gd name="connsiteX11" fmla="*/ 8409265 w 11578768"/>
              <a:gd name="connsiteY11" fmla="*/ 6449983 h 6449983"/>
              <a:gd name="connsiteX12" fmla="*/ 9084484 w 11578768"/>
              <a:gd name="connsiteY12" fmla="*/ 5864482 h 6449983"/>
              <a:gd name="connsiteX13" fmla="*/ 9774882 w 11578768"/>
              <a:gd name="connsiteY13" fmla="*/ 5851061 h 6449983"/>
              <a:gd name="connsiteX14" fmla="*/ 10927227 w 11578768"/>
              <a:gd name="connsiteY14" fmla="*/ 5873967 h 6449983"/>
              <a:gd name="connsiteX15" fmla="*/ 11562334 w 11578768"/>
              <a:gd name="connsiteY15" fmla="*/ 5869852 h 6449983"/>
              <a:gd name="connsiteX16" fmla="*/ 11571244 w 11578768"/>
              <a:gd name="connsiteY16" fmla="*/ 2573275 h 6449983"/>
              <a:gd name="connsiteX17" fmla="*/ 11572643 w 11578768"/>
              <a:gd name="connsiteY17" fmla="*/ 213068 h 6449983"/>
              <a:gd name="connsiteX18" fmla="*/ 11386303 w 11578768"/>
              <a:gd name="connsiteY18" fmla="*/ 34886 h 6449983"/>
              <a:gd name="connsiteX19" fmla="*/ 10689999 w 11578768"/>
              <a:gd name="connsiteY19" fmla="*/ 22192 h 6449983"/>
              <a:gd name="connsiteX20" fmla="*/ 7599878 w 11578768"/>
              <a:gd name="connsiteY20" fmla="*/ 27511 h 6449983"/>
              <a:gd name="connsiteX21" fmla="*/ 1999684 w 11578768"/>
              <a:gd name="connsiteY21" fmla="*/ 0 h 6449983"/>
              <a:gd name="connsiteX0" fmla="*/ 1999684 w 11578768"/>
              <a:gd name="connsiteY0" fmla="*/ 0 h 6449983"/>
              <a:gd name="connsiteX1" fmla="*/ 561320 w 11578768"/>
              <a:gd name="connsiteY1" fmla="*/ 10760 h 6449983"/>
              <a:gd name="connsiteX2" fmla="*/ 0 w 11578768"/>
              <a:gd name="connsiteY2" fmla="*/ 72136 h 6449983"/>
              <a:gd name="connsiteX3" fmla="*/ 0 w 11578768"/>
              <a:gd name="connsiteY3" fmla="*/ 860747 h 6449983"/>
              <a:gd name="connsiteX4" fmla="*/ 4597 w 11578768"/>
              <a:gd name="connsiteY4" fmla="*/ 860747 h 6449983"/>
              <a:gd name="connsiteX5" fmla="*/ 8569 w 11578768"/>
              <a:gd name="connsiteY5" fmla="*/ 1393284 h 6449983"/>
              <a:gd name="connsiteX6" fmla="*/ 67470 w 11578768"/>
              <a:gd name="connsiteY6" fmla="*/ 4886549 h 6449983"/>
              <a:gd name="connsiteX7" fmla="*/ 148480 w 11578768"/>
              <a:gd name="connsiteY7" fmla="*/ 5882442 h 6449983"/>
              <a:gd name="connsiteX8" fmla="*/ 5484139 w 11578768"/>
              <a:gd name="connsiteY8" fmla="*/ 5874336 h 6449983"/>
              <a:gd name="connsiteX9" fmla="*/ 8071632 w 11578768"/>
              <a:gd name="connsiteY9" fmla="*/ 5853608 h 6449983"/>
              <a:gd name="connsiteX10" fmla="*/ 8302487 w 11578768"/>
              <a:gd name="connsiteY10" fmla="*/ 5864356 h 6449983"/>
              <a:gd name="connsiteX11" fmla="*/ 8409265 w 11578768"/>
              <a:gd name="connsiteY11" fmla="*/ 6449983 h 6449983"/>
              <a:gd name="connsiteX12" fmla="*/ 9084484 w 11578768"/>
              <a:gd name="connsiteY12" fmla="*/ 5864482 h 6449983"/>
              <a:gd name="connsiteX13" fmla="*/ 9774882 w 11578768"/>
              <a:gd name="connsiteY13" fmla="*/ 5851061 h 6449983"/>
              <a:gd name="connsiteX14" fmla="*/ 10927227 w 11578768"/>
              <a:gd name="connsiteY14" fmla="*/ 5873967 h 6449983"/>
              <a:gd name="connsiteX15" fmla="*/ 11562334 w 11578768"/>
              <a:gd name="connsiteY15" fmla="*/ 5869852 h 6449983"/>
              <a:gd name="connsiteX16" fmla="*/ 11571244 w 11578768"/>
              <a:gd name="connsiteY16" fmla="*/ 2573275 h 6449983"/>
              <a:gd name="connsiteX17" fmla="*/ 11572643 w 11578768"/>
              <a:gd name="connsiteY17" fmla="*/ 213068 h 6449983"/>
              <a:gd name="connsiteX18" fmla="*/ 11386303 w 11578768"/>
              <a:gd name="connsiteY18" fmla="*/ 34886 h 6449983"/>
              <a:gd name="connsiteX19" fmla="*/ 10689999 w 11578768"/>
              <a:gd name="connsiteY19" fmla="*/ 22192 h 6449983"/>
              <a:gd name="connsiteX20" fmla="*/ 7599878 w 11578768"/>
              <a:gd name="connsiteY20" fmla="*/ 27511 h 6449983"/>
              <a:gd name="connsiteX21" fmla="*/ 1999684 w 11578768"/>
              <a:gd name="connsiteY21" fmla="*/ 0 h 6449983"/>
              <a:gd name="connsiteX0" fmla="*/ 1999684 w 11578768"/>
              <a:gd name="connsiteY0" fmla="*/ 0 h 6449983"/>
              <a:gd name="connsiteX1" fmla="*/ 561320 w 11578768"/>
              <a:gd name="connsiteY1" fmla="*/ 10760 h 6449983"/>
              <a:gd name="connsiteX2" fmla="*/ 0 w 11578768"/>
              <a:gd name="connsiteY2" fmla="*/ 72136 h 6449983"/>
              <a:gd name="connsiteX3" fmla="*/ 0 w 11578768"/>
              <a:gd name="connsiteY3" fmla="*/ 860747 h 6449983"/>
              <a:gd name="connsiteX4" fmla="*/ 4597 w 11578768"/>
              <a:gd name="connsiteY4" fmla="*/ 860747 h 6449983"/>
              <a:gd name="connsiteX5" fmla="*/ 8569 w 11578768"/>
              <a:gd name="connsiteY5" fmla="*/ 1393284 h 6449983"/>
              <a:gd name="connsiteX6" fmla="*/ 67470 w 11578768"/>
              <a:gd name="connsiteY6" fmla="*/ 4886549 h 6449983"/>
              <a:gd name="connsiteX7" fmla="*/ 148480 w 11578768"/>
              <a:gd name="connsiteY7" fmla="*/ 5882442 h 6449983"/>
              <a:gd name="connsiteX8" fmla="*/ 5484139 w 11578768"/>
              <a:gd name="connsiteY8" fmla="*/ 5874336 h 6449983"/>
              <a:gd name="connsiteX9" fmla="*/ 8071632 w 11578768"/>
              <a:gd name="connsiteY9" fmla="*/ 5853608 h 6449983"/>
              <a:gd name="connsiteX10" fmla="*/ 8314590 w 11578768"/>
              <a:gd name="connsiteY10" fmla="*/ 5877326 h 6449983"/>
              <a:gd name="connsiteX11" fmla="*/ 8409265 w 11578768"/>
              <a:gd name="connsiteY11" fmla="*/ 6449983 h 6449983"/>
              <a:gd name="connsiteX12" fmla="*/ 9084484 w 11578768"/>
              <a:gd name="connsiteY12" fmla="*/ 5864482 h 6449983"/>
              <a:gd name="connsiteX13" fmla="*/ 9774882 w 11578768"/>
              <a:gd name="connsiteY13" fmla="*/ 5851061 h 6449983"/>
              <a:gd name="connsiteX14" fmla="*/ 10927227 w 11578768"/>
              <a:gd name="connsiteY14" fmla="*/ 5873967 h 6449983"/>
              <a:gd name="connsiteX15" fmla="*/ 11562334 w 11578768"/>
              <a:gd name="connsiteY15" fmla="*/ 5869852 h 6449983"/>
              <a:gd name="connsiteX16" fmla="*/ 11571244 w 11578768"/>
              <a:gd name="connsiteY16" fmla="*/ 2573275 h 6449983"/>
              <a:gd name="connsiteX17" fmla="*/ 11572643 w 11578768"/>
              <a:gd name="connsiteY17" fmla="*/ 213068 h 6449983"/>
              <a:gd name="connsiteX18" fmla="*/ 11386303 w 11578768"/>
              <a:gd name="connsiteY18" fmla="*/ 34886 h 6449983"/>
              <a:gd name="connsiteX19" fmla="*/ 10689999 w 11578768"/>
              <a:gd name="connsiteY19" fmla="*/ 22192 h 6449983"/>
              <a:gd name="connsiteX20" fmla="*/ 7599878 w 11578768"/>
              <a:gd name="connsiteY20" fmla="*/ 27511 h 6449983"/>
              <a:gd name="connsiteX21" fmla="*/ 1999684 w 11578768"/>
              <a:gd name="connsiteY21" fmla="*/ 0 h 6449983"/>
              <a:gd name="connsiteX0" fmla="*/ 1999684 w 11578768"/>
              <a:gd name="connsiteY0" fmla="*/ 0 h 6449983"/>
              <a:gd name="connsiteX1" fmla="*/ 561320 w 11578768"/>
              <a:gd name="connsiteY1" fmla="*/ 10760 h 6449983"/>
              <a:gd name="connsiteX2" fmla="*/ 0 w 11578768"/>
              <a:gd name="connsiteY2" fmla="*/ 72136 h 6449983"/>
              <a:gd name="connsiteX3" fmla="*/ 0 w 11578768"/>
              <a:gd name="connsiteY3" fmla="*/ 860747 h 6449983"/>
              <a:gd name="connsiteX4" fmla="*/ 4597 w 11578768"/>
              <a:gd name="connsiteY4" fmla="*/ 860747 h 6449983"/>
              <a:gd name="connsiteX5" fmla="*/ 8569 w 11578768"/>
              <a:gd name="connsiteY5" fmla="*/ 1393284 h 6449983"/>
              <a:gd name="connsiteX6" fmla="*/ 67470 w 11578768"/>
              <a:gd name="connsiteY6" fmla="*/ 4886549 h 6449983"/>
              <a:gd name="connsiteX7" fmla="*/ 148480 w 11578768"/>
              <a:gd name="connsiteY7" fmla="*/ 5882442 h 6449983"/>
              <a:gd name="connsiteX8" fmla="*/ 5484139 w 11578768"/>
              <a:gd name="connsiteY8" fmla="*/ 5874336 h 6449983"/>
              <a:gd name="connsiteX9" fmla="*/ 8071632 w 11578768"/>
              <a:gd name="connsiteY9" fmla="*/ 5853608 h 6449983"/>
              <a:gd name="connsiteX10" fmla="*/ 8314590 w 11578768"/>
              <a:gd name="connsiteY10" fmla="*/ 5877326 h 6449983"/>
              <a:gd name="connsiteX11" fmla="*/ 8409265 w 11578768"/>
              <a:gd name="connsiteY11" fmla="*/ 6449983 h 6449983"/>
              <a:gd name="connsiteX12" fmla="*/ 9084484 w 11578768"/>
              <a:gd name="connsiteY12" fmla="*/ 5864482 h 6449983"/>
              <a:gd name="connsiteX13" fmla="*/ 9774882 w 11578768"/>
              <a:gd name="connsiteY13" fmla="*/ 5851061 h 6449983"/>
              <a:gd name="connsiteX14" fmla="*/ 10927227 w 11578768"/>
              <a:gd name="connsiteY14" fmla="*/ 5873967 h 6449983"/>
              <a:gd name="connsiteX15" fmla="*/ 11562334 w 11578768"/>
              <a:gd name="connsiteY15" fmla="*/ 5869852 h 6449983"/>
              <a:gd name="connsiteX16" fmla="*/ 11571244 w 11578768"/>
              <a:gd name="connsiteY16" fmla="*/ 2573275 h 6449983"/>
              <a:gd name="connsiteX17" fmla="*/ 11572643 w 11578768"/>
              <a:gd name="connsiteY17" fmla="*/ 213068 h 6449983"/>
              <a:gd name="connsiteX18" fmla="*/ 11386303 w 11578768"/>
              <a:gd name="connsiteY18" fmla="*/ 34886 h 6449983"/>
              <a:gd name="connsiteX19" fmla="*/ 10689999 w 11578768"/>
              <a:gd name="connsiteY19" fmla="*/ 22192 h 6449983"/>
              <a:gd name="connsiteX20" fmla="*/ 7599878 w 11578768"/>
              <a:gd name="connsiteY20" fmla="*/ 27511 h 6449983"/>
              <a:gd name="connsiteX21" fmla="*/ 1999684 w 11578768"/>
              <a:gd name="connsiteY21" fmla="*/ 0 h 6449983"/>
              <a:gd name="connsiteX0" fmla="*/ 1999684 w 11578768"/>
              <a:gd name="connsiteY0" fmla="*/ 0 h 6462953"/>
              <a:gd name="connsiteX1" fmla="*/ 561320 w 11578768"/>
              <a:gd name="connsiteY1" fmla="*/ 10760 h 6462953"/>
              <a:gd name="connsiteX2" fmla="*/ 0 w 11578768"/>
              <a:gd name="connsiteY2" fmla="*/ 72136 h 6462953"/>
              <a:gd name="connsiteX3" fmla="*/ 0 w 11578768"/>
              <a:gd name="connsiteY3" fmla="*/ 860747 h 6462953"/>
              <a:gd name="connsiteX4" fmla="*/ 4597 w 11578768"/>
              <a:gd name="connsiteY4" fmla="*/ 860747 h 6462953"/>
              <a:gd name="connsiteX5" fmla="*/ 8569 w 11578768"/>
              <a:gd name="connsiteY5" fmla="*/ 1393284 h 6462953"/>
              <a:gd name="connsiteX6" fmla="*/ 67470 w 11578768"/>
              <a:gd name="connsiteY6" fmla="*/ 4886549 h 6462953"/>
              <a:gd name="connsiteX7" fmla="*/ 148480 w 11578768"/>
              <a:gd name="connsiteY7" fmla="*/ 5882442 h 6462953"/>
              <a:gd name="connsiteX8" fmla="*/ 5484139 w 11578768"/>
              <a:gd name="connsiteY8" fmla="*/ 5874336 h 6462953"/>
              <a:gd name="connsiteX9" fmla="*/ 8071632 w 11578768"/>
              <a:gd name="connsiteY9" fmla="*/ 5853608 h 6462953"/>
              <a:gd name="connsiteX10" fmla="*/ 8314590 w 11578768"/>
              <a:gd name="connsiteY10" fmla="*/ 5877326 h 6462953"/>
              <a:gd name="connsiteX11" fmla="*/ 8469786 w 11578768"/>
              <a:gd name="connsiteY11" fmla="*/ 6462953 h 6462953"/>
              <a:gd name="connsiteX12" fmla="*/ 9084484 w 11578768"/>
              <a:gd name="connsiteY12" fmla="*/ 5864482 h 6462953"/>
              <a:gd name="connsiteX13" fmla="*/ 9774882 w 11578768"/>
              <a:gd name="connsiteY13" fmla="*/ 5851061 h 6462953"/>
              <a:gd name="connsiteX14" fmla="*/ 10927227 w 11578768"/>
              <a:gd name="connsiteY14" fmla="*/ 5873967 h 6462953"/>
              <a:gd name="connsiteX15" fmla="*/ 11562334 w 11578768"/>
              <a:gd name="connsiteY15" fmla="*/ 5869852 h 6462953"/>
              <a:gd name="connsiteX16" fmla="*/ 11571244 w 11578768"/>
              <a:gd name="connsiteY16" fmla="*/ 2573275 h 6462953"/>
              <a:gd name="connsiteX17" fmla="*/ 11572643 w 11578768"/>
              <a:gd name="connsiteY17" fmla="*/ 213068 h 6462953"/>
              <a:gd name="connsiteX18" fmla="*/ 11386303 w 11578768"/>
              <a:gd name="connsiteY18" fmla="*/ 34886 h 6462953"/>
              <a:gd name="connsiteX19" fmla="*/ 10689999 w 11578768"/>
              <a:gd name="connsiteY19" fmla="*/ 22192 h 6462953"/>
              <a:gd name="connsiteX20" fmla="*/ 7599878 w 11578768"/>
              <a:gd name="connsiteY20" fmla="*/ 27511 h 6462953"/>
              <a:gd name="connsiteX21" fmla="*/ 1999684 w 11578768"/>
              <a:gd name="connsiteY21" fmla="*/ 0 h 6462953"/>
              <a:gd name="connsiteX0" fmla="*/ 1999684 w 11578768"/>
              <a:gd name="connsiteY0" fmla="*/ 0 h 6462953"/>
              <a:gd name="connsiteX1" fmla="*/ 561320 w 11578768"/>
              <a:gd name="connsiteY1" fmla="*/ 10760 h 6462953"/>
              <a:gd name="connsiteX2" fmla="*/ 0 w 11578768"/>
              <a:gd name="connsiteY2" fmla="*/ 72136 h 6462953"/>
              <a:gd name="connsiteX3" fmla="*/ 0 w 11578768"/>
              <a:gd name="connsiteY3" fmla="*/ 860747 h 6462953"/>
              <a:gd name="connsiteX4" fmla="*/ 4597 w 11578768"/>
              <a:gd name="connsiteY4" fmla="*/ 860747 h 6462953"/>
              <a:gd name="connsiteX5" fmla="*/ 8569 w 11578768"/>
              <a:gd name="connsiteY5" fmla="*/ 1393284 h 6462953"/>
              <a:gd name="connsiteX6" fmla="*/ 67470 w 11578768"/>
              <a:gd name="connsiteY6" fmla="*/ 4886549 h 6462953"/>
              <a:gd name="connsiteX7" fmla="*/ 148480 w 11578768"/>
              <a:gd name="connsiteY7" fmla="*/ 5882442 h 6462953"/>
              <a:gd name="connsiteX8" fmla="*/ 5484139 w 11578768"/>
              <a:gd name="connsiteY8" fmla="*/ 5874336 h 6462953"/>
              <a:gd name="connsiteX9" fmla="*/ 8071632 w 11578768"/>
              <a:gd name="connsiteY9" fmla="*/ 5853608 h 6462953"/>
              <a:gd name="connsiteX10" fmla="*/ 8314590 w 11578768"/>
              <a:gd name="connsiteY10" fmla="*/ 5877326 h 6462953"/>
              <a:gd name="connsiteX11" fmla="*/ 8469786 w 11578768"/>
              <a:gd name="connsiteY11" fmla="*/ 6462953 h 6462953"/>
              <a:gd name="connsiteX12" fmla="*/ 9084484 w 11578768"/>
              <a:gd name="connsiteY12" fmla="*/ 5864482 h 6462953"/>
              <a:gd name="connsiteX13" fmla="*/ 9774882 w 11578768"/>
              <a:gd name="connsiteY13" fmla="*/ 5851061 h 6462953"/>
              <a:gd name="connsiteX14" fmla="*/ 10927227 w 11578768"/>
              <a:gd name="connsiteY14" fmla="*/ 5873967 h 6462953"/>
              <a:gd name="connsiteX15" fmla="*/ 11562334 w 11578768"/>
              <a:gd name="connsiteY15" fmla="*/ 5869852 h 6462953"/>
              <a:gd name="connsiteX16" fmla="*/ 11571244 w 11578768"/>
              <a:gd name="connsiteY16" fmla="*/ 2573275 h 6462953"/>
              <a:gd name="connsiteX17" fmla="*/ 11572643 w 11578768"/>
              <a:gd name="connsiteY17" fmla="*/ 213068 h 6462953"/>
              <a:gd name="connsiteX18" fmla="*/ 11386303 w 11578768"/>
              <a:gd name="connsiteY18" fmla="*/ 34886 h 6462953"/>
              <a:gd name="connsiteX19" fmla="*/ 10689999 w 11578768"/>
              <a:gd name="connsiteY19" fmla="*/ 22192 h 6462953"/>
              <a:gd name="connsiteX20" fmla="*/ 7599878 w 11578768"/>
              <a:gd name="connsiteY20" fmla="*/ 27511 h 6462953"/>
              <a:gd name="connsiteX21" fmla="*/ 1999684 w 11578768"/>
              <a:gd name="connsiteY21" fmla="*/ 0 h 6462953"/>
              <a:gd name="connsiteX0" fmla="*/ 1999684 w 11578768"/>
              <a:gd name="connsiteY0" fmla="*/ 0 h 6462953"/>
              <a:gd name="connsiteX1" fmla="*/ 561320 w 11578768"/>
              <a:gd name="connsiteY1" fmla="*/ 10760 h 6462953"/>
              <a:gd name="connsiteX2" fmla="*/ 0 w 11578768"/>
              <a:gd name="connsiteY2" fmla="*/ 72136 h 6462953"/>
              <a:gd name="connsiteX3" fmla="*/ 0 w 11578768"/>
              <a:gd name="connsiteY3" fmla="*/ 860747 h 6462953"/>
              <a:gd name="connsiteX4" fmla="*/ 4597 w 11578768"/>
              <a:gd name="connsiteY4" fmla="*/ 860747 h 6462953"/>
              <a:gd name="connsiteX5" fmla="*/ 8569 w 11578768"/>
              <a:gd name="connsiteY5" fmla="*/ 1393284 h 6462953"/>
              <a:gd name="connsiteX6" fmla="*/ 67470 w 11578768"/>
              <a:gd name="connsiteY6" fmla="*/ 4886549 h 6462953"/>
              <a:gd name="connsiteX7" fmla="*/ 148480 w 11578768"/>
              <a:gd name="connsiteY7" fmla="*/ 5882442 h 6462953"/>
              <a:gd name="connsiteX8" fmla="*/ 5484139 w 11578768"/>
              <a:gd name="connsiteY8" fmla="*/ 5874336 h 6462953"/>
              <a:gd name="connsiteX9" fmla="*/ 8071632 w 11578768"/>
              <a:gd name="connsiteY9" fmla="*/ 5853608 h 6462953"/>
              <a:gd name="connsiteX10" fmla="*/ 8314590 w 11578768"/>
              <a:gd name="connsiteY10" fmla="*/ 5877326 h 6462953"/>
              <a:gd name="connsiteX11" fmla="*/ 8469786 w 11578768"/>
              <a:gd name="connsiteY11" fmla="*/ 6462953 h 6462953"/>
              <a:gd name="connsiteX12" fmla="*/ 9084484 w 11578768"/>
              <a:gd name="connsiteY12" fmla="*/ 5864482 h 6462953"/>
              <a:gd name="connsiteX13" fmla="*/ 9774882 w 11578768"/>
              <a:gd name="connsiteY13" fmla="*/ 5851061 h 6462953"/>
              <a:gd name="connsiteX14" fmla="*/ 10927227 w 11578768"/>
              <a:gd name="connsiteY14" fmla="*/ 5873967 h 6462953"/>
              <a:gd name="connsiteX15" fmla="*/ 11562334 w 11578768"/>
              <a:gd name="connsiteY15" fmla="*/ 5869852 h 6462953"/>
              <a:gd name="connsiteX16" fmla="*/ 11571244 w 11578768"/>
              <a:gd name="connsiteY16" fmla="*/ 2573275 h 6462953"/>
              <a:gd name="connsiteX17" fmla="*/ 11572643 w 11578768"/>
              <a:gd name="connsiteY17" fmla="*/ 213068 h 6462953"/>
              <a:gd name="connsiteX18" fmla="*/ 11386303 w 11578768"/>
              <a:gd name="connsiteY18" fmla="*/ 34886 h 6462953"/>
              <a:gd name="connsiteX19" fmla="*/ 10689999 w 11578768"/>
              <a:gd name="connsiteY19" fmla="*/ 22192 h 6462953"/>
              <a:gd name="connsiteX20" fmla="*/ 7599878 w 11578768"/>
              <a:gd name="connsiteY20" fmla="*/ 27511 h 6462953"/>
              <a:gd name="connsiteX21" fmla="*/ 1999684 w 11578768"/>
              <a:gd name="connsiteY21" fmla="*/ 0 h 6462953"/>
              <a:gd name="connsiteX0" fmla="*/ 1999684 w 11578769"/>
              <a:gd name="connsiteY0" fmla="*/ 0 h 6462953"/>
              <a:gd name="connsiteX1" fmla="*/ 561320 w 11578769"/>
              <a:gd name="connsiteY1" fmla="*/ 10760 h 6462953"/>
              <a:gd name="connsiteX2" fmla="*/ 0 w 11578769"/>
              <a:gd name="connsiteY2" fmla="*/ 72136 h 6462953"/>
              <a:gd name="connsiteX3" fmla="*/ 0 w 11578769"/>
              <a:gd name="connsiteY3" fmla="*/ 860747 h 6462953"/>
              <a:gd name="connsiteX4" fmla="*/ 4597 w 11578769"/>
              <a:gd name="connsiteY4" fmla="*/ 860747 h 6462953"/>
              <a:gd name="connsiteX5" fmla="*/ 8569 w 11578769"/>
              <a:gd name="connsiteY5" fmla="*/ 1393284 h 6462953"/>
              <a:gd name="connsiteX6" fmla="*/ 67470 w 11578769"/>
              <a:gd name="connsiteY6" fmla="*/ 4886549 h 6462953"/>
              <a:gd name="connsiteX7" fmla="*/ 148480 w 11578769"/>
              <a:gd name="connsiteY7" fmla="*/ 5882442 h 6462953"/>
              <a:gd name="connsiteX8" fmla="*/ 5484139 w 11578769"/>
              <a:gd name="connsiteY8" fmla="*/ 5874336 h 6462953"/>
              <a:gd name="connsiteX9" fmla="*/ 8071632 w 11578769"/>
              <a:gd name="connsiteY9" fmla="*/ 5853608 h 6462953"/>
              <a:gd name="connsiteX10" fmla="*/ 8314590 w 11578769"/>
              <a:gd name="connsiteY10" fmla="*/ 5877326 h 6462953"/>
              <a:gd name="connsiteX11" fmla="*/ 8469786 w 11578769"/>
              <a:gd name="connsiteY11" fmla="*/ 6462953 h 6462953"/>
              <a:gd name="connsiteX12" fmla="*/ 8926264 w 11578769"/>
              <a:gd name="connsiteY12" fmla="*/ 5864484 h 6462953"/>
              <a:gd name="connsiteX13" fmla="*/ 9774882 w 11578769"/>
              <a:gd name="connsiteY13" fmla="*/ 5851061 h 6462953"/>
              <a:gd name="connsiteX14" fmla="*/ 10927227 w 11578769"/>
              <a:gd name="connsiteY14" fmla="*/ 5873967 h 6462953"/>
              <a:gd name="connsiteX15" fmla="*/ 11562334 w 11578769"/>
              <a:gd name="connsiteY15" fmla="*/ 5869852 h 6462953"/>
              <a:gd name="connsiteX16" fmla="*/ 11571244 w 11578769"/>
              <a:gd name="connsiteY16" fmla="*/ 2573275 h 6462953"/>
              <a:gd name="connsiteX17" fmla="*/ 11572643 w 11578769"/>
              <a:gd name="connsiteY17" fmla="*/ 213068 h 6462953"/>
              <a:gd name="connsiteX18" fmla="*/ 11386303 w 11578769"/>
              <a:gd name="connsiteY18" fmla="*/ 34886 h 6462953"/>
              <a:gd name="connsiteX19" fmla="*/ 10689999 w 11578769"/>
              <a:gd name="connsiteY19" fmla="*/ 22192 h 6462953"/>
              <a:gd name="connsiteX20" fmla="*/ 7599878 w 11578769"/>
              <a:gd name="connsiteY20" fmla="*/ 27511 h 6462953"/>
              <a:gd name="connsiteX21" fmla="*/ 1999684 w 11578769"/>
              <a:gd name="connsiteY21" fmla="*/ 0 h 6462953"/>
              <a:gd name="connsiteX0" fmla="*/ 1999684 w 11578769"/>
              <a:gd name="connsiteY0" fmla="*/ 0 h 6654630"/>
              <a:gd name="connsiteX1" fmla="*/ 561320 w 11578769"/>
              <a:gd name="connsiteY1" fmla="*/ 10760 h 6654630"/>
              <a:gd name="connsiteX2" fmla="*/ 0 w 11578769"/>
              <a:gd name="connsiteY2" fmla="*/ 72136 h 6654630"/>
              <a:gd name="connsiteX3" fmla="*/ 0 w 11578769"/>
              <a:gd name="connsiteY3" fmla="*/ 860747 h 6654630"/>
              <a:gd name="connsiteX4" fmla="*/ 4597 w 11578769"/>
              <a:gd name="connsiteY4" fmla="*/ 860747 h 6654630"/>
              <a:gd name="connsiteX5" fmla="*/ 8569 w 11578769"/>
              <a:gd name="connsiteY5" fmla="*/ 1393284 h 6654630"/>
              <a:gd name="connsiteX6" fmla="*/ 67470 w 11578769"/>
              <a:gd name="connsiteY6" fmla="*/ 4886549 h 6654630"/>
              <a:gd name="connsiteX7" fmla="*/ 148480 w 11578769"/>
              <a:gd name="connsiteY7" fmla="*/ 5882442 h 6654630"/>
              <a:gd name="connsiteX8" fmla="*/ 5484139 w 11578769"/>
              <a:gd name="connsiteY8" fmla="*/ 5874336 h 6654630"/>
              <a:gd name="connsiteX9" fmla="*/ 8071632 w 11578769"/>
              <a:gd name="connsiteY9" fmla="*/ 5853608 h 6654630"/>
              <a:gd name="connsiteX10" fmla="*/ 8314590 w 11578769"/>
              <a:gd name="connsiteY10" fmla="*/ 5877326 h 6654630"/>
              <a:gd name="connsiteX11" fmla="*/ 8570471 w 11578769"/>
              <a:gd name="connsiteY11" fmla="*/ 6654630 h 6654630"/>
              <a:gd name="connsiteX12" fmla="*/ 8926264 w 11578769"/>
              <a:gd name="connsiteY12" fmla="*/ 5864484 h 6654630"/>
              <a:gd name="connsiteX13" fmla="*/ 9774882 w 11578769"/>
              <a:gd name="connsiteY13" fmla="*/ 5851061 h 6654630"/>
              <a:gd name="connsiteX14" fmla="*/ 10927227 w 11578769"/>
              <a:gd name="connsiteY14" fmla="*/ 5873967 h 6654630"/>
              <a:gd name="connsiteX15" fmla="*/ 11562334 w 11578769"/>
              <a:gd name="connsiteY15" fmla="*/ 5869852 h 6654630"/>
              <a:gd name="connsiteX16" fmla="*/ 11571244 w 11578769"/>
              <a:gd name="connsiteY16" fmla="*/ 2573275 h 6654630"/>
              <a:gd name="connsiteX17" fmla="*/ 11572643 w 11578769"/>
              <a:gd name="connsiteY17" fmla="*/ 213068 h 6654630"/>
              <a:gd name="connsiteX18" fmla="*/ 11386303 w 11578769"/>
              <a:gd name="connsiteY18" fmla="*/ 34886 h 6654630"/>
              <a:gd name="connsiteX19" fmla="*/ 10689999 w 11578769"/>
              <a:gd name="connsiteY19" fmla="*/ 22192 h 6654630"/>
              <a:gd name="connsiteX20" fmla="*/ 7599878 w 11578769"/>
              <a:gd name="connsiteY20" fmla="*/ 27511 h 6654630"/>
              <a:gd name="connsiteX21" fmla="*/ 1999684 w 11578769"/>
              <a:gd name="connsiteY21" fmla="*/ 0 h 6654630"/>
              <a:gd name="connsiteX0" fmla="*/ 1999684 w 11578769"/>
              <a:gd name="connsiteY0" fmla="*/ 0 h 6809341"/>
              <a:gd name="connsiteX1" fmla="*/ 561320 w 11578769"/>
              <a:gd name="connsiteY1" fmla="*/ 10760 h 6809341"/>
              <a:gd name="connsiteX2" fmla="*/ 0 w 11578769"/>
              <a:gd name="connsiteY2" fmla="*/ 72136 h 6809341"/>
              <a:gd name="connsiteX3" fmla="*/ 0 w 11578769"/>
              <a:gd name="connsiteY3" fmla="*/ 860747 h 6809341"/>
              <a:gd name="connsiteX4" fmla="*/ 4597 w 11578769"/>
              <a:gd name="connsiteY4" fmla="*/ 860747 h 6809341"/>
              <a:gd name="connsiteX5" fmla="*/ 8569 w 11578769"/>
              <a:gd name="connsiteY5" fmla="*/ 1393284 h 6809341"/>
              <a:gd name="connsiteX6" fmla="*/ 67470 w 11578769"/>
              <a:gd name="connsiteY6" fmla="*/ 4886549 h 6809341"/>
              <a:gd name="connsiteX7" fmla="*/ 148480 w 11578769"/>
              <a:gd name="connsiteY7" fmla="*/ 5882442 h 6809341"/>
              <a:gd name="connsiteX8" fmla="*/ 5484139 w 11578769"/>
              <a:gd name="connsiteY8" fmla="*/ 5874336 h 6809341"/>
              <a:gd name="connsiteX9" fmla="*/ 8071632 w 11578769"/>
              <a:gd name="connsiteY9" fmla="*/ 5853608 h 6809341"/>
              <a:gd name="connsiteX10" fmla="*/ 8314590 w 11578769"/>
              <a:gd name="connsiteY10" fmla="*/ 5877326 h 6809341"/>
              <a:gd name="connsiteX11" fmla="*/ 8575475 w 11578769"/>
              <a:gd name="connsiteY11" fmla="*/ 6809341 h 6809341"/>
              <a:gd name="connsiteX12" fmla="*/ 8926264 w 11578769"/>
              <a:gd name="connsiteY12" fmla="*/ 5864484 h 6809341"/>
              <a:gd name="connsiteX13" fmla="*/ 9774882 w 11578769"/>
              <a:gd name="connsiteY13" fmla="*/ 5851061 h 6809341"/>
              <a:gd name="connsiteX14" fmla="*/ 10927227 w 11578769"/>
              <a:gd name="connsiteY14" fmla="*/ 5873967 h 6809341"/>
              <a:gd name="connsiteX15" fmla="*/ 11562334 w 11578769"/>
              <a:gd name="connsiteY15" fmla="*/ 5869852 h 6809341"/>
              <a:gd name="connsiteX16" fmla="*/ 11571244 w 11578769"/>
              <a:gd name="connsiteY16" fmla="*/ 2573275 h 6809341"/>
              <a:gd name="connsiteX17" fmla="*/ 11572643 w 11578769"/>
              <a:gd name="connsiteY17" fmla="*/ 213068 h 6809341"/>
              <a:gd name="connsiteX18" fmla="*/ 11386303 w 11578769"/>
              <a:gd name="connsiteY18" fmla="*/ 34886 h 6809341"/>
              <a:gd name="connsiteX19" fmla="*/ 10689999 w 11578769"/>
              <a:gd name="connsiteY19" fmla="*/ 22192 h 6809341"/>
              <a:gd name="connsiteX20" fmla="*/ 7599878 w 11578769"/>
              <a:gd name="connsiteY20" fmla="*/ 27511 h 6809341"/>
              <a:gd name="connsiteX21" fmla="*/ 1999684 w 11578769"/>
              <a:gd name="connsiteY21" fmla="*/ 0 h 6809341"/>
              <a:gd name="connsiteX0" fmla="*/ 1999684 w 11578769"/>
              <a:gd name="connsiteY0" fmla="*/ 0 h 6809341"/>
              <a:gd name="connsiteX1" fmla="*/ 561320 w 11578769"/>
              <a:gd name="connsiteY1" fmla="*/ 10760 h 6809341"/>
              <a:gd name="connsiteX2" fmla="*/ 0 w 11578769"/>
              <a:gd name="connsiteY2" fmla="*/ 72136 h 6809341"/>
              <a:gd name="connsiteX3" fmla="*/ 0 w 11578769"/>
              <a:gd name="connsiteY3" fmla="*/ 860747 h 6809341"/>
              <a:gd name="connsiteX4" fmla="*/ 4597 w 11578769"/>
              <a:gd name="connsiteY4" fmla="*/ 860747 h 6809341"/>
              <a:gd name="connsiteX5" fmla="*/ 8569 w 11578769"/>
              <a:gd name="connsiteY5" fmla="*/ 1393284 h 6809341"/>
              <a:gd name="connsiteX6" fmla="*/ 67470 w 11578769"/>
              <a:gd name="connsiteY6" fmla="*/ 4886549 h 6809341"/>
              <a:gd name="connsiteX7" fmla="*/ 148480 w 11578769"/>
              <a:gd name="connsiteY7" fmla="*/ 5882442 h 6809341"/>
              <a:gd name="connsiteX8" fmla="*/ 5484139 w 11578769"/>
              <a:gd name="connsiteY8" fmla="*/ 5874336 h 6809341"/>
              <a:gd name="connsiteX9" fmla="*/ 8071632 w 11578769"/>
              <a:gd name="connsiteY9" fmla="*/ 5853608 h 6809341"/>
              <a:gd name="connsiteX10" fmla="*/ 8314590 w 11578769"/>
              <a:gd name="connsiteY10" fmla="*/ 5877326 h 6809341"/>
              <a:gd name="connsiteX11" fmla="*/ 8575475 w 11578769"/>
              <a:gd name="connsiteY11" fmla="*/ 6809341 h 6809341"/>
              <a:gd name="connsiteX12" fmla="*/ 8926264 w 11578769"/>
              <a:gd name="connsiteY12" fmla="*/ 5864484 h 6809341"/>
              <a:gd name="connsiteX13" fmla="*/ 9774882 w 11578769"/>
              <a:gd name="connsiteY13" fmla="*/ 5851061 h 6809341"/>
              <a:gd name="connsiteX14" fmla="*/ 10927227 w 11578769"/>
              <a:gd name="connsiteY14" fmla="*/ 5873967 h 6809341"/>
              <a:gd name="connsiteX15" fmla="*/ 11562334 w 11578769"/>
              <a:gd name="connsiteY15" fmla="*/ 5869852 h 6809341"/>
              <a:gd name="connsiteX16" fmla="*/ 11571244 w 11578769"/>
              <a:gd name="connsiteY16" fmla="*/ 2573275 h 6809341"/>
              <a:gd name="connsiteX17" fmla="*/ 11572643 w 11578769"/>
              <a:gd name="connsiteY17" fmla="*/ 213068 h 6809341"/>
              <a:gd name="connsiteX18" fmla="*/ 11386303 w 11578769"/>
              <a:gd name="connsiteY18" fmla="*/ 34886 h 6809341"/>
              <a:gd name="connsiteX19" fmla="*/ 10689999 w 11578769"/>
              <a:gd name="connsiteY19" fmla="*/ 22192 h 6809341"/>
              <a:gd name="connsiteX20" fmla="*/ 7599878 w 11578769"/>
              <a:gd name="connsiteY20" fmla="*/ 27511 h 6809341"/>
              <a:gd name="connsiteX21" fmla="*/ 1999684 w 11578769"/>
              <a:gd name="connsiteY21" fmla="*/ 0 h 6809341"/>
              <a:gd name="connsiteX0" fmla="*/ 1999684 w 11578769"/>
              <a:gd name="connsiteY0" fmla="*/ 0 h 6809341"/>
              <a:gd name="connsiteX1" fmla="*/ 561320 w 11578769"/>
              <a:gd name="connsiteY1" fmla="*/ 10760 h 6809341"/>
              <a:gd name="connsiteX2" fmla="*/ 0 w 11578769"/>
              <a:gd name="connsiteY2" fmla="*/ 72136 h 6809341"/>
              <a:gd name="connsiteX3" fmla="*/ 0 w 11578769"/>
              <a:gd name="connsiteY3" fmla="*/ 860747 h 6809341"/>
              <a:gd name="connsiteX4" fmla="*/ 4597 w 11578769"/>
              <a:gd name="connsiteY4" fmla="*/ 860747 h 6809341"/>
              <a:gd name="connsiteX5" fmla="*/ 8569 w 11578769"/>
              <a:gd name="connsiteY5" fmla="*/ 1393284 h 6809341"/>
              <a:gd name="connsiteX6" fmla="*/ 67470 w 11578769"/>
              <a:gd name="connsiteY6" fmla="*/ 4886549 h 6809341"/>
              <a:gd name="connsiteX7" fmla="*/ 148480 w 11578769"/>
              <a:gd name="connsiteY7" fmla="*/ 5882442 h 6809341"/>
              <a:gd name="connsiteX8" fmla="*/ 5484139 w 11578769"/>
              <a:gd name="connsiteY8" fmla="*/ 5874336 h 6809341"/>
              <a:gd name="connsiteX9" fmla="*/ 8071632 w 11578769"/>
              <a:gd name="connsiteY9" fmla="*/ 5853608 h 6809341"/>
              <a:gd name="connsiteX10" fmla="*/ 8314590 w 11578769"/>
              <a:gd name="connsiteY10" fmla="*/ 5877326 h 6809341"/>
              <a:gd name="connsiteX11" fmla="*/ 8575475 w 11578769"/>
              <a:gd name="connsiteY11" fmla="*/ 6809341 h 6809341"/>
              <a:gd name="connsiteX12" fmla="*/ 8926264 w 11578769"/>
              <a:gd name="connsiteY12" fmla="*/ 5864484 h 6809341"/>
              <a:gd name="connsiteX13" fmla="*/ 9774882 w 11578769"/>
              <a:gd name="connsiteY13" fmla="*/ 5851061 h 6809341"/>
              <a:gd name="connsiteX14" fmla="*/ 10927227 w 11578769"/>
              <a:gd name="connsiteY14" fmla="*/ 5873967 h 6809341"/>
              <a:gd name="connsiteX15" fmla="*/ 11562334 w 11578769"/>
              <a:gd name="connsiteY15" fmla="*/ 5869852 h 6809341"/>
              <a:gd name="connsiteX16" fmla="*/ 11571244 w 11578769"/>
              <a:gd name="connsiteY16" fmla="*/ 2573275 h 6809341"/>
              <a:gd name="connsiteX17" fmla="*/ 11572643 w 11578769"/>
              <a:gd name="connsiteY17" fmla="*/ 213068 h 6809341"/>
              <a:gd name="connsiteX18" fmla="*/ 11386303 w 11578769"/>
              <a:gd name="connsiteY18" fmla="*/ 34886 h 6809341"/>
              <a:gd name="connsiteX19" fmla="*/ 10689999 w 11578769"/>
              <a:gd name="connsiteY19" fmla="*/ 22192 h 6809341"/>
              <a:gd name="connsiteX20" fmla="*/ 7599878 w 11578769"/>
              <a:gd name="connsiteY20" fmla="*/ 27511 h 6809341"/>
              <a:gd name="connsiteX21" fmla="*/ 1999684 w 11578769"/>
              <a:gd name="connsiteY21" fmla="*/ 0 h 6809341"/>
              <a:gd name="connsiteX0" fmla="*/ 1999684 w 11578769"/>
              <a:gd name="connsiteY0" fmla="*/ 0 h 6809341"/>
              <a:gd name="connsiteX1" fmla="*/ 561320 w 11578769"/>
              <a:gd name="connsiteY1" fmla="*/ 10760 h 6809341"/>
              <a:gd name="connsiteX2" fmla="*/ 0 w 11578769"/>
              <a:gd name="connsiteY2" fmla="*/ 72136 h 6809341"/>
              <a:gd name="connsiteX3" fmla="*/ 0 w 11578769"/>
              <a:gd name="connsiteY3" fmla="*/ 860747 h 6809341"/>
              <a:gd name="connsiteX4" fmla="*/ 4597 w 11578769"/>
              <a:gd name="connsiteY4" fmla="*/ 860747 h 6809341"/>
              <a:gd name="connsiteX5" fmla="*/ 8569 w 11578769"/>
              <a:gd name="connsiteY5" fmla="*/ 1393284 h 6809341"/>
              <a:gd name="connsiteX6" fmla="*/ 67470 w 11578769"/>
              <a:gd name="connsiteY6" fmla="*/ 4886549 h 6809341"/>
              <a:gd name="connsiteX7" fmla="*/ 148480 w 11578769"/>
              <a:gd name="connsiteY7" fmla="*/ 5882442 h 6809341"/>
              <a:gd name="connsiteX8" fmla="*/ 5484139 w 11578769"/>
              <a:gd name="connsiteY8" fmla="*/ 5874336 h 6809341"/>
              <a:gd name="connsiteX9" fmla="*/ 8071632 w 11578769"/>
              <a:gd name="connsiteY9" fmla="*/ 5853608 h 6809341"/>
              <a:gd name="connsiteX10" fmla="*/ 8314590 w 11578769"/>
              <a:gd name="connsiteY10" fmla="*/ 5877326 h 6809341"/>
              <a:gd name="connsiteX11" fmla="*/ 8575475 w 11578769"/>
              <a:gd name="connsiteY11" fmla="*/ 6809341 h 6809341"/>
              <a:gd name="connsiteX12" fmla="*/ 8926264 w 11578769"/>
              <a:gd name="connsiteY12" fmla="*/ 5864484 h 6809341"/>
              <a:gd name="connsiteX13" fmla="*/ 9774882 w 11578769"/>
              <a:gd name="connsiteY13" fmla="*/ 5851061 h 6809341"/>
              <a:gd name="connsiteX14" fmla="*/ 10927227 w 11578769"/>
              <a:gd name="connsiteY14" fmla="*/ 5873967 h 6809341"/>
              <a:gd name="connsiteX15" fmla="*/ 11562334 w 11578769"/>
              <a:gd name="connsiteY15" fmla="*/ 5869852 h 6809341"/>
              <a:gd name="connsiteX16" fmla="*/ 11571244 w 11578769"/>
              <a:gd name="connsiteY16" fmla="*/ 2573275 h 6809341"/>
              <a:gd name="connsiteX17" fmla="*/ 11572643 w 11578769"/>
              <a:gd name="connsiteY17" fmla="*/ 213068 h 6809341"/>
              <a:gd name="connsiteX18" fmla="*/ 11386303 w 11578769"/>
              <a:gd name="connsiteY18" fmla="*/ 34886 h 6809341"/>
              <a:gd name="connsiteX19" fmla="*/ 10689999 w 11578769"/>
              <a:gd name="connsiteY19" fmla="*/ 22192 h 6809341"/>
              <a:gd name="connsiteX20" fmla="*/ 7599878 w 11578769"/>
              <a:gd name="connsiteY20" fmla="*/ 27511 h 6809341"/>
              <a:gd name="connsiteX21" fmla="*/ 1999684 w 11578769"/>
              <a:gd name="connsiteY21" fmla="*/ 0 h 6809341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0 w 11578769"/>
              <a:gd name="connsiteY2" fmla="*/ 72136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213068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0 w 11578769"/>
              <a:gd name="connsiteY2" fmla="*/ 72136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213068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0 w 11578769"/>
              <a:gd name="connsiteY2" fmla="*/ 72136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213068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80739"/>
              <a:gd name="connsiteY0" fmla="*/ 0 h 6964048"/>
              <a:gd name="connsiteX1" fmla="*/ 561320 w 11580739"/>
              <a:gd name="connsiteY1" fmla="*/ 10760 h 6964048"/>
              <a:gd name="connsiteX2" fmla="*/ 0 w 11580739"/>
              <a:gd name="connsiteY2" fmla="*/ 72136 h 6964048"/>
              <a:gd name="connsiteX3" fmla="*/ 0 w 11580739"/>
              <a:gd name="connsiteY3" fmla="*/ 860747 h 6964048"/>
              <a:gd name="connsiteX4" fmla="*/ 4597 w 11580739"/>
              <a:gd name="connsiteY4" fmla="*/ 860747 h 6964048"/>
              <a:gd name="connsiteX5" fmla="*/ 8569 w 11580739"/>
              <a:gd name="connsiteY5" fmla="*/ 1393284 h 6964048"/>
              <a:gd name="connsiteX6" fmla="*/ 67470 w 11580739"/>
              <a:gd name="connsiteY6" fmla="*/ 4886549 h 6964048"/>
              <a:gd name="connsiteX7" fmla="*/ 148480 w 11580739"/>
              <a:gd name="connsiteY7" fmla="*/ 5882442 h 6964048"/>
              <a:gd name="connsiteX8" fmla="*/ 5484139 w 11580739"/>
              <a:gd name="connsiteY8" fmla="*/ 5874336 h 6964048"/>
              <a:gd name="connsiteX9" fmla="*/ 8071632 w 11580739"/>
              <a:gd name="connsiteY9" fmla="*/ 5853608 h 6964048"/>
              <a:gd name="connsiteX10" fmla="*/ 8314590 w 11580739"/>
              <a:gd name="connsiteY10" fmla="*/ 5877326 h 6964048"/>
              <a:gd name="connsiteX11" fmla="*/ 8575475 w 11580739"/>
              <a:gd name="connsiteY11" fmla="*/ 6964048 h 6964048"/>
              <a:gd name="connsiteX12" fmla="*/ 8926264 w 11580739"/>
              <a:gd name="connsiteY12" fmla="*/ 5864484 h 6964048"/>
              <a:gd name="connsiteX13" fmla="*/ 9774882 w 11580739"/>
              <a:gd name="connsiteY13" fmla="*/ 5851061 h 6964048"/>
              <a:gd name="connsiteX14" fmla="*/ 10927227 w 11580739"/>
              <a:gd name="connsiteY14" fmla="*/ 5873967 h 6964048"/>
              <a:gd name="connsiteX15" fmla="*/ 11562334 w 11580739"/>
              <a:gd name="connsiteY15" fmla="*/ 5869852 h 6964048"/>
              <a:gd name="connsiteX16" fmla="*/ 11571244 w 11580739"/>
              <a:gd name="connsiteY16" fmla="*/ 2573275 h 6964048"/>
              <a:gd name="connsiteX17" fmla="*/ 11572643 w 11580739"/>
              <a:gd name="connsiteY17" fmla="*/ 213068 h 6964048"/>
              <a:gd name="connsiteX18" fmla="*/ 11386303 w 11580739"/>
              <a:gd name="connsiteY18" fmla="*/ 34886 h 6964048"/>
              <a:gd name="connsiteX19" fmla="*/ 10689999 w 11580739"/>
              <a:gd name="connsiteY19" fmla="*/ 22192 h 6964048"/>
              <a:gd name="connsiteX20" fmla="*/ 7599878 w 11580739"/>
              <a:gd name="connsiteY20" fmla="*/ 27511 h 6964048"/>
              <a:gd name="connsiteX21" fmla="*/ 1999684 w 11580739"/>
              <a:gd name="connsiteY21" fmla="*/ 0 h 6964048"/>
              <a:gd name="connsiteX0" fmla="*/ 1999684 w 11580739"/>
              <a:gd name="connsiteY0" fmla="*/ 0 h 6964048"/>
              <a:gd name="connsiteX1" fmla="*/ 561320 w 11580739"/>
              <a:gd name="connsiteY1" fmla="*/ 10760 h 6964048"/>
              <a:gd name="connsiteX2" fmla="*/ 0 w 11580739"/>
              <a:gd name="connsiteY2" fmla="*/ 72136 h 6964048"/>
              <a:gd name="connsiteX3" fmla="*/ 0 w 11580739"/>
              <a:gd name="connsiteY3" fmla="*/ 860747 h 6964048"/>
              <a:gd name="connsiteX4" fmla="*/ 4597 w 11580739"/>
              <a:gd name="connsiteY4" fmla="*/ 860747 h 6964048"/>
              <a:gd name="connsiteX5" fmla="*/ 8569 w 11580739"/>
              <a:gd name="connsiteY5" fmla="*/ 1393284 h 6964048"/>
              <a:gd name="connsiteX6" fmla="*/ 67470 w 11580739"/>
              <a:gd name="connsiteY6" fmla="*/ 4886549 h 6964048"/>
              <a:gd name="connsiteX7" fmla="*/ 148480 w 11580739"/>
              <a:gd name="connsiteY7" fmla="*/ 5882442 h 6964048"/>
              <a:gd name="connsiteX8" fmla="*/ 5484139 w 11580739"/>
              <a:gd name="connsiteY8" fmla="*/ 5874336 h 6964048"/>
              <a:gd name="connsiteX9" fmla="*/ 8071632 w 11580739"/>
              <a:gd name="connsiteY9" fmla="*/ 5853608 h 6964048"/>
              <a:gd name="connsiteX10" fmla="*/ 8314590 w 11580739"/>
              <a:gd name="connsiteY10" fmla="*/ 5877326 h 6964048"/>
              <a:gd name="connsiteX11" fmla="*/ 8575475 w 11580739"/>
              <a:gd name="connsiteY11" fmla="*/ 6964048 h 6964048"/>
              <a:gd name="connsiteX12" fmla="*/ 8926264 w 11580739"/>
              <a:gd name="connsiteY12" fmla="*/ 5864484 h 6964048"/>
              <a:gd name="connsiteX13" fmla="*/ 9774882 w 11580739"/>
              <a:gd name="connsiteY13" fmla="*/ 5851061 h 6964048"/>
              <a:gd name="connsiteX14" fmla="*/ 10927227 w 11580739"/>
              <a:gd name="connsiteY14" fmla="*/ 5873967 h 6964048"/>
              <a:gd name="connsiteX15" fmla="*/ 11562334 w 11580739"/>
              <a:gd name="connsiteY15" fmla="*/ 5869852 h 6964048"/>
              <a:gd name="connsiteX16" fmla="*/ 11571244 w 11580739"/>
              <a:gd name="connsiteY16" fmla="*/ 2573275 h 6964048"/>
              <a:gd name="connsiteX17" fmla="*/ 11572643 w 11580739"/>
              <a:gd name="connsiteY17" fmla="*/ 135715 h 6964048"/>
              <a:gd name="connsiteX18" fmla="*/ 11386303 w 11580739"/>
              <a:gd name="connsiteY18" fmla="*/ 34886 h 6964048"/>
              <a:gd name="connsiteX19" fmla="*/ 10689999 w 11580739"/>
              <a:gd name="connsiteY19" fmla="*/ 22192 h 6964048"/>
              <a:gd name="connsiteX20" fmla="*/ 7599878 w 11580739"/>
              <a:gd name="connsiteY20" fmla="*/ 27511 h 6964048"/>
              <a:gd name="connsiteX21" fmla="*/ 1999684 w 1158073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0 w 11578769"/>
              <a:gd name="connsiteY2" fmla="*/ 72136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28464 w 11578769"/>
              <a:gd name="connsiteY7" fmla="*/ 5882443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28464 w 11578769"/>
              <a:gd name="connsiteY7" fmla="*/ 5882443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8 h 6964048"/>
              <a:gd name="connsiteX7" fmla="*/ 128464 w 11578769"/>
              <a:gd name="connsiteY7" fmla="*/ 5882443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39624 w 11578769"/>
              <a:gd name="connsiteY4" fmla="*/ 860749 h 6964048"/>
              <a:gd name="connsiteX5" fmla="*/ 8569 w 11578769"/>
              <a:gd name="connsiteY5" fmla="*/ 1393284 h 6964048"/>
              <a:gd name="connsiteX6" fmla="*/ 67470 w 11578769"/>
              <a:gd name="connsiteY6" fmla="*/ 4886548 h 6964048"/>
              <a:gd name="connsiteX7" fmla="*/ 128464 w 11578769"/>
              <a:gd name="connsiteY7" fmla="*/ 5882443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8569 w 11578769"/>
              <a:gd name="connsiteY4" fmla="*/ 1393284 h 6964048"/>
              <a:gd name="connsiteX5" fmla="*/ 67470 w 11578769"/>
              <a:gd name="connsiteY5" fmla="*/ 4886548 h 6964048"/>
              <a:gd name="connsiteX6" fmla="*/ 128464 w 11578769"/>
              <a:gd name="connsiteY6" fmla="*/ 5882443 h 6964048"/>
              <a:gd name="connsiteX7" fmla="*/ 5484139 w 11578769"/>
              <a:gd name="connsiteY7" fmla="*/ 5874336 h 6964048"/>
              <a:gd name="connsiteX8" fmla="*/ 8071632 w 11578769"/>
              <a:gd name="connsiteY8" fmla="*/ 5853608 h 6964048"/>
              <a:gd name="connsiteX9" fmla="*/ 8314590 w 11578769"/>
              <a:gd name="connsiteY9" fmla="*/ 5877326 h 6964048"/>
              <a:gd name="connsiteX10" fmla="*/ 8575475 w 11578769"/>
              <a:gd name="connsiteY10" fmla="*/ 6964048 h 6964048"/>
              <a:gd name="connsiteX11" fmla="*/ 8926264 w 11578769"/>
              <a:gd name="connsiteY11" fmla="*/ 5864484 h 6964048"/>
              <a:gd name="connsiteX12" fmla="*/ 9774882 w 11578769"/>
              <a:gd name="connsiteY12" fmla="*/ 5851061 h 6964048"/>
              <a:gd name="connsiteX13" fmla="*/ 10927227 w 11578769"/>
              <a:gd name="connsiteY13" fmla="*/ 5873967 h 6964048"/>
              <a:gd name="connsiteX14" fmla="*/ 11562334 w 11578769"/>
              <a:gd name="connsiteY14" fmla="*/ 5869852 h 6964048"/>
              <a:gd name="connsiteX15" fmla="*/ 11571244 w 11578769"/>
              <a:gd name="connsiteY15" fmla="*/ 2573275 h 6964048"/>
              <a:gd name="connsiteX16" fmla="*/ 11572643 w 11578769"/>
              <a:gd name="connsiteY16" fmla="*/ 135715 h 6964048"/>
              <a:gd name="connsiteX17" fmla="*/ 11386303 w 11578769"/>
              <a:gd name="connsiteY17" fmla="*/ 34886 h 6964048"/>
              <a:gd name="connsiteX18" fmla="*/ 10689999 w 11578769"/>
              <a:gd name="connsiteY18" fmla="*/ 22192 h 6964048"/>
              <a:gd name="connsiteX19" fmla="*/ 7599878 w 11578769"/>
              <a:gd name="connsiteY19" fmla="*/ 27511 h 6964048"/>
              <a:gd name="connsiteX20" fmla="*/ 1999684 w 11578769"/>
              <a:gd name="connsiteY20" fmla="*/ 0 h 6964048"/>
              <a:gd name="connsiteX0" fmla="*/ 1991115 w 11570200"/>
              <a:gd name="connsiteY0" fmla="*/ 0 h 6964048"/>
              <a:gd name="connsiteX1" fmla="*/ 552751 w 11570200"/>
              <a:gd name="connsiteY1" fmla="*/ 10760 h 6964048"/>
              <a:gd name="connsiteX2" fmla="*/ 11446 w 11570200"/>
              <a:gd name="connsiteY2" fmla="*/ 56664 h 6964048"/>
              <a:gd name="connsiteX3" fmla="*/ 6442 w 11570200"/>
              <a:gd name="connsiteY3" fmla="*/ 845281 h 6964048"/>
              <a:gd name="connsiteX4" fmla="*/ 0 w 11570200"/>
              <a:gd name="connsiteY4" fmla="*/ 1393284 h 6964048"/>
              <a:gd name="connsiteX5" fmla="*/ 58901 w 11570200"/>
              <a:gd name="connsiteY5" fmla="*/ 4886548 h 6964048"/>
              <a:gd name="connsiteX6" fmla="*/ 119895 w 11570200"/>
              <a:gd name="connsiteY6" fmla="*/ 5882443 h 6964048"/>
              <a:gd name="connsiteX7" fmla="*/ 5475570 w 11570200"/>
              <a:gd name="connsiteY7" fmla="*/ 5874336 h 6964048"/>
              <a:gd name="connsiteX8" fmla="*/ 8063063 w 11570200"/>
              <a:gd name="connsiteY8" fmla="*/ 5853608 h 6964048"/>
              <a:gd name="connsiteX9" fmla="*/ 8306021 w 11570200"/>
              <a:gd name="connsiteY9" fmla="*/ 5877326 h 6964048"/>
              <a:gd name="connsiteX10" fmla="*/ 8566906 w 11570200"/>
              <a:gd name="connsiteY10" fmla="*/ 6964048 h 6964048"/>
              <a:gd name="connsiteX11" fmla="*/ 8917695 w 11570200"/>
              <a:gd name="connsiteY11" fmla="*/ 5864484 h 6964048"/>
              <a:gd name="connsiteX12" fmla="*/ 9766313 w 11570200"/>
              <a:gd name="connsiteY12" fmla="*/ 5851061 h 6964048"/>
              <a:gd name="connsiteX13" fmla="*/ 10918658 w 11570200"/>
              <a:gd name="connsiteY13" fmla="*/ 5873967 h 6964048"/>
              <a:gd name="connsiteX14" fmla="*/ 11553765 w 11570200"/>
              <a:gd name="connsiteY14" fmla="*/ 5869852 h 6964048"/>
              <a:gd name="connsiteX15" fmla="*/ 11562675 w 11570200"/>
              <a:gd name="connsiteY15" fmla="*/ 2573275 h 6964048"/>
              <a:gd name="connsiteX16" fmla="*/ 11564074 w 11570200"/>
              <a:gd name="connsiteY16" fmla="*/ 135715 h 6964048"/>
              <a:gd name="connsiteX17" fmla="*/ 11377734 w 11570200"/>
              <a:gd name="connsiteY17" fmla="*/ 34886 h 6964048"/>
              <a:gd name="connsiteX18" fmla="*/ 10681430 w 11570200"/>
              <a:gd name="connsiteY18" fmla="*/ 22192 h 6964048"/>
              <a:gd name="connsiteX19" fmla="*/ 7591309 w 11570200"/>
              <a:gd name="connsiteY19" fmla="*/ 27511 h 6964048"/>
              <a:gd name="connsiteX20" fmla="*/ 1991115 w 11570200"/>
              <a:gd name="connsiteY20" fmla="*/ 0 h 6964048"/>
              <a:gd name="connsiteX0" fmla="*/ 1984916 w 11564001"/>
              <a:gd name="connsiteY0" fmla="*/ 0 h 6964048"/>
              <a:gd name="connsiteX1" fmla="*/ 546552 w 11564001"/>
              <a:gd name="connsiteY1" fmla="*/ 10760 h 6964048"/>
              <a:gd name="connsiteX2" fmla="*/ 5247 w 11564001"/>
              <a:gd name="connsiteY2" fmla="*/ 56664 h 6964048"/>
              <a:gd name="connsiteX3" fmla="*/ 243 w 11564001"/>
              <a:gd name="connsiteY3" fmla="*/ 845281 h 6964048"/>
              <a:gd name="connsiteX4" fmla="*/ 8812 w 11564001"/>
              <a:gd name="connsiteY4" fmla="*/ 1671759 h 6964048"/>
              <a:gd name="connsiteX5" fmla="*/ 52702 w 11564001"/>
              <a:gd name="connsiteY5" fmla="*/ 4886548 h 6964048"/>
              <a:gd name="connsiteX6" fmla="*/ 113696 w 11564001"/>
              <a:gd name="connsiteY6" fmla="*/ 5882443 h 6964048"/>
              <a:gd name="connsiteX7" fmla="*/ 5469371 w 11564001"/>
              <a:gd name="connsiteY7" fmla="*/ 5874336 h 6964048"/>
              <a:gd name="connsiteX8" fmla="*/ 8056864 w 11564001"/>
              <a:gd name="connsiteY8" fmla="*/ 5853608 h 6964048"/>
              <a:gd name="connsiteX9" fmla="*/ 8299822 w 11564001"/>
              <a:gd name="connsiteY9" fmla="*/ 5877326 h 6964048"/>
              <a:gd name="connsiteX10" fmla="*/ 8560707 w 11564001"/>
              <a:gd name="connsiteY10" fmla="*/ 6964048 h 6964048"/>
              <a:gd name="connsiteX11" fmla="*/ 8911496 w 11564001"/>
              <a:gd name="connsiteY11" fmla="*/ 5864484 h 6964048"/>
              <a:gd name="connsiteX12" fmla="*/ 9760114 w 11564001"/>
              <a:gd name="connsiteY12" fmla="*/ 5851061 h 6964048"/>
              <a:gd name="connsiteX13" fmla="*/ 10912459 w 11564001"/>
              <a:gd name="connsiteY13" fmla="*/ 5873967 h 6964048"/>
              <a:gd name="connsiteX14" fmla="*/ 11547566 w 11564001"/>
              <a:gd name="connsiteY14" fmla="*/ 5869852 h 6964048"/>
              <a:gd name="connsiteX15" fmla="*/ 11556476 w 11564001"/>
              <a:gd name="connsiteY15" fmla="*/ 2573275 h 6964048"/>
              <a:gd name="connsiteX16" fmla="*/ 11557875 w 11564001"/>
              <a:gd name="connsiteY16" fmla="*/ 135715 h 6964048"/>
              <a:gd name="connsiteX17" fmla="*/ 11371535 w 11564001"/>
              <a:gd name="connsiteY17" fmla="*/ 34886 h 6964048"/>
              <a:gd name="connsiteX18" fmla="*/ 10675231 w 11564001"/>
              <a:gd name="connsiteY18" fmla="*/ 22192 h 6964048"/>
              <a:gd name="connsiteX19" fmla="*/ 7585110 w 11564001"/>
              <a:gd name="connsiteY19" fmla="*/ 27511 h 6964048"/>
              <a:gd name="connsiteX20" fmla="*/ 1984916 w 11564001"/>
              <a:gd name="connsiteY20" fmla="*/ 0 h 6964048"/>
              <a:gd name="connsiteX0" fmla="*/ 1984673 w 11563758"/>
              <a:gd name="connsiteY0" fmla="*/ 0 h 6964048"/>
              <a:gd name="connsiteX1" fmla="*/ 546309 w 11563758"/>
              <a:gd name="connsiteY1" fmla="*/ 10760 h 6964048"/>
              <a:gd name="connsiteX2" fmla="*/ 5004 w 11563758"/>
              <a:gd name="connsiteY2" fmla="*/ 56664 h 6964048"/>
              <a:gd name="connsiteX3" fmla="*/ 0 w 11563758"/>
              <a:gd name="connsiteY3" fmla="*/ 845281 h 6964048"/>
              <a:gd name="connsiteX4" fmla="*/ 52459 w 11563758"/>
              <a:gd name="connsiteY4" fmla="*/ 4886548 h 6964048"/>
              <a:gd name="connsiteX5" fmla="*/ 113453 w 11563758"/>
              <a:gd name="connsiteY5" fmla="*/ 5882443 h 6964048"/>
              <a:gd name="connsiteX6" fmla="*/ 5469128 w 11563758"/>
              <a:gd name="connsiteY6" fmla="*/ 5874336 h 6964048"/>
              <a:gd name="connsiteX7" fmla="*/ 8056621 w 11563758"/>
              <a:gd name="connsiteY7" fmla="*/ 5853608 h 6964048"/>
              <a:gd name="connsiteX8" fmla="*/ 8299579 w 11563758"/>
              <a:gd name="connsiteY8" fmla="*/ 5877326 h 6964048"/>
              <a:gd name="connsiteX9" fmla="*/ 8560464 w 11563758"/>
              <a:gd name="connsiteY9" fmla="*/ 6964048 h 6964048"/>
              <a:gd name="connsiteX10" fmla="*/ 8911253 w 11563758"/>
              <a:gd name="connsiteY10" fmla="*/ 5864484 h 6964048"/>
              <a:gd name="connsiteX11" fmla="*/ 9759871 w 11563758"/>
              <a:gd name="connsiteY11" fmla="*/ 5851061 h 6964048"/>
              <a:gd name="connsiteX12" fmla="*/ 10912216 w 11563758"/>
              <a:gd name="connsiteY12" fmla="*/ 5873967 h 6964048"/>
              <a:gd name="connsiteX13" fmla="*/ 11547323 w 11563758"/>
              <a:gd name="connsiteY13" fmla="*/ 5869852 h 6964048"/>
              <a:gd name="connsiteX14" fmla="*/ 11556233 w 11563758"/>
              <a:gd name="connsiteY14" fmla="*/ 2573275 h 6964048"/>
              <a:gd name="connsiteX15" fmla="*/ 11557632 w 11563758"/>
              <a:gd name="connsiteY15" fmla="*/ 135715 h 6964048"/>
              <a:gd name="connsiteX16" fmla="*/ 11371292 w 11563758"/>
              <a:gd name="connsiteY16" fmla="*/ 34886 h 6964048"/>
              <a:gd name="connsiteX17" fmla="*/ 10674988 w 11563758"/>
              <a:gd name="connsiteY17" fmla="*/ 22192 h 6964048"/>
              <a:gd name="connsiteX18" fmla="*/ 7584867 w 11563758"/>
              <a:gd name="connsiteY18" fmla="*/ 27511 h 6964048"/>
              <a:gd name="connsiteX19" fmla="*/ 1984673 w 11563758"/>
              <a:gd name="connsiteY19" fmla="*/ 0 h 6964048"/>
              <a:gd name="connsiteX0" fmla="*/ 1979669 w 11558754"/>
              <a:gd name="connsiteY0" fmla="*/ 0 h 6964048"/>
              <a:gd name="connsiteX1" fmla="*/ 541305 w 11558754"/>
              <a:gd name="connsiteY1" fmla="*/ 10760 h 6964048"/>
              <a:gd name="connsiteX2" fmla="*/ 0 w 11558754"/>
              <a:gd name="connsiteY2" fmla="*/ 56664 h 6964048"/>
              <a:gd name="connsiteX3" fmla="*/ 10007 w 11558754"/>
              <a:gd name="connsiteY3" fmla="*/ 907167 h 6964048"/>
              <a:gd name="connsiteX4" fmla="*/ 47455 w 11558754"/>
              <a:gd name="connsiteY4" fmla="*/ 4886548 h 6964048"/>
              <a:gd name="connsiteX5" fmla="*/ 108449 w 11558754"/>
              <a:gd name="connsiteY5" fmla="*/ 5882443 h 6964048"/>
              <a:gd name="connsiteX6" fmla="*/ 5464124 w 11558754"/>
              <a:gd name="connsiteY6" fmla="*/ 5874336 h 6964048"/>
              <a:gd name="connsiteX7" fmla="*/ 8051617 w 11558754"/>
              <a:gd name="connsiteY7" fmla="*/ 5853608 h 6964048"/>
              <a:gd name="connsiteX8" fmla="*/ 8294575 w 11558754"/>
              <a:gd name="connsiteY8" fmla="*/ 5877326 h 6964048"/>
              <a:gd name="connsiteX9" fmla="*/ 8555460 w 11558754"/>
              <a:gd name="connsiteY9" fmla="*/ 6964048 h 6964048"/>
              <a:gd name="connsiteX10" fmla="*/ 8906249 w 11558754"/>
              <a:gd name="connsiteY10" fmla="*/ 5864484 h 6964048"/>
              <a:gd name="connsiteX11" fmla="*/ 9754867 w 11558754"/>
              <a:gd name="connsiteY11" fmla="*/ 5851061 h 6964048"/>
              <a:gd name="connsiteX12" fmla="*/ 10907212 w 11558754"/>
              <a:gd name="connsiteY12" fmla="*/ 5873967 h 6964048"/>
              <a:gd name="connsiteX13" fmla="*/ 11542319 w 11558754"/>
              <a:gd name="connsiteY13" fmla="*/ 5869852 h 6964048"/>
              <a:gd name="connsiteX14" fmla="*/ 11551229 w 11558754"/>
              <a:gd name="connsiteY14" fmla="*/ 2573275 h 6964048"/>
              <a:gd name="connsiteX15" fmla="*/ 11552628 w 11558754"/>
              <a:gd name="connsiteY15" fmla="*/ 135715 h 6964048"/>
              <a:gd name="connsiteX16" fmla="*/ 11366288 w 11558754"/>
              <a:gd name="connsiteY16" fmla="*/ 34886 h 6964048"/>
              <a:gd name="connsiteX17" fmla="*/ 10669984 w 11558754"/>
              <a:gd name="connsiteY17" fmla="*/ 22192 h 6964048"/>
              <a:gd name="connsiteX18" fmla="*/ 7579863 w 11558754"/>
              <a:gd name="connsiteY18" fmla="*/ 27511 h 6964048"/>
              <a:gd name="connsiteX19" fmla="*/ 1979669 w 11558754"/>
              <a:gd name="connsiteY19" fmla="*/ 0 h 6964048"/>
              <a:gd name="connsiteX0" fmla="*/ 1969662 w 11548747"/>
              <a:gd name="connsiteY0" fmla="*/ 0 h 6964048"/>
              <a:gd name="connsiteX1" fmla="*/ 531298 w 11548747"/>
              <a:gd name="connsiteY1" fmla="*/ 10760 h 6964048"/>
              <a:gd name="connsiteX2" fmla="*/ 10008 w 11548747"/>
              <a:gd name="connsiteY2" fmla="*/ 41197 h 6964048"/>
              <a:gd name="connsiteX3" fmla="*/ 0 w 11548747"/>
              <a:gd name="connsiteY3" fmla="*/ 907167 h 6964048"/>
              <a:gd name="connsiteX4" fmla="*/ 37448 w 11548747"/>
              <a:gd name="connsiteY4" fmla="*/ 4886548 h 6964048"/>
              <a:gd name="connsiteX5" fmla="*/ 98442 w 11548747"/>
              <a:gd name="connsiteY5" fmla="*/ 5882443 h 6964048"/>
              <a:gd name="connsiteX6" fmla="*/ 5454117 w 11548747"/>
              <a:gd name="connsiteY6" fmla="*/ 5874336 h 6964048"/>
              <a:gd name="connsiteX7" fmla="*/ 8041610 w 11548747"/>
              <a:gd name="connsiteY7" fmla="*/ 5853608 h 6964048"/>
              <a:gd name="connsiteX8" fmla="*/ 8284568 w 11548747"/>
              <a:gd name="connsiteY8" fmla="*/ 5877326 h 6964048"/>
              <a:gd name="connsiteX9" fmla="*/ 8545453 w 11548747"/>
              <a:gd name="connsiteY9" fmla="*/ 6964048 h 6964048"/>
              <a:gd name="connsiteX10" fmla="*/ 8896242 w 11548747"/>
              <a:gd name="connsiteY10" fmla="*/ 5864484 h 6964048"/>
              <a:gd name="connsiteX11" fmla="*/ 9744860 w 11548747"/>
              <a:gd name="connsiteY11" fmla="*/ 5851061 h 6964048"/>
              <a:gd name="connsiteX12" fmla="*/ 10897205 w 11548747"/>
              <a:gd name="connsiteY12" fmla="*/ 5873967 h 6964048"/>
              <a:gd name="connsiteX13" fmla="*/ 11532312 w 11548747"/>
              <a:gd name="connsiteY13" fmla="*/ 5869852 h 6964048"/>
              <a:gd name="connsiteX14" fmla="*/ 11541222 w 11548747"/>
              <a:gd name="connsiteY14" fmla="*/ 2573275 h 6964048"/>
              <a:gd name="connsiteX15" fmla="*/ 11542621 w 11548747"/>
              <a:gd name="connsiteY15" fmla="*/ 135715 h 6964048"/>
              <a:gd name="connsiteX16" fmla="*/ 11356281 w 11548747"/>
              <a:gd name="connsiteY16" fmla="*/ 34886 h 6964048"/>
              <a:gd name="connsiteX17" fmla="*/ 10659977 w 11548747"/>
              <a:gd name="connsiteY17" fmla="*/ 22192 h 6964048"/>
              <a:gd name="connsiteX18" fmla="*/ 7569856 w 11548747"/>
              <a:gd name="connsiteY18" fmla="*/ 27511 h 6964048"/>
              <a:gd name="connsiteX19" fmla="*/ 1969662 w 11548747"/>
              <a:gd name="connsiteY19" fmla="*/ 0 h 6964048"/>
              <a:gd name="connsiteX0" fmla="*/ 1969662 w 11548747"/>
              <a:gd name="connsiteY0" fmla="*/ 0 h 6964048"/>
              <a:gd name="connsiteX1" fmla="*/ 531298 w 11548747"/>
              <a:gd name="connsiteY1" fmla="*/ 10760 h 6964048"/>
              <a:gd name="connsiteX2" fmla="*/ 10008 w 11548747"/>
              <a:gd name="connsiteY2" fmla="*/ 41197 h 6964048"/>
              <a:gd name="connsiteX3" fmla="*/ 0 w 11548747"/>
              <a:gd name="connsiteY3" fmla="*/ 907167 h 6964048"/>
              <a:gd name="connsiteX4" fmla="*/ 37448 w 11548747"/>
              <a:gd name="connsiteY4" fmla="*/ 4886548 h 6964048"/>
              <a:gd name="connsiteX5" fmla="*/ 98442 w 11548747"/>
              <a:gd name="connsiteY5" fmla="*/ 5882443 h 6964048"/>
              <a:gd name="connsiteX6" fmla="*/ 5454117 w 11548747"/>
              <a:gd name="connsiteY6" fmla="*/ 5874336 h 6964048"/>
              <a:gd name="connsiteX7" fmla="*/ 8041610 w 11548747"/>
              <a:gd name="connsiteY7" fmla="*/ 5853608 h 6964048"/>
              <a:gd name="connsiteX8" fmla="*/ 8284568 w 11548747"/>
              <a:gd name="connsiteY8" fmla="*/ 5877326 h 6964048"/>
              <a:gd name="connsiteX9" fmla="*/ 8545453 w 11548747"/>
              <a:gd name="connsiteY9" fmla="*/ 6964048 h 6964048"/>
              <a:gd name="connsiteX10" fmla="*/ 8896242 w 11548747"/>
              <a:gd name="connsiteY10" fmla="*/ 5864484 h 6964048"/>
              <a:gd name="connsiteX11" fmla="*/ 9744860 w 11548747"/>
              <a:gd name="connsiteY11" fmla="*/ 5851061 h 6964048"/>
              <a:gd name="connsiteX12" fmla="*/ 10897205 w 11548747"/>
              <a:gd name="connsiteY12" fmla="*/ 5873967 h 6964048"/>
              <a:gd name="connsiteX13" fmla="*/ 11532312 w 11548747"/>
              <a:gd name="connsiteY13" fmla="*/ 5869852 h 6964048"/>
              <a:gd name="connsiteX14" fmla="*/ 11541222 w 11548747"/>
              <a:gd name="connsiteY14" fmla="*/ 2573275 h 6964048"/>
              <a:gd name="connsiteX15" fmla="*/ 11542621 w 11548747"/>
              <a:gd name="connsiteY15" fmla="*/ 135715 h 6964048"/>
              <a:gd name="connsiteX16" fmla="*/ 11356281 w 11548747"/>
              <a:gd name="connsiteY16" fmla="*/ 34886 h 6964048"/>
              <a:gd name="connsiteX17" fmla="*/ 10659977 w 11548747"/>
              <a:gd name="connsiteY17" fmla="*/ 22192 h 6964048"/>
              <a:gd name="connsiteX18" fmla="*/ 7569856 w 11548747"/>
              <a:gd name="connsiteY18" fmla="*/ 27511 h 6964048"/>
              <a:gd name="connsiteX19" fmla="*/ 1969662 w 11548747"/>
              <a:gd name="connsiteY19" fmla="*/ 0 h 6964048"/>
              <a:gd name="connsiteX0" fmla="*/ 1969662 w 11548747"/>
              <a:gd name="connsiteY0" fmla="*/ 0 h 6964048"/>
              <a:gd name="connsiteX1" fmla="*/ 531298 w 11548747"/>
              <a:gd name="connsiteY1" fmla="*/ 10760 h 6964048"/>
              <a:gd name="connsiteX2" fmla="*/ 10008 w 11548747"/>
              <a:gd name="connsiteY2" fmla="*/ 41197 h 6964048"/>
              <a:gd name="connsiteX3" fmla="*/ 0 w 11548747"/>
              <a:gd name="connsiteY3" fmla="*/ 907167 h 6964048"/>
              <a:gd name="connsiteX4" fmla="*/ 37448 w 11548747"/>
              <a:gd name="connsiteY4" fmla="*/ 4886548 h 6964048"/>
              <a:gd name="connsiteX5" fmla="*/ 98442 w 11548747"/>
              <a:gd name="connsiteY5" fmla="*/ 5882443 h 6964048"/>
              <a:gd name="connsiteX6" fmla="*/ 5454117 w 11548747"/>
              <a:gd name="connsiteY6" fmla="*/ 5874336 h 6964048"/>
              <a:gd name="connsiteX7" fmla="*/ 8041610 w 11548747"/>
              <a:gd name="connsiteY7" fmla="*/ 5853608 h 6964048"/>
              <a:gd name="connsiteX8" fmla="*/ 8284568 w 11548747"/>
              <a:gd name="connsiteY8" fmla="*/ 5877326 h 6964048"/>
              <a:gd name="connsiteX9" fmla="*/ 8545453 w 11548747"/>
              <a:gd name="connsiteY9" fmla="*/ 6964048 h 6964048"/>
              <a:gd name="connsiteX10" fmla="*/ 8896242 w 11548747"/>
              <a:gd name="connsiteY10" fmla="*/ 5864484 h 6964048"/>
              <a:gd name="connsiteX11" fmla="*/ 9744860 w 11548747"/>
              <a:gd name="connsiteY11" fmla="*/ 5851061 h 6964048"/>
              <a:gd name="connsiteX12" fmla="*/ 10897205 w 11548747"/>
              <a:gd name="connsiteY12" fmla="*/ 5873967 h 6964048"/>
              <a:gd name="connsiteX13" fmla="*/ 11532312 w 11548747"/>
              <a:gd name="connsiteY13" fmla="*/ 5869852 h 6964048"/>
              <a:gd name="connsiteX14" fmla="*/ 11541222 w 11548747"/>
              <a:gd name="connsiteY14" fmla="*/ 2573275 h 6964048"/>
              <a:gd name="connsiteX15" fmla="*/ 11542621 w 11548747"/>
              <a:gd name="connsiteY15" fmla="*/ 135715 h 6964048"/>
              <a:gd name="connsiteX16" fmla="*/ 11356281 w 11548747"/>
              <a:gd name="connsiteY16" fmla="*/ 34886 h 6964048"/>
              <a:gd name="connsiteX17" fmla="*/ 10659977 w 11548747"/>
              <a:gd name="connsiteY17" fmla="*/ 22192 h 6964048"/>
              <a:gd name="connsiteX18" fmla="*/ 7569856 w 11548747"/>
              <a:gd name="connsiteY18" fmla="*/ 27511 h 6964048"/>
              <a:gd name="connsiteX19" fmla="*/ 1969662 w 11548747"/>
              <a:gd name="connsiteY19" fmla="*/ 0 h 6964048"/>
              <a:gd name="connsiteX0" fmla="*/ 1969662 w 13176852"/>
              <a:gd name="connsiteY0" fmla="*/ 0 h 6964048"/>
              <a:gd name="connsiteX1" fmla="*/ 531298 w 13176852"/>
              <a:gd name="connsiteY1" fmla="*/ 10760 h 6964048"/>
              <a:gd name="connsiteX2" fmla="*/ 10008 w 13176852"/>
              <a:gd name="connsiteY2" fmla="*/ 41197 h 6964048"/>
              <a:gd name="connsiteX3" fmla="*/ 0 w 13176852"/>
              <a:gd name="connsiteY3" fmla="*/ 907167 h 6964048"/>
              <a:gd name="connsiteX4" fmla="*/ 37448 w 13176852"/>
              <a:gd name="connsiteY4" fmla="*/ 4886548 h 6964048"/>
              <a:gd name="connsiteX5" fmla="*/ 98442 w 13176852"/>
              <a:gd name="connsiteY5" fmla="*/ 5882443 h 6964048"/>
              <a:gd name="connsiteX6" fmla="*/ 5454117 w 13176852"/>
              <a:gd name="connsiteY6" fmla="*/ 5874336 h 6964048"/>
              <a:gd name="connsiteX7" fmla="*/ 8041610 w 13176852"/>
              <a:gd name="connsiteY7" fmla="*/ 5853608 h 6964048"/>
              <a:gd name="connsiteX8" fmla="*/ 8284568 w 13176852"/>
              <a:gd name="connsiteY8" fmla="*/ 5877326 h 6964048"/>
              <a:gd name="connsiteX9" fmla="*/ 8545453 w 13176852"/>
              <a:gd name="connsiteY9" fmla="*/ 6964048 h 6964048"/>
              <a:gd name="connsiteX10" fmla="*/ 8896242 w 13176852"/>
              <a:gd name="connsiteY10" fmla="*/ 5864484 h 6964048"/>
              <a:gd name="connsiteX11" fmla="*/ 9744860 w 13176852"/>
              <a:gd name="connsiteY11" fmla="*/ 5851061 h 6964048"/>
              <a:gd name="connsiteX12" fmla="*/ 10897205 w 13176852"/>
              <a:gd name="connsiteY12" fmla="*/ 5873967 h 6964048"/>
              <a:gd name="connsiteX13" fmla="*/ 13176205 w 13176852"/>
              <a:gd name="connsiteY13" fmla="*/ 6004789 h 6964048"/>
              <a:gd name="connsiteX14" fmla="*/ 11541222 w 13176852"/>
              <a:gd name="connsiteY14" fmla="*/ 2573275 h 6964048"/>
              <a:gd name="connsiteX15" fmla="*/ 11542621 w 13176852"/>
              <a:gd name="connsiteY15" fmla="*/ 135715 h 6964048"/>
              <a:gd name="connsiteX16" fmla="*/ 11356281 w 13176852"/>
              <a:gd name="connsiteY16" fmla="*/ 34886 h 6964048"/>
              <a:gd name="connsiteX17" fmla="*/ 10659977 w 13176852"/>
              <a:gd name="connsiteY17" fmla="*/ 22192 h 6964048"/>
              <a:gd name="connsiteX18" fmla="*/ 7569856 w 13176852"/>
              <a:gd name="connsiteY18" fmla="*/ 27511 h 6964048"/>
              <a:gd name="connsiteX19" fmla="*/ 1969662 w 13176852"/>
              <a:gd name="connsiteY19" fmla="*/ 0 h 6964048"/>
              <a:gd name="connsiteX0" fmla="*/ 1969662 w 13257988"/>
              <a:gd name="connsiteY0" fmla="*/ 0 h 6964048"/>
              <a:gd name="connsiteX1" fmla="*/ 531298 w 13257988"/>
              <a:gd name="connsiteY1" fmla="*/ 10760 h 6964048"/>
              <a:gd name="connsiteX2" fmla="*/ 10008 w 13257988"/>
              <a:gd name="connsiteY2" fmla="*/ 41197 h 6964048"/>
              <a:gd name="connsiteX3" fmla="*/ 0 w 13257988"/>
              <a:gd name="connsiteY3" fmla="*/ 907167 h 6964048"/>
              <a:gd name="connsiteX4" fmla="*/ 37448 w 13257988"/>
              <a:gd name="connsiteY4" fmla="*/ 4886548 h 6964048"/>
              <a:gd name="connsiteX5" fmla="*/ 98442 w 13257988"/>
              <a:gd name="connsiteY5" fmla="*/ 5882443 h 6964048"/>
              <a:gd name="connsiteX6" fmla="*/ 5454117 w 13257988"/>
              <a:gd name="connsiteY6" fmla="*/ 5874336 h 6964048"/>
              <a:gd name="connsiteX7" fmla="*/ 8041610 w 13257988"/>
              <a:gd name="connsiteY7" fmla="*/ 5853608 h 6964048"/>
              <a:gd name="connsiteX8" fmla="*/ 8284568 w 13257988"/>
              <a:gd name="connsiteY8" fmla="*/ 5877326 h 6964048"/>
              <a:gd name="connsiteX9" fmla="*/ 8545453 w 13257988"/>
              <a:gd name="connsiteY9" fmla="*/ 6964048 h 6964048"/>
              <a:gd name="connsiteX10" fmla="*/ 8896242 w 13257988"/>
              <a:gd name="connsiteY10" fmla="*/ 5864484 h 6964048"/>
              <a:gd name="connsiteX11" fmla="*/ 9744860 w 13257988"/>
              <a:gd name="connsiteY11" fmla="*/ 5851061 h 6964048"/>
              <a:gd name="connsiteX12" fmla="*/ 10897205 w 13257988"/>
              <a:gd name="connsiteY12" fmla="*/ 5873967 h 6964048"/>
              <a:gd name="connsiteX13" fmla="*/ 13176205 w 13257988"/>
              <a:gd name="connsiteY13" fmla="*/ 6004789 h 6964048"/>
              <a:gd name="connsiteX14" fmla="*/ 13257852 w 13257988"/>
              <a:gd name="connsiteY14" fmla="*/ 1313888 h 6964048"/>
              <a:gd name="connsiteX15" fmla="*/ 11542621 w 13257988"/>
              <a:gd name="connsiteY15" fmla="*/ 135715 h 6964048"/>
              <a:gd name="connsiteX16" fmla="*/ 11356281 w 13257988"/>
              <a:gd name="connsiteY16" fmla="*/ 34886 h 6964048"/>
              <a:gd name="connsiteX17" fmla="*/ 10659977 w 13257988"/>
              <a:gd name="connsiteY17" fmla="*/ 22192 h 6964048"/>
              <a:gd name="connsiteX18" fmla="*/ 7569856 w 13257988"/>
              <a:gd name="connsiteY18" fmla="*/ 27511 h 6964048"/>
              <a:gd name="connsiteX19" fmla="*/ 1969662 w 13257988"/>
              <a:gd name="connsiteY19" fmla="*/ 0 h 6964048"/>
              <a:gd name="connsiteX0" fmla="*/ 1969662 w 13266257"/>
              <a:gd name="connsiteY0" fmla="*/ 10977443 h 17941491"/>
              <a:gd name="connsiteX1" fmla="*/ 531298 w 13266257"/>
              <a:gd name="connsiteY1" fmla="*/ 10988203 h 17941491"/>
              <a:gd name="connsiteX2" fmla="*/ 10008 w 13266257"/>
              <a:gd name="connsiteY2" fmla="*/ 11018640 h 17941491"/>
              <a:gd name="connsiteX3" fmla="*/ 0 w 13266257"/>
              <a:gd name="connsiteY3" fmla="*/ 11884610 h 17941491"/>
              <a:gd name="connsiteX4" fmla="*/ 37448 w 13266257"/>
              <a:gd name="connsiteY4" fmla="*/ 15863991 h 17941491"/>
              <a:gd name="connsiteX5" fmla="*/ 98442 w 13266257"/>
              <a:gd name="connsiteY5" fmla="*/ 16859886 h 17941491"/>
              <a:gd name="connsiteX6" fmla="*/ 5454117 w 13266257"/>
              <a:gd name="connsiteY6" fmla="*/ 16851779 h 17941491"/>
              <a:gd name="connsiteX7" fmla="*/ 8041610 w 13266257"/>
              <a:gd name="connsiteY7" fmla="*/ 16831051 h 17941491"/>
              <a:gd name="connsiteX8" fmla="*/ 8284568 w 13266257"/>
              <a:gd name="connsiteY8" fmla="*/ 16854769 h 17941491"/>
              <a:gd name="connsiteX9" fmla="*/ 8545453 w 13266257"/>
              <a:gd name="connsiteY9" fmla="*/ 17941491 h 17941491"/>
              <a:gd name="connsiteX10" fmla="*/ 8896242 w 13266257"/>
              <a:gd name="connsiteY10" fmla="*/ 16841927 h 17941491"/>
              <a:gd name="connsiteX11" fmla="*/ 9744860 w 13266257"/>
              <a:gd name="connsiteY11" fmla="*/ 16828504 h 17941491"/>
              <a:gd name="connsiteX12" fmla="*/ 10897205 w 13266257"/>
              <a:gd name="connsiteY12" fmla="*/ 16851410 h 17941491"/>
              <a:gd name="connsiteX13" fmla="*/ 13176205 w 13266257"/>
              <a:gd name="connsiteY13" fmla="*/ 16982232 h 17941491"/>
              <a:gd name="connsiteX14" fmla="*/ 13257852 w 13266257"/>
              <a:gd name="connsiteY14" fmla="*/ 12291331 h 17941491"/>
              <a:gd name="connsiteX15" fmla="*/ 12982846 w 13266257"/>
              <a:gd name="connsiteY15" fmla="*/ 3572 h 17941491"/>
              <a:gd name="connsiteX16" fmla="*/ 11356281 w 13266257"/>
              <a:gd name="connsiteY16" fmla="*/ 11012329 h 17941491"/>
              <a:gd name="connsiteX17" fmla="*/ 10659977 w 13266257"/>
              <a:gd name="connsiteY17" fmla="*/ 10999635 h 17941491"/>
              <a:gd name="connsiteX18" fmla="*/ 7569856 w 13266257"/>
              <a:gd name="connsiteY18" fmla="*/ 11004954 h 17941491"/>
              <a:gd name="connsiteX19" fmla="*/ 1969662 w 13266257"/>
              <a:gd name="connsiteY19" fmla="*/ 10977443 h 17941491"/>
              <a:gd name="connsiteX0" fmla="*/ 1969662 w 13266257"/>
              <a:gd name="connsiteY0" fmla="*/ 10977443 h 17941491"/>
              <a:gd name="connsiteX1" fmla="*/ 531298 w 13266257"/>
              <a:gd name="connsiteY1" fmla="*/ 10988203 h 17941491"/>
              <a:gd name="connsiteX2" fmla="*/ 10008 w 13266257"/>
              <a:gd name="connsiteY2" fmla="*/ 11018640 h 17941491"/>
              <a:gd name="connsiteX3" fmla="*/ 0 w 13266257"/>
              <a:gd name="connsiteY3" fmla="*/ 11884610 h 17941491"/>
              <a:gd name="connsiteX4" fmla="*/ 37448 w 13266257"/>
              <a:gd name="connsiteY4" fmla="*/ 15863991 h 17941491"/>
              <a:gd name="connsiteX5" fmla="*/ 98442 w 13266257"/>
              <a:gd name="connsiteY5" fmla="*/ 16859886 h 17941491"/>
              <a:gd name="connsiteX6" fmla="*/ 5454117 w 13266257"/>
              <a:gd name="connsiteY6" fmla="*/ 16851779 h 17941491"/>
              <a:gd name="connsiteX7" fmla="*/ 8041610 w 13266257"/>
              <a:gd name="connsiteY7" fmla="*/ 16831051 h 17941491"/>
              <a:gd name="connsiteX8" fmla="*/ 8284568 w 13266257"/>
              <a:gd name="connsiteY8" fmla="*/ 16854769 h 17941491"/>
              <a:gd name="connsiteX9" fmla="*/ 8545453 w 13266257"/>
              <a:gd name="connsiteY9" fmla="*/ 17941491 h 17941491"/>
              <a:gd name="connsiteX10" fmla="*/ 8896242 w 13266257"/>
              <a:gd name="connsiteY10" fmla="*/ 16841927 h 17941491"/>
              <a:gd name="connsiteX11" fmla="*/ 9744860 w 13266257"/>
              <a:gd name="connsiteY11" fmla="*/ 16828504 h 17941491"/>
              <a:gd name="connsiteX12" fmla="*/ 10897205 w 13266257"/>
              <a:gd name="connsiteY12" fmla="*/ 16851410 h 17941491"/>
              <a:gd name="connsiteX13" fmla="*/ 13176205 w 13266257"/>
              <a:gd name="connsiteY13" fmla="*/ 16982232 h 17941491"/>
              <a:gd name="connsiteX14" fmla="*/ 13257852 w 13266257"/>
              <a:gd name="connsiteY14" fmla="*/ 12291331 h 17941491"/>
              <a:gd name="connsiteX15" fmla="*/ 12982846 w 13266257"/>
              <a:gd name="connsiteY15" fmla="*/ 3572 h 17941491"/>
              <a:gd name="connsiteX16" fmla="*/ 11356281 w 13266257"/>
              <a:gd name="connsiteY16" fmla="*/ 11012329 h 17941491"/>
              <a:gd name="connsiteX17" fmla="*/ 7569856 w 13266257"/>
              <a:gd name="connsiteY17" fmla="*/ 11004954 h 17941491"/>
              <a:gd name="connsiteX18" fmla="*/ 1969662 w 13266257"/>
              <a:gd name="connsiteY18" fmla="*/ 10977443 h 17941491"/>
              <a:gd name="connsiteX0" fmla="*/ 1969662 w 13265043"/>
              <a:gd name="connsiteY0" fmla="*/ 11860808 h 18824856"/>
              <a:gd name="connsiteX1" fmla="*/ 531298 w 13265043"/>
              <a:gd name="connsiteY1" fmla="*/ 11871568 h 18824856"/>
              <a:gd name="connsiteX2" fmla="*/ 10008 w 13265043"/>
              <a:gd name="connsiteY2" fmla="*/ 11902005 h 18824856"/>
              <a:gd name="connsiteX3" fmla="*/ 0 w 13265043"/>
              <a:gd name="connsiteY3" fmla="*/ 12767975 h 18824856"/>
              <a:gd name="connsiteX4" fmla="*/ 37448 w 13265043"/>
              <a:gd name="connsiteY4" fmla="*/ 16747356 h 18824856"/>
              <a:gd name="connsiteX5" fmla="*/ 98442 w 13265043"/>
              <a:gd name="connsiteY5" fmla="*/ 17743251 h 18824856"/>
              <a:gd name="connsiteX6" fmla="*/ 5454117 w 13265043"/>
              <a:gd name="connsiteY6" fmla="*/ 17735144 h 18824856"/>
              <a:gd name="connsiteX7" fmla="*/ 8041610 w 13265043"/>
              <a:gd name="connsiteY7" fmla="*/ 17714416 h 18824856"/>
              <a:gd name="connsiteX8" fmla="*/ 8284568 w 13265043"/>
              <a:gd name="connsiteY8" fmla="*/ 17738134 h 18824856"/>
              <a:gd name="connsiteX9" fmla="*/ 8545453 w 13265043"/>
              <a:gd name="connsiteY9" fmla="*/ 18824856 h 18824856"/>
              <a:gd name="connsiteX10" fmla="*/ 8896242 w 13265043"/>
              <a:gd name="connsiteY10" fmla="*/ 17725292 h 18824856"/>
              <a:gd name="connsiteX11" fmla="*/ 9744860 w 13265043"/>
              <a:gd name="connsiteY11" fmla="*/ 17711869 h 18824856"/>
              <a:gd name="connsiteX12" fmla="*/ 10897205 w 13265043"/>
              <a:gd name="connsiteY12" fmla="*/ 17734775 h 18824856"/>
              <a:gd name="connsiteX13" fmla="*/ 13176205 w 13265043"/>
              <a:gd name="connsiteY13" fmla="*/ 17865597 h 18824856"/>
              <a:gd name="connsiteX14" fmla="*/ 13257852 w 13265043"/>
              <a:gd name="connsiteY14" fmla="*/ 13174696 h 18824856"/>
              <a:gd name="connsiteX15" fmla="*/ 12982846 w 13265043"/>
              <a:gd name="connsiteY15" fmla="*/ 886937 h 18824856"/>
              <a:gd name="connsiteX16" fmla="*/ 11414472 w 13265043"/>
              <a:gd name="connsiteY16" fmla="*/ 2180430 h 18824856"/>
              <a:gd name="connsiteX17" fmla="*/ 7569856 w 13265043"/>
              <a:gd name="connsiteY17" fmla="*/ 11888319 h 18824856"/>
              <a:gd name="connsiteX18" fmla="*/ 1969662 w 13265043"/>
              <a:gd name="connsiteY18" fmla="*/ 11860808 h 18824856"/>
              <a:gd name="connsiteX0" fmla="*/ 1969662 w 13265043"/>
              <a:gd name="connsiteY0" fmla="*/ 11542377 h 18506425"/>
              <a:gd name="connsiteX1" fmla="*/ 531298 w 13265043"/>
              <a:gd name="connsiteY1" fmla="*/ 11553137 h 18506425"/>
              <a:gd name="connsiteX2" fmla="*/ 10008 w 13265043"/>
              <a:gd name="connsiteY2" fmla="*/ 11583574 h 18506425"/>
              <a:gd name="connsiteX3" fmla="*/ 0 w 13265043"/>
              <a:gd name="connsiteY3" fmla="*/ 12449544 h 18506425"/>
              <a:gd name="connsiteX4" fmla="*/ 37448 w 13265043"/>
              <a:gd name="connsiteY4" fmla="*/ 16428925 h 18506425"/>
              <a:gd name="connsiteX5" fmla="*/ 98442 w 13265043"/>
              <a:gd name="connsiteY5" fmla="*/ 17424820 h 18506425"/>
              <a:gd name="connsiteX6" fmla="*/ 5454117 w 13265043"/>
              <a:gd name="connsiteY6" fmla="*/ 17416713 h 18506425"/>
              <a:gd name="connsiteX7" fmla="*/ 8041610 w 13265043"/>
              <a:gd name="connsiteY7" fmla="*/ 17395985 h 18506425"/>
              <a:gd name="connsiteX8" fmla="*/ 8284568 w 13265043"/>
              <a:gd name="connsiteY8" fmla="*/ 17419703 h 18506425"/>
              <a:gd name="connsiteX9" fmla="*/ 8545453 w 13265043"/>
              <a:gd name="connsiteY9" fmla="*/ 18506425 h 18506425"/>
              <a:gd name="connsiteX10" fmla="*/ 8896242 w 13265043"/>
              <a:gd name="connsiteY10" fmla="*/ 17406861 h 18506425"/>
              <a:gd name="connsiteX11" fmla="*/ 9744860 w 13265043"/>
              <a:gd name="connsiteY11" fmla="*/ 17393438 h 18506425"/>
              <a:gd name="connsiteX12" fmla="*/ 10897205 w 13265043"/>
              <a:gd name="connsiteY12" fmla="*/ 17416344 h 18506425"/>
              <a:gd name="connsiteX13" fmla="*/ 13176205 w 13265043"/>
              <a:gd name="connsiteY13" fmla="*/ 17547166 h 18506425"/>
              <a:gd name="connsiteX14" fmla="*/ 13257852 w 13265043"/>
              <a:gd name="connsiteY14" fmla="*/ 12856265 h 18506425"/>
              <a:gd name="connsiteX15" fmla="*/ 12982846 w 13265043"/>
              <a:gd name="connsiteY15" fmla="*/ 568506 h 18506425"/>
              <a:gd name="connsiteX16" fmla="*/ 11414472 w 13265043"/>
              <a:gd name="connsiteY16" fmla="*/ 1861999 h 18506425"/>
              <a:gd name="connsiteX17" fmla="*/ 7526213 w 13265043"/>
              <a:gd name="connsiteY17" fmla="*/ 190437 h 18506425"/>
              <a:gd name="connsiteX18" fmla="*/ 1969662 w 13265043"/>
              <a:gd name="connsiteY18" fmla="*/ 11542377 h 18506425"/>
              <a:gd name="connsiteX0" fmla="*/ 2056949 w 13265043"/>
              <a:gd name="connsiteY0" fmla="*/ 0 h 18703324"/>
              <a:gd name="connsiteX1" fmla="*/ 531298 w 13265043"/>
              <a:gd name="connsiteY1" fmla="*/ 11750036 h 18703324"/>
              <a:gd name="connsiteX2" fmla="*/ 10008 w 13265043"/>
              <a:gd name="connsiteY2" fmla="*/ 11780473 h 18703324"/>
              <a:gd name="connsiteX3" fmla="*/ 0 w 13265043"/>
              <a:gd name="connsiteY3" fmla="*/ 12646443 h 18703324"/>
              <a:gd name="connsiteX4" fmla="*/ 37448 w 13265043"/>
              <a:gd name="connsiteY4" fmla="*/ 16625824 h 18703324"/>
              <a:gd name="connsiteX5" fmla="*/ 98442 w 13265043"/>
              <a:gd name="connsiteY5" fmla="*/ 17621719 h 18703324"/>
              <a:gd name="connsiteX6" fmla="*/ 5454117 w 13265043"/>
              <a:gd name="connsiteY6" fmla="*/ 17613612 h 18703324"/>
              <a:gd name="connsiteX7" fmla="*/ 8041610 w 13265043"/>
              <a:gd name="connsiteY7" fmla="*/ 17592884 h 18703324"/>
              <a:gd name="connsiteX8" fmla="*/ 8284568 w 13265043"/>
              <a:gd name="connsiteY8" fmla="*/ 17616602 h 18703324"/>
              <a:gd name="connsiteX9" fmla="*/ 8545453 w 13265043"/>
              <a:gd name="connsiteY9" fmla="*/ 18703324 h 18703324"/>
              <a:gd name="connsiteX10" fmla="*/ 8896242 w 13265043"/>
              <a:gd name="connsiteY10" fmla="*/ 17603760 h 18703324"/>
              <a:gd name="connsiteX11" fmla="*/ 9744860 w 13265043"/>
              <a:gd name="connsiteY11" fmla="*/ 17590337 h 18703324"/>
              <a:gd name="connsiteX12" fmla="*/ 10897205 w 13265043"/>
              <a:gd name="connsiteY12" fmla="*/ 17613243 h 18703324"/>
              <a:gd name="connsiteX13" fmla="*/ 13176205 w 13265043"/>
              <a:gd name="connsiteY13" fmla="*/ 17744065 h 18703324"/>
              <a:gd name="connsiteX14" fmla="*/ 13257852 w 13265043"/>
              <a:gd name="connsiteY14" fmla="*/ 13053164 h 18703324"/>
              <a:gd name="connsiteX15" fmla="*/ 12982846 w 13265043"/>
              <a:gd name="connsiteY15" fmla="*/ 765405 h 18703324"/>
              <a:gd name="connsiteX16" fmla="*/ 11414472 w 13265043"/>
              <a:gd name="connsiteY16" fmla="*/ 2058898 h 18703324"/>
              <a:gd name="connsiteX17" fmla="*/ 7526213 w 13265043"/>
              <a:gd name="connsiteY17" fmla="*/ 387336 h 18703324"/>
              <a:gd name="connsiteX18" fmla="*/ 2056949 w 13265043"/>
              <a:gd name="connsiteY18" fmla="*/ 0 h 18703324"/>
              <a:gd name="connsiteX0" fmla="*/ 2209737 w 13417831"/>
              <a:gd name="connsiteY0" fmla="*/ 0 h 18703324"/>
              <a:gd name="connsiteX1" fmla="*/ 29438 w 13417831"/>
              <a:gd name="connsiteY1" fmla="*/ 280629 h 18703324"/>
              <a:gd name="connsiteX2" fmla="*/ 162796 w 13417831"/>
              <a:gd name="connsiteY2" fmla="*/ 11780473 h 18703324"/>
              <a:gd name="connsiteX3" fmla="*/ 152788 w 13417831"/>
              <a:gd name="connsiteY3" fmla="*/ 12646443 h 18703324"/>
              <a:gd name="connsiteX4" fmla="*/ 190236 w 13417831"/>
              <a:gd name="connsiteY4" fmla="*/ 16625824 h 18703324"/>
              <a:gd name="connsiteX5" fmla="*/ 251230 w 13417831"/>
              <a:gd name="connsiteY5" fmla="*/ 17621719 h 18703324"/>
              <a:gd name="connsiteX6" fmla="*/ 5606905 w 13417831"/>
              <a:gd name="connsiteY6" fmla="*/ 17613612 h 18703324"/>
              <a:gd name="connsiteX7" fmla="*/ 8194398 w 13417831"/>
              <a:gd name="connsiteY7" fmla="*/ 17592884 h 18703324"/>
              <a:gd name="connsiteX8" fmla="*/ 8437356 w 13417831"/>
              <a:gd name="connsiteY8" fmla="*/ 17616602 h 18703324"/>
              <a:gd name="connsiteX9" fmla="*/ 8698241 w 13417831"/>
              <a:gd name="connsiteY9" fmla="*/ 18703324 h 18703324"/>
              <a:gd name="connsiteX10" fmla="*/ 9049030 w 13417831"/>
              <a:gd name="connsiteY10" fmla="*/ 17603760 h 18703324"/>
              <a:gd name="connsiteX11" fmla="*/ 9897648 w 13417831"/>
              <a:gd name="connsiteY11" fmla="*/ 17590337 h 18703324"/>
              <a:gd name="connsiteX12" fmla="*/ 11049993 w 13417831"/>
              <a:gd name="connsiteY12" fmla="*/ 17613243 h 18703324"/>
              <a:gd name="connsiteX13" fmla="*/ 13328993 w 13417831"/>
              <a:gd name="connsiteY13" fmla="*/ 17744065 h 18703324"/>
              <a:gd name="connsiteX14" fmla="*/ 13410640 w 13417831"/>
              <a:gd name="connsiteY14" fmla="*/ 13053164 h 18703324"/>
              <a:gd name="connsiteX15" fmla="*/ 13135634 w 13417831"/>
              <a:gd name="connsiteY15" fmla="*/ 765405 h 18703324"/>
              <a:gd name="connsiteX16" fmla="*/ 11567260 w 13417831"/>
              <a:gd name="connsiteY16" fmla="*/ 2058898 h 18703324"/>
              <a:gd name="connsiteX17" fmla="*/ 7679001 w 13417831"/>
              <a:gd name="connsiteY17" fmla="*/ 387336 h 18703324"/>
              <a:gd name="connsiteX18" fmla="*/ 2209737 w 13417831"/>
              <a:gd name="connsiteY18" fmla="*/ 0 h 18703324"/>
              <a:gd name="connsiteX0" fmla="*/ 2209737 w 13417289"/>
              <a:gd name="connsiteY0" fmla="*/ 228521 h 18931845"/>
              <a:gd name="connsiteX1" fmla="*/ 29438 w 13417289"/>
              <a:gd name="connsiteY1" fmla="*/ 509150 h 18931845"/>
              <a:gd name="connsiteX2" fmla="*/ 162796 w 13417289"/>
              <a:gd name="connsiteY2" fmla="*/ 12008994 h 18931845"/>
              <a:gd name="connsiteX3" fmla="*/ 152788 w 13417289"/>
              <a:gd name="connsiteY3" fmla="*/ 12874964 h 18931845"/>
              <a:gd name="connsiteX4" fmla="*/ 190236 w 13417289"/>
              <a:gd name="connsiteY4" fmla="*/ 16854345 h 18931845"/>
              <a:gd name="connsiteX5" fmla="*/ 251230 w 13417289"/>
              <a:gd name="connsiteY5" fmla="*/ 17850240 h 18931845"/>
              <a:gd name="connsiteX6" fmla="*/ 5606905 w 13417289"/>
              <a:gd name="connsiteY6" fmla="*/ 17842133 h 18931845"/>
              <a:gd name="connsiteX7" fmla="*/ 8194398 w 13417289"/>
              <a:gd name="connsiteY7" fmla="*/ 17821405 h 18931845"/>
              <a:gd name="connsiteX8" fmla="*/ 8437356 w 13417289"/>
              <a:gd name="connsiteY8" fmla="*/ 17845123 h 18931845"/>
              <a:gd name="connsiteX9" fmla="*/ 8698241 w 13417289"/>
              <a:gd name="connsiteY9" fmla="*/ 18931845 h 18931845"/>
              <a:gd name="connsiteX10" fmla="*/ 9049030 w 13417289"/>
              <a:gd name="connsiteY10" fmla="*/ 17832281 h 18931845"/>
              <a:gd name="connsiteX11" fmla="*/ 9897648 w 13417289"/>
              <a:gd name="connsiteY11" fmla="*/ 17818858 h 18931845"/>
              <a:gd name="connsiteX12" fmla="*/ 11049993 w 13417289"/>
              <a:gd name="connsiteY12" fmla="*/ 17841764 h 18931845"/>
              <a:gd name="connsiteX13" fmla="*/ 13328993 w 13417289"/>
              <a:gd name="connsiteY13" fmla="*/ 17972586 h 18931845"/>
              <a:gd name="connsiteX14" fmla="*/ 13410640 w 13417289"/>
              <a:gd name="connsiteY14" fmla="*/ 13281685 h 18931845"/>
              <a:gd name="connsiteX15" fmla="*/ 13135634 w 13417289"/>
              <a:gd name="connsiteY15" fmla="*/ 993926 h 18931845"/>
              <a:gd name="connsiteX16" fmla="*/ 11596356 w 13417289"/>
              <a:gd name="connsiteY16" fmla="*/ 713186 h 18931845"/>
              <a:gd name="connsiteX17" fmla="*/ 7679001 w 13417289"/>
              <a:gd name="connsiteY17" fmla="*/ 615857 h 18931845"/>
              <a:gd name="connsiteX18" fmla="*/ 2209737 w 13417289"/>
              <a:gd name="connsiteY18" fmla="*/ 228521 h 18931845"/>
              <a:gd name="connsiteX0" fmla="*/ 2209737 w 13935641"/>
              <a:gd name="connsiteY0" fmla="*/ 129186 h 18832510"/>
              <a:gd name="connsiteX1" fmla="*/ 29438 w 13935641"/>
              <a:gd name="connsiteY1" fmla="*/ 409815 h 18832510"/>
              <a:gd name="connsiteX2" fmla="*/ 162796 w 13935641"/>
              <a:gd name="connsiteY2" fmla="*/ 11909659 h 18832510"/>
              <a:gd name="connsiteX3" fmla="*/ 152788 w 13935641"/>
              <a:gd name="connsiteY3" fmla="*/ 12775629 h 18832510"/>
              <a:gd name="connsiteX4" fmla="*/ 190236 w 13935641"/>
              <a:gd name="connsiteY4" fmla="*/ 16755010 h 18832510"/>
              <a:gd name="connsiteX5" fmla="*/ 251230 w 13935641"/>
              <a:gd name="connsiteY5" fmla="*/ 17750905 h 18832510"/>
              <a:gd name="connsiteX6" fmla="*/ 5606905 w 13935641"/>
              <a:gd name="connsiteY6" fmla="*/ 17742798 h 18832510"/>
              <a:gd name="connsiteX7" fmla="*/ 8194398 w 13935641"/>
              <a:gd name="connsiteY7" fmla="*/ 17722070 h 18832510"/>
              <a:gd name="connsiteX8" fmla="*/ 8437356 w 13935641"/>
              <a:gd name="connsiteY8" fmla="*/ 17745788 h 18832510"/>
              <a:gd name="connsiteX9" fmla="*/ 8698241 w 13935641"/>
              <a:gd name="connsiteY9" fmla="*/ 18832510 h 18832510"/>
              <a:gd name="connsiteX10" fmla="*/ 9049030 w 13935641"/>
              <a:gd name="connsiteY10" fmla="*/ 17732946 h 18832510"/>
              <a:gd name="connsiteX11" fmla="*/ 9897648 w 13935641"/>
              <a:gd name="connsiteY11" fmla="*/ 17719523 h 18832510"/>
              <a:gd name="connsiteX12" fmla="*/ 11049993 w 13935641"/>
              <a:gd name="connsiteY12" fmla="*/ 17742429 h 18832510"/>
              <a:gd name="connsiteX13" fmla="*/ 13328993 w 13935641"/>
              <a:gd name="connsiteY13" fmla="*/ 17873251 h 18832510"/>
              <a:gd name="connsiteX14" fmla="*/ 13410640 w 13935641"/>
              <a:gd name="connsiteY14" fmla="*/ 13182350 h 18832510"/>
              <a:gd name="connsiteX15" fmla="*/ 13863020 w 13935641"/>
              <a:gd name="connsiteY15" fmla="*/ 1029527 h 18832510"/>
              <a:gd name="connsiteX16" fmla="*/ 11596356 w 13935641"/>
              <a:gd name="connsiteY16" fmla="*/ 613851 h 18832510"/>
              <a:gd name="connsiteX17" fmla="*/ 7679001 w 13935641"/>
              <a:gd name="connsiteY17" fmla="*/ 516522 h 18832510"/>
              <a:gd name="connsiteX18" fmla="*/ 2209737 w 13935641"/>
              <a:gd name="connsiteY18" fmla="*/ 129186 h 18832510"/>
              <a:gd name="connsiteX0" fmla="*/ 2209737 w 13969129"/>
              <a:gd name="connsiteY0" fmla="*/ 0 h 18703324"/>
              <a:gd name="connsiteX1" fmla="*/ 29438 w 13969129"/>
              <a:gd name="connsiteY1" fmla="*/ 280629 h 18703324"/>
              <a:gd name="connsiteX2" fmla="*/ 162796 w 13969129"/>
              <a:gd name="connsiteY2" fmla="*/ 11780473 h 18703324"/>
              <a:gd name="connsiteX3" fmla="*/ 152788 w 13969129"/>
              <a:gd name="connsiteY3" fmla="*/ 12646443 h 18703324"/>
              <a:gd name="connsiteX4" fmla="*/ 190236 w 13969129"/>
              <a:gd name="connsiteY4" fmla="*/ 16625824 h 18703324"/>
              <a:gd name="connsiteX5" fmla="*/ 251230 w 13969129"/>
              <a:gd name="connsiteY5" fmla="*/ 17621719 h 18703324"/>
              <a:gd name="connsiteX6" fmla="*/ 5606905 w 13969129"/>
              <a:gd name="connsiteY6" fmla="*/ 17613612 h 18703324"/>
              <a:gd name="connsiteX7" fmla="*/ 8194398 w 13969129"/>
              <a:gd name="connsiteY7" fmla="*/ 17592884 h 18703324"/>
              <a:gd name="connsiteX8" fmla="*/ 8437356 w 13969129"/>
              <a:gd name="connsiteY8" fmla="*/ 17616602 h 18703324"/>
              <a:gd name="connsiteX9" fmla="*/ 8698241 w 13969129"/>
              <a:gd name="connsiteY9" fmla="*/ 18703324 h 18703324"/>
              <a:gd name="connsiteX10" fmla="*/ 9049030 w 13969129"/>
              <a:gd name="connsiteY10" fmla="*/ 17603760 h 18703324"/>
              <a:gd name="connsiteX11" fmla="*/ 9897648 w 13969129"/>
              <a:gd name="connsiteY11" fmla="*/ 17590337 h 18703324"/>
              <a:gd name="connsiteX12" fmla="*/ 11049993 w 13969129"/>
              <a:gd name="connsiteY12" fmla="*/ 17613243 h 18703324"/>
              <a:gd name="connsiteX13" fmla="*/ 13328993 w 13969129"/>
              <a:gd name="connsiteY13" fmla="*/ 17744065 h 18703324"/>
              <a:gd name="connsiteX14" fmla="*/ 13410640 w 13969129"/>
              <a:gd name="connsiteY14" fmla="*/ 13053164 h 18703324"/>
              <a:gd name="connsiteX15" fmla="*/ 13863020 w 13969129"/>
              <a:gd name="connsiteY15" fmla="*/ 900341 h 18703324"/>
              <a:gd name="connsiteX16" fmla="*/ 11596356 w 13969129"/>
              <a:gd name="connsiteY16" fmla="*/ 484665 h 18703324"/>
              <a:gd name="connsiteX17" fmla="*/ 7679001 w 13969129"/>
              <a:gd name="connsiteY17" fmla="*/ 387336 h 18703324"/>
              <a:gd name="connsiteX18" fmla="*/ 2209737 w 13969129"/>
              <a:gd name="connsiteY18" fmla="*/ 0 h 18703324"/>
              <a:gd name="connsiteX0" fmla="*/ 2209737 w 13955995"/>
              <a:gd name="connsiteY0" fmla="*/ 0 h 18703324"/>
              <a:gd name="connsiteX1" fmla="*/ 29438 w 13955995"/>
              <a:gd name="connsiteY1" fmla="*/ 280629 h 18703324"/>
              <a:gd name="connsiteX2" fmla="*/ 162796 w 13955995"/>
              <a:gd name="connsiteY2" fmla="*/ 11780473 h 18703324"/>
              <a:gd name="connsiteX3" fmla="*/ 152788 w 13955995"/>
              <a:gd name="connsiteY3" fmla="*/ 12646443 h 18703324"/>
              <a:gd name="connsiteX4" fmla="*/ 190236 w 13955995"/>
              <a:gd name="connsiteY4" fmla="*/ 16625824 h 18703324"/>
              <a:gd name="connsiteX5" fmla="*/ 251230 w 13955995"/>
              <a:gd name="connsiteY5" fmla="*/ 17621719 h 18703324"/>
              <a:gd name="connsiteX6" fmla="*/ 5606905 w 13955995"/>
              <a:gd name="connsiteY6" fmla="*/ 17613612 h 18703324"/>
              <a:gd name="connsiteX7" fmla="*/ 8194398 w 13955995"/>
              <a:gd name="connsiteY7" fmla="*/ 17592884 h 18703324"/>
              <a:gd name="connsiteX8" fmla="*/ 8437356 w 13955995"/>
              <a:gd name="connsiteY8" fmla="*/ 17616602 h 18703324"/>
              <a:gd name="connsiteX9" fmla="*/ 8698241 w 13955995"/>
              <a:gd name="connsiteY9" fmla="*/ 18703324 h 18703324"/>
              <a:gd name="connsiteX10" fmla="*/ 9049030 w 13955995"/>
              <a:gd name="connsiteY10" fmla="*/ 17603760 h 18703324"/>
              <a:gd name="connsiteX11" fmla="*/ 9897648 w 13955995"/>
              <a:gd name="connsiteY11" fmla="*/ 17590337 h 18703324"/>
              <a:gd name="connsiteX12" fmla="*/ 11049993 w 13955995"/>
              <a:gd name="connsiteY12" fmla="*/ 17613243 h 18703324"/>
              <a:gd name="connsiteX13" fmla="*/ 13328993 w 13955995"/>
              <a:gd name="connsiteY13" fmla="*/ 17744065 h 18703324"/>
              <a:gd name="connsiteX14" fmla="*/ 13410640 w 13955995"/>
              <a:gd name="connsiteY14" fmla="*/ 13053164 h 18703324"/>
              <a:gd name="connsiteX15" fmla="*/ 13848472 w 13955995"/>
              <a:gd name="connsiteY15" fmla="*/ 495539 h 18703324"/>
              <a:gd name="connsiteX16" fmla="*/ 11596356 w 13955995"/>
              <a:gd name="connsiteY16" fmla="*/ 484665 h 18703324"/>
              <a:gd name="connsiteX17" fmla="*/ 7679001 w 13955995"/>
              <a:gd name="connsiteY17" fmla="*/ 387336 h 18703324"/>
              <a:gd name="connsiteX18" fmla="*/ 2209737 w 13955995"/>
              <a:gd name="connsiteY18" fmla="*/ 0 h 18703324"/>
              <a:gd name="connsiteX0" fmla="*/ 2209737 w 13970835"/>
              <a:gd name="connsiteY0" fmla="*/ 0 h 18703324"/>
              <a:gd name="connsiteX1" fmla="*/ 29438 w 13970835"/>
              <a:gd name="connsiteY1" fmla="*/ 280629 h 18703324"/>
              <a:gd name="connsiteX2" fmla="*/ 162796 w 13970835"/>
              <a:gd name="connsiteY2" fmla="*/ 11780473 h 18703324"/>
              <a:gd name="connsiteX3" fmla="*/ 152788 w 13970835"/>
              <a:gd name="connsiteY3" fmla="*/ 12646443 h 18703324"/>
              <a:gd name="connsiteX4" fmla="*/ 190236 w 13970835"/>
              <a:gd name="connsiteY4" fmla="*/ 16625824 h 18703324"/>
              <a:gd name="connsiteX5" fmla="*/ 251230 w 13970835"/>
              <a:gd name="connsiteY5" fmla="*/ 17621719 h 18703324"/>
              <a:gd name="connsiteX6" fmla="*/ 5606905 w 13970835"/>
              <a:gd name="connsiteY6" fmla="*/ 17613612 h 18703324"/>
              <a:gd name="connsiteX7" fmla="*/ 8194398 w 13970835"/>
              <a:gd name="connsiteY7" fmla="*/ 17592884 h 18703324"/>
              <a:gd name="connsiteX8" fmla="*/ 8437356 w 13970835"/>
              <a:gd name="connsiteY8" fmla="*/ 17616602 h 18703324"/>
              <a:gd name="connsiteX9" fmla="*/ 8698241 w 13970835"/>
              <a:gd name="connsiteY9" fmla="*/ 18703324 h 18703324"/>
              <a:gd name="connsiteX10" fmla="*/ 9049030 w 13970835"/>
              <a:gd name="connsiteY10" fmla="*/ 17603760 h 18703324"/>
              <a:gd name="connsiteX11" fmla="*/ 9897648 w 13970835"/>
              <a:gd name="connsiteY11" fmla="*/ 17590337 h 18703324"/>
              <a:gd name="connsiteX12" fmla="*/ 11049993 w 13970835"/>
              <a:gd name="connsiteY12" fmla="*/ 17613243 h 18703324"/>
              <a:gd name="connsiteX13" fmla="*/ 13969093 w 13970835"/>
              <a:gd name="connsiteY13" fmla="*/ 17429217 h 18703324"/>
              <a:gd name="connsiteX14" fmla="*/ 13410640 w 13970835"/>
              <a:gd name="connsiteY14" fmla="*/ 13053164 h 18703324"/>
              <a:gd name="connsiteX15" fmla="*/ 13848472 w 13970835"/>
              <a:gd name="connsiteY15" fmla="*/ 495539 h 18703324"/>
              <a:gd name="connsiteX16" fmla="*/ 11596356 w 13970835"/>
              <a:gd name="connsiteY16" fmla="*/ 484665 h 18703324"/>
              <a:gd name="connsiteX17" fmla="*/ 7679001 w 13970835"/>
              <a:gd name="connsiteY17" fmla="*/ 387336 h 18703324"/>
              <a:gd name="connsiteX18" fmla="*/ 2209737 w 13970835"/>
              <a:gd name="connsiteY18" fmla="*/ 0 h 18703324"/>
              <a:gd name="connsiteX0" fmla="*/ 2209737 w 14109074"/>
              <a:gd name="connsiteY0" fmla="*/ 404285 h 19107609"/>
              <a:gd name="connsiteX1" fmla="*/ 29438 w 14109074"/>
              <a:gd name="connsiteY1" fmla="*/ 684914 h 19107609"/>
              <a:gd name="connsiteX2" fmla="*/ 162796 w 14109074"/>
              <a:gd name="connsiteY2" fmla="*/ 12184758 h 19107609"/>
              <a:gd name="connsiteX3" fmla="*/ 152788 w 14109074"/>
              <a:gd name="connsiteY3" fmla="*/ 13050728 h 19107609"/>
              <a:gd name="connsiteX4" fmla="*/ 190236 w 14109074"/>
              <a:gd name="connsiteY4" fmla="*/ 17030109 h 19107609"/>
              <a:gd name="connsiteX5" fmla="*/ 251230 w 14109074"/>
              <a:gd name="connsiteY5" fmla="*/ 18026004 h 19107609"/>
              <a:gd name="connsiteX6" fmla="*/ 5606905 w 14109074"/>
              <a:gd name="connsiteY6" fmla="*/ 18017897 h 19107609"/>
              <a:gd name="connsiteX7" fmla="*/ 8194398 w 14109074"/>
              <a:gd name="connsiteY7" fmla="*/ 17997169 h 19107609"/>
              <a:gd name="connsiteX8" fmla="*/ 8437356 w 14109074"/>
              <a:gd name="connsiteY8" fmla="*/ 18020887 h 19107609"/>
              <a:gd name="connsiteX9" fmla="*/ 8698241 w 14109074"/>
              <a:gd name="connsiteY9" fmla="*/ 19107609 h 19107609"/>
              <a:gd name="connsiteX10" fmla="*/ 9049030 w 14109074"/>
              <a:gd name="connsiteY10" fmla="*/ 18008045 h 19107609"/>
              <a:gd name="connsiteX11" fmla="*/ 9897648 w 14109074"/>
              <a:gd name="connsiteY11" fmla="*/ 17994622 h 19107609"/>
              <a:gd name="connsiteX12" fmla="*/ 11049993 w 14109074"/>
              <a:gd name="connsiteY12" fmla="*/ 18017528 h 19107609"/>
              <a:gd name="connsiteX13" fmla="*/ 13969093 w 14109074"/>
              <a:gd name="connsiteY13" fmla="*/ 17833502 h 19107609"/>
              <a:gd name="connsiteX14" fmla="*/ 14050741 w 14109074"/>
              <a:gd name="connsiteY14" fmla="*/ 13052648 h 19107609"/>
              <a:gd name="connsiteX15" fmla="*/ 13848472 w 14109074"/>
              <a:gd name="connsiteY15" fmla="*/ 899824 h 19107609"/>
              <a:gd name="connsiteX16" fmla="*/ 11596356 w 14109074"/>
              <a:gd name="connsiteY16" fmla="*/ 888950 h 19107609"/>
              <a:gd name="connsiteX17" fmla="*/ 7679001 w 14109074"/>
              <a:gd name="connsiteY17" fmla="*/ 791621 h 19107609"/>
              <a:gd name="connsiteX18" fmla="*/ 2209737 w 14109074"/>
              <a:gd name="connsiteY18" fmla="*/ 404285 h 19107609"/>
              <a:gd name="connsiteX0" fmla="*/ 2209737 w 14393631"/>
              <a:gd name="connsiteY0" fmla="*/ 404289 h 19107613"/>
              <a:gd name="connsiteX1" fmla="*/ 29438 w 14393631"/>
              <a:gd name="connsiteY1" fmla="*/ 684918 h 19107613"/>
              <a:gd name="connsiteX2" fmla="*/ 162796 w 14393631"/>
              <a:gd name="connsiteY2" fmla="*/ 12184762 h 19107613"/>
              <a:gd name="connsiteX3" fmla="*/ 152788 w 14393631"/>
              <a:gd name="connsiteY3" fmla="*/ 13050732 h 19107613"/>
              <a:gd name="connsiteX4" fmla="*/ 190236 w 14393631"/>
              <a:gd name="connsiteY4" fmla="*/ 17030113 h 19107613"/>
              <a:gd name="connsiteX5" fmla="*/ 251230 w 14393631"/>
              <a:gd name="connsiteY5" fmla="*/ 18026008 h 19107613"/>
              <a:gd name="connsiteX6" fmla="*/ 5606905 w 14393631"/>
              <a:gd name="connsiteY6" fmla="*/ 18017901 h 19107613"/>
              <a:gd name="connsiteX7" fmla="*/ 8194398 w 14393631"/>
              <a:gd name="connsiteY7" fmla="*/ 17997173 h 19107613"/>
              <a:gd name="connsiteX8" fmla="*/ 8437356 w 14393631"/>
              <a:gd name="connsiteY8" fmla="*/ 18020891 h 19107613"/>
              <a:gd name="connsiteX9" fmla="*/ 8698241 w 14393631"/>
              <a:gd name="connsiteY9" fmla="*/ 19107613 h 19107613"/>
              <a:gd name="connsiteX10" fmla="*/ 9049030 w 14393631"/>
              <a:gd name="connsiteY10" fmla="*/ 18008049 h 19107613"/>
              <a:gd name="connsiteX11" fmla="*/ 9897648 w 14393631"/>
              <a:gd name="connsiteY11" fmla="*/ 17994626 h 19107613"/>
              <a:gd name="connsiteX12" fmla="*/ 11049993 w 14393631"/>
              <a:gd name="connsiteY12" fmla="*/ 18017532 h 19107613"/>
              <a:gd name="connsiteX13" fmla="*/ 14390977 w 14393631"/>
              <a:gd name="connsiteY13" fmla="*/ 18016424 h 19107613"/>
              <a:gd name="connsiteX14" fmla="*/ 14050741 w 14393631"/>
              <a:gd name="connsiteY14" fmla="*/ 13052652 h 19107613"/>
              <a:gd name="connsiteX15" fmla="*/ 13848472 w 14393631"/>
              <a:gd name="connsiteY15" fmla="*/ 899828 h 19107613"/>
              <a:gd name="connsiteX16" fmla="*/ 11596356 w 14393631"/>
              <a:gd name="connsiteY16" fmla="*/ 888954 h 19107613"/>
              <a:gd name="connsiteX17" fmla="*/ 7679001 w 14393631"/>
              <a:gd name="connsiteY17" fmla="*/ 791625 h 19107613"/>
              <a:gd name="connsiteX18" fmla="*/ 2209737 w 14393631"/>
              <a:gd name="connsiteY18" fmla="*/ 404289 h 19107613"/>
              <a:gd name="connsiteX0" fmla="*/ 2209737 w 14459237"/>
              <a:gd name="connsiteY0" fmla="*/ 390738 h 19094062"/>
              <a:gd name="connsiteX1" fmla="*/ 29438 w 14459237"/>
              <a:gd name="connsiteY1" fmla="*/ 671367 h 19094062"/>
              <a:gd name="connsiteX2" fmla="*/ 162796 w 14459237"/>
              <a:gd name="connsiteY2" fmla="*/ 12171211 h 19094062"/>
              <a:gd name="connsiteX3" fmla="*/ 152788 w 14459237"/>
              <a:gd name="connsiteY3" fmla="*/ 13037181 h 19094062"/>
              <a:gd name="connsiteX4" fmla="*/ 190236 w 14459237"/>
              <a:gd name="connsiteY4" fmla="*/ 17016562 h 19094062"/>
              <a:gd name="connsiteX5" fmla="*/ 251230 w 14459237"/>
              <a:gd name="connsiteY5" fmla="*/ 18012457 h 19094062"/>
              <a:gd name="connsiteX6" fmla="*/ 5606905 w 14459237"/>
              <a:gd name="connsiteY6" fmla="*/ 18004350 h 19094062"/>
              <a:gd name="connsiteX7" fmla="*/ 8194398 w 14459237"/>
              <a:gd name="connsiteY7" fmla="*/ 17983622 h 19094062"/>
              <a:gd name="connsiteX8" fmla="*/ 8437356 w 14459237"/>
              <a:gd name="connsiteY8" fmla="*/ 18007340 h 19094062"/>
              <a:gd name="connsiteX9" fmla="*/ 8698241 w 14459237"/>
              <a:gd name="connsiteY9" fmla="*/ 19094062 h 19094062"/>
              <a:gd name="connsiteX10" fmla="*/ 9049030 w 14459237"/>
              <a:gd name="connsiteY10" fmla="*/ 17994498 h 19094062"/>
              <a:gd name="connsiteX11" fmla="*/ 9897648 w 14459237"/>
              <a:gd name="connsiteY11" fmla="*/ 17981075 h 19094062"/>
              <a:gd name="connsiteX12" fmla="*/ 11049993 w 14459237"/>
              <a:gd name="connsiteY12" fmla="*/ 18003981 h 19094062"/>
              <a:gd name="connsiteX13" fmla="*/ 14390977 w 14459237"/>
              <a:gd name="connsiteY13" fmla="*/ 18002873 h 19094062"/>
              <a:gd name="connsiteX14" fmla="*/ 14458076 w 14459237"/>
              <a:gd name="connsiteY14" fmla="*/ 12856182 h 19094062"/>
              <a:gd name="connsiteX15" fmla="*/ 13848472 w 14459237"/>
              <a:gd name="connsiteY15" fmla="*/ 886277 h 19094062"/>
              <a:gd name="connsiteX16" fmla="*/ 11596356 w 14459237"/>
              <a:gd name="connsiteY16" fmla="*/ 875403 h 19094062"/>
              <a:gd name="connsiteX17" fmla="*/ 7679001 w 14459237"/>
              <a:gd name="connsiteY17" fmla="*/ 778074 h 19094062"/>
              <a:gd name="connsiteX18" fmla="*/ 2209737 w 14459237"/>
              <a:gd name="connsiteY18" fmla="*/ 390738 h 19094062"/>
              <a:gd name="connsiteX0" fmla="*/ 2209737 w 14633152"/>
              <a:gd name="connsiteY0" fmla="*/ 250403 h 18953727"/>
              <a:gd name="connsiteX1" fmla="*/ 29438 w 14633152"/>
              <a:gd name="connsiteY1" fmla="*/ 531032 h 18953727"/>
              <a:gd name="connsiteX2" fmla="*/ 162796 w 14633152"/>
              <a:gd name="connsiteY2" fmla="*/ 12030876 h 18953727"/>
              <a:gd name="connsiteX3" fmla="*/ 152788 w 14633152"/>
              <a:gd name="connsiteY3" fmla="*/ 12896846 h 18953727"/>
              <a:gd name="connsiteX4" fmla="*/ 190236 w 14633152"/>
              <a:gd name="connsiteY4" fmla="*/ 16876227 h 18953727"/>
              <a:gd name="connsiteX5" fmla="*/ 251230 w 14633152"/>
              <a:gd name="connsiteY5" fmla="*/ 17872122 h 18953727"/>
              <a:gd name="connsiteX6" fmla="*/ 5606905 w 14633152"/>
              <a:gd name="connsiteY6" fmla="*/ 17864015 h 18953727"/>
              <a:gd name="connsiteX7" fmla="*/ 8194398 w 14633152"/>
              <a:gd name="connsiteY7" fmla="*/ 17843287 h 18953727"/>
              <a:gd name="connsiteX8" fmla="*/ 8437356 w 14633152"/>
              <a:gd name="connsiteY8" fmla="*/ 17867005 h 18953727"/>
              <a:gd name="connsiteX9" fmla="*/ 8698241 w 14633152"/>
              <a:gd name="connsiteY9" fmla="*/ 18953727 h 18953727"/>
              <a:gd name="connsiteX10" fmla="*/ 9049030 w 14633152"/>
              <a:gd name="connsiteY10" fmla="*/ 17854163 h 18953727"/>
              <a:gd name="connsiteX11" fmla="*/ 9897648 w 14633152"/>
              <a:gd name="connsiteY11" fmla="*/ 17840740 h 18953727"/>
              <a:gd name="connsiteX12" fmla="*/ 11049993 w 14633152"/>
              <a:gd name="connsiteY12" fmla="*/ 17863646 h 18953727"/>
              <a:gd name="connsiteX13" fmla="*/ 14390977 w 14633152"/>
              <a:gd name="connsiteY13" fmla="*/ 17862538 h 18953727"/>
              <a:gd name="connsiteX14" fmla="*/ 14458076 w 14633152"/>
              <a:gd name="connsiteY14" fmla="*/ 12715847 h 18953727"/>
              <a:gd name="connsiteX15" fmla="*/ 14401285 w 14633152"/>
              <a:gd name="connsiteY15" fmla="*/ 928860 h 18953727"/>
              <a:gd name="connsiteX16" fmla="*/ 11596356 w 14633152"/>
              <a:gd name="connsiteY16" fmla="*/ 735068 h 18953727"/>
              <a:gd name="connsiteX17" fmla="*/ 7679001 w 14633152"/>
              <a:gd name="connsiteY17" fmla="*/ 637739 h 18953727"/>
              <a:gd name="connsiteX18" fmla="*/ 2209737 w 14633152"/>
              <a:gd name="connsiteY18" fmla="*/ 250403 h 18953727"/>
              <a:gd name="connsiteX0" fmla="*/ 2209737 w 14624506"/>
              <a:gd name="connsiteY0" fmla="*/ 0 h 18703324"/>
              <a:gd name="connsiteX1" fmla="*/ 29438 w 14624506"/>
              <a:gd name="connsiteY1" fmla="*/ 280629 h 18703324"/>
              <a:gd name="connsiteX2" fmla="*/ 162796 w 14624506"/>
              <a:gd name="connsiteY2" fmla="*/ 11780473 h 18703324"/>
              <a:gd name="connsiteX3" fmla="*/ 152788 w 14624506"/>
              <a:gd name="connsiteY3" fmla="*/ 12646443 h 18703324"/>
              <a:gd name="connsiteX4" fmla="*/ 190236 w 14624506"/>
              <a:gd name="connsiteY4" fmla="*/ 16625824 h 18703324"/>
              <a:gd name="connsiteX5" fmla="*/ 251230 w 14624506"/>
              <a:gd name="connsiteY5" fmla="*/ 17621719 h 18703324"/>
              <a:gd name="connsiteX6" fmla="*/ 5606905 w 14624506"/>
              <a:gd name="connsiteY6" fmla="*/ 17613612 h 18703324"/>
              <a:gd name="connsiteX7" fmla="*/ 8194398 w 14624506"/>
              <a:gd name="connsiteY7" fmla="*/ 17592884 h 18703324"/>
              <a:gd name="connsiteX8" fmla="*/ 8437356 w 14624506"/>
              <a:gd name="connsiteY8" fmla="*/ 17616602 h 18703324"/>
              <a:gd name="connsiteX9" fmla="*/ 8698241 w 14624506"/>
              <a:gd name="connsiteY9" fmla="*/ 18703324 h 18703324"/>
              <a:gd name="connsiteX10" fmla="*/ 9049030 w 14624506"/>
              <a:gd name="connsiteY10" fmla="*/ 17603760 h 18703324"/>
              <a:gd name="connsiteX11" fmla="*/ 9897648 w 14624506"/>
              <a:gd name="connsiteY11" fmla="*/ 17590337 h 18703324"/>
              <a:gd name="connsiteX12" fmla="*/ 11049993 w 14624506"/>
              <a:gd name="connsiteY12" fmla="*/ 17613243 h 18703324"/>
              <a:gd name="connsiteX13" fmla="*/ 14390977 w 14624506"/>
              <a:gd name="connsiteY13" fmla="*/ 17612135 h 18703324"/>
              <a:gd name="connsiteX14" fmla="*/ 14458076 w 14624506"/>
              <a:gd name="connsiteY14" fmla="*/ 12465444 h 18703324"/>
              <a:gd name="connsiteX15" fmla="*/ 14452054 w 14624506"/>
              <a:gd name="connsiteY15" fmla="*/ 1691913 h 18703324"/>
              <a:gd name="connsiteX16" fmla="*/ 14401285 w 14624506"/>
              <a:gd name="connsiteY16" fmla="*/ 678457 h 18703324"/>
              <a:gd name="connsiteX17" fmla="*/ 11596356 w 14624506"/>
              <a:gd name="connsiteY17" fmla="*/ 484665 h 18703324"/>
              <a:gd name="connsiteX18" fmla="*/ 7679001 w 14624506"/>
              <a:gd name="connsiteY18" fmla="*/ 387336 h 18703324"/>
              <a:gd name="connsiteX19" fmla="*/ 2209737 w 14624506"/>
              <a:gd name="connsiteY19" fmla="*/ 0 h 18703324"/>
              <a:gd name="connsiteX0" fmla="*/ 2209737 w 14628098"/>
              <a:gd name="connsiteY0" fmla="*/ 0 h 18703324"/>
              <a:gd name="connsiteX1" fmla="*/ 29438 w 14628098"/>
              <a:gd name="connsiteY1" fmla="*/ 280629 h 18703324"/>
              <a:gd name="connsiteX2" fmla="*/ 162796 w 14628098"/>
              <a:gd name="connsiteY2" fmla="*/ 11780473 h 18703324"/>
              <a:gd name="connsiteX3" fmla="*/ 152788 w 14628098"/>
              <a:gd name="connsiteY3" fmla="*/ 12646443 h 18703324"/>
              <a:gd name="connsiteX4" fmla="*/ 190236 w 14628098"/>
              <a:gd name="connsiteY4" fmla="*/ 16625824 h 18703324"/>
              <a:gd name="connsiteX5" fmla="*/ 251230 w 14628098"/>
              <a:gd name="connsiteY5" fmla="*/ 17621719 h 18703324"/>
              <a:gd name="connsiteX6" fmla="*/ 5606905 w 14628098"/>
              <a:gd name="connsiteY6" fmla="*/ 17613612 h 18703324"/>
              <a:gd name="connsiteX7" fmla="*/ 8194398 w 14628098"/>
              <a:gd name="connsiteY7" fmla="*/ 17592884 h 18703324"/>
              <a:gd name="connsiteX8" fmla="*/ 8437356 w 14628098"/>
              <a:gd name="connsiteY8" fmla="*/ 17616602 h 18703324"/>
              <a:gd name="connsiteX9" fmla="*/ 8698241 w 14628098"/>
              <a:gd name="connsiteY9" fmla="*/ 18703324 h 18703324"/>
              <a:gd name="connsiteX10" fmla="*/ 9049030 w 14628098"/>
              <a:gd name="connsiteY10" fmla="*/ 17603760 h 18703324"/>
              <a:gd name="connsiteX11" fmla="*/ 9897648 w 14628098"/>
              <a:gd name="connsiteY11" fmla="*/ 17590337 h 18703324"/>
              <a:gd name="connsiteX12" fmla="*/ 11049993 w 14628098"/>
              <a:gd name="connsiteY12" fmla="*/ 17613243 h 18703324"/>
              <a:gd name="connsiteX13" fmla="*/ 14390977 w 14628098"/>
              <a:gd name="connsiteY13" fmla="*/ 17612135 h 18703324"/>
              <a:gd name="connsiteX14" fmla="*/ 14458076 w 14628098"/>
              <a:gd name="connsiteY14" fmla="*/ 12465444 h 18703324"/>
              <a:gd name="connsiteX15" fmla="*/ 14452054 w 14628098"/>
              <a:gd name="connsiteY15" fmla="*/ 1691913 h 18703324"/>
              <a:gd name="connsiteX16" fmla="*/ 14401285 w 14628098"/>
              <a:gd name="connsiteY16" fmla="*/ 678457 h 18703324"/>
              <a:gd name="connsiteX17" fmla="*/ 11596356 w 14628098"/>
              <a:gd name="connsiteY17" fmla="*/ 484665 h 18703324"/>
              <a:gd name="connsiteX18" fmla="*/ 7679001 w 14628098"/>
              <a:gd name="connsiteY18" fmla="*/ 387336 h 18703324"/>
              <a:gd name="connsiteX19" fmla="*/ 2209737 w 14628098"/>
              <a:gd name="connsiteY19" fmla="*/ 0 h 18703324"/>
              <a:gd name="connsiteX0" fmla="*/ 2209737 w 14458076"/>
              <a:gd name="connsiteY0" fmla="*/ 0 h 18703324"/>
              <a:gd name="connsiteX1" fmla="*/ 29438 w 14458076"/>
              <a:gd name="connsiteY1" fmla="*/ 280629 h 18703324"/>
              <a:gd name="connsiteX2" fmla="*/ 162796 w 14458076"/>
              <a:gd name="connsiteY2" fmla="*/ 11780473 h 18703324"/>
              <a:gd name="connsiteX3" fmla="*/ 152788 w 14458076"/>
              <a:gd name="connsiteY3" fmla="*/ 12646443 h 18703324"/>
              <a:gd name="connsiteX4" fmla="*/ 190236 w 14458076"/>
              <a:gd name="connsiteY4" fmla="*/ 16625824 h 18703324"/>
              <a:gd name="connsiteX5" fmla="*/ 251230 w 14458076"/>
              <a:gd name="connsiteY5" fmla="*/ 17621719 h 18703324"/>
              <a:gd name="connsiteX6" fmla="*/ 5606905 w 14458076"/>
              <a:gd name="connsiteY6" fmla="*/ 17613612 h 18703324"/>
              <a:gd name="connsiteX7" fmla="*/ 8194398 w 14458076"/>
              <a:gd name="connsiteY7" fmla="*/ 17592884 h 18703324"/>
              <a:gd name="connsiteX8" fmla="*/ 8437356 w 14458076"/>
              <a:gd name="connsiteY8" fmla="*/ 17616602 h 18703324"/>
              <a:gd name="connsiteX9" fmla="*/ 8698241 w 14458076"/>
              <a:gd name="connsiteY9" fmla="*/ 18703324 h 18703324"/>
              <a:gd name="connsiteX10" fmla="*/ 9049030 w 14458076"/>
              <a:gd name="connsiteY10" fmla="*/ 17603760 h 18703324"/>
              <a:gd name="connsiteX11" fmla="*/ 9897648 w 14458076"/>
              <a:gd name="connsiteY11" fmla="*/ 17590337 h 18703324"/>
              <a:gd name="connsiteX12" fmla="*/ 11049993 w 14458076"/>
              <a:gd name="connsiteY12" fmla="*/ 17613243 h 18703324"/>
              <a:gd name="connsiteX13" fmla="*/ 14390977 w 14458076"/>
              <a:gd name="connsiteY13" fmla="*/ 17612135 h 18703324"/>
              <a:gd name="connsiteX14" fmla="*/ 14458076 w 14458076"/>
              <a:gd name="connsiteY14" fmla="*/ 12465444 h 18703324"/>
              <a:gd name="connsiteX15" fmla="*/ 14452054 w 14458076"/>
              <a:gd name="connsiteY15" fmla="*/ 1691913 h 18703324"/>
              <a:gd name="connsiteX16" fmla="*/ 14401285 w 14458076"/>
              <a:gd name="connsiteY16" fmla="*/ 678457 h 18703324"/>
              <a:gd name="connsiteX17" fmla="*/ 11596356 w 14458076"/>
              <a:gd name="connsiteY17" fmla="*/ 484665 h 18703324"/>
              <a:gd name="connsiteX18" fmla="*/ 7679001 w 14458076"/>
              <a:gd name="connsiteY18" fmla="*/ 387336 h 18703324"/>
              <a:gd name="connsiteX19" fmla="*/ 2209737 w 14458076"/>
              <a:gd name="connsiteY19" fmla="*/ 0 h 18703324"/>
              <a:gd name="connsiteX0" fmla="*/ 2209737 w 14458076"/>
              <a:gd name="connsiteY0" fmla="*/ 0 h 18703324"/>
              <a:gd name="connsiteX1" fmla="*/ 29438 w 14458076"/>
              <a:gd name="connsiteY1" fmla="*/ 280629 h 18703324"/>
              <a:gd name="connsiteX2" fmla="*/ 162796 w 14458076"/>
              <a:gd name="connsiteY2" fmla="*/ 11780473 h 18703324"/>
              <a:gd name="connsiteX3" fmla="*/ 152788 w 14458076"/>
              <a:gd name="connsiteY3" fmla="*/ 12646443 h 18703324"/>
              <a:gd name="connsiteX4" fmla="*/ 190236 w 14458076"/>
              <a:gd name="connsiteY4" fmla="*/ 16625824 h 18703324"/>
              <a:gd name="connsiteX5" fmla="*/ 251230 w 14458076"/>
              <a:gd name="connsiteY5" fmla="*/ 17621719 h 18703324"/>
              <a:gd name="connsiteX6" fmla="*/ 5606905 w 14458076"/>
              <a:gd name="connsiteY6" fmla="*/ 17613612 h 18703324"/>
              <a:gd name="connsiteX7" fmla="*/ 8194398 w 14458076"/>
              <a:gd name="connsiteY7" fmla="*/ 17592884 h 18703324"/>
              <a:gd name="connsiteX8" fmla="*/ 8437356 w 14458076"/>
              <a:gd name="connsiteY8" fmla="*/ 17616602 h 18703324"/>
              <a:gd name="connsiteX9" fmla="*/ 8698241 w 14458076"/>
              <a:gd name="connsiteY9" fmla="*/ 18703324 h 18703324"/>
              <a:gd name="connsiteX10" fmla="*/ 9049030 w 14458076"/>
              <a:gd name="connsiteY10" fmla="*/ 17603760 h 18703324"/>
              <a:gd name="connsiteX11" fmla="*/ 9897648 w 14458076"/>
              <a:gd name="connsiteY11" fmla="*/ 17590337 h 18703324"/>
              <a:gd name="connsiteX12" fmla="*/ 11049993 w 14458076"/>
              <a:gd name="connsiteY12" fmla="*/ 17613243 h 18703324"/>
              <a:gd name="connsiteX13" fmla="*/ 14390977 w 14458076"/>
              <a:gd name="connsiteY13" fmla="*/ 17612135 h 18703324"/>
              <a:gd name="connsiteX14" fmla="*/ 14458076 w 14458076"/>
              <a:gd name="connsiteY14" fmla="*/ 12465444 h 18703324"/>
              <a:gd name="connsiteX15" fmla="*/ 14452054 w 14458076"/>
              <a:gd name="connsiteY15" fmla="*/ 1691913 h 18703324"/>
              <a:gd name="connsiteX16" fmla="*/ 14386737 w 14458076"/>
              <a:gd name="connsiteY16" fmla="*/ 83974 h 18703324"/>
              <a:gd name="connsiteX17" fmla="*/ 11596356 w 14458076"/>
              <a:gd name="connsiteY17" fmla="*/ 484665 h 18703324"/>
              <a:gd name="connsiteX18" fmla="*/ 7679001 w 14458076"/>
              <a:gd name="connsiteY18" fmla="*/ 387336 h 18703324"/>
              <a:gd name="connsiteX19" fmla="*/ 2209737 w 14458076"/>
              <a:gd name="connsiteY19" fmla="*/ 0 h 18703324"/>
              <a:gd name="connsiteX0" fmla="*/ 2209737 w 14617946"/>
              <a:gd name="connsiteY0" fmla="*/ 51366 h 18754690"/>
              <a:gd name="connsiteX1" fmla="*/ 29438 w 14617946"/>
              <a:gd name="connsiteY1" fmla="*/ 331995 h 18754690"/>
              <a:gd name="connsiteX2" fmla="*/ 162796 w 14617946"/>
              <a:gd name="connsiteY2" fmla="*/ 11831839 h 18754690"/>
              <a:gd name="connsiteX3" fmla="*/ 152788 w 14617946"/>
              <a:gd name="connsiteY3" fmla="*/ 12697809 h 18754690"/>
              <a:gd name="connsiteX4" fmla="*/ 190236 w 14617946"/>
              <a:gd name="connsiteY4" fmla="*/ 16677190 h 18754690"/>
              <a:gd name="connsiteX5" fmla="*/ 251230 w 14617946"/>
              <a:gd name="connsiteY5" fmla="*/ 17673085 h 18754690"/>
              <a:gd name="connsiteX6" fmla="*/ 5606905 w 14617946"/>
              <a:gd name="connsiteY6" fmla="*/ 17664978 h 18754690"/>
              <a:gd name="connsiteX7" fmla="*/ 8194398 w 14617946"/>
              <a:gd name="connsiteY7" fmla="*/ 17644250 h 18754690"/>
              <a:gd name="connsiteX8" fmla="*/ 8437356 w 14617946"/>
              <a:gd name="connsiteY8" fmla="*/ 17667968 h 18754690"/>
              <a:gd name="connsiteX9" fmla="*/ 8698241 w 14617946"/>
              <a:gd name="connsiteY9" fmla="*/ 18754690 h 18754690"/>
              <a:gd name="connsiteX10" fmla="*/ 9049030 w 14617946"/>
              <a:gd name="connsiteY10" fmla="*/ 17655126 h 18754690"/>
              <a:gd name="connsiteX11" fmla="*/ 9897648 w 14617946"/>
              <a:gd name="connsiteY11" fmla="*/ 17641703 h 18754690"/>
              <a:gd name="connsiteX12" fmla="*/ 11049993 w 14617946"/>
              <a:gd name="connsiteY12" fmla="*/ 17664609 h 18754690"/>
              <a:gd name="connsiteX13" fmla="*/ 14390977 w 14617946"/>
              <a:gd name="connsiteY13" fmla="*/ 17663501 h 18754690"/>
              <a:gd name="connsiteX14" fmla="*/ 14458076 w 14617946"/>
              <a:gd name="connsiteY14" fmla="*/ 12516810 h 18754690"/>
              <a:gd name="connsiteX15" fmla="*/ 14452054 w 14617946"/>
              <a:gd name="connsiteY15" fmla="*/ 1743279 h 18754690"/>
              <a:gd name="connsiteX16" fmla="*/ 14386737 w 14617946"/>
              <a:gd name="connsiteY16" fmla="*/ 135340 h 18754690"/>
              <a:gd name="connsiteX17" fmla="*/ 11596356 w 14617946"/>
              <a:gd name="connsiteY17" fmla="*/ 124465 h 18754690"/>
              <a:gd name="connsiteX18" fmla="*/ 7679001 w 14617946"/>
              <a:gd name="connsiteY18" fmla="*/ 438702 h 18754690"/>
              <a:gd name="connsiteX19" fmla="*/ 2209737 w 14617946"/>
              <a:gd name="connsiteY19" fmla="*/ 51366 h 18754690"/>
              <a:gd name="connsiteX0" fmla="*/ 2209737 w 14617946"/>
              <a:gd name="connsiteY0" fmla="*/ 38181 h 18741505"/>
              <a:gd name="connsiteX1" fmla="*/ 29438 w 14617946"/>
              <a:gd name="connsiteY1" fmla="*/ 318810 h 18741505"/>
              <a:gd name="connsiteX2" fmla="*/ 162796 w 14617946"/>
              <a:gd name="connsiteY2" fmla="*/ 11818654 h 18741505"/>
              <a:gd name="connsiteX3" fmla="*/ 152788 w 14617946"/>
              <a:gd name="connsiteY3" fmla="*/ 12684624 h 18741505"/>
              <a:gd name="connsiteX4" fmla="*/ 190236 w 14617946"/>
              <a:gd name="connsiteY4" fmla="*/ 16664005 h 18741505"/>
              <a:gd name="connsiteX5" fmla="*/ 251230 w 14617946"/>
              <a:gd name="connsiteY5" fmla="*/ 17659900 h 18741505"/>
              <a:gd name="connsiteX6" fmla="*/ 5606905 w 14617946"/>
              <a:gd name="connsiteY6" fmla="*/ 17651793 h 18741505"/>
              <a:gd name="connsiteX7" fmla="*/ 8194398 w 14617946"/>
              <a:gd name="connsiteY7" fmla="*/ 17631065 h 18741505"/>
              <a:gd name="connsiteX8" fmla="*/ 8437356 w 14617946"/>
              <a:gd name="connsiteY8" fmla="*/ 17654783 h 18741505"/>
              <a:gd name="connsiteX9" fmla="*/ 8698241 w 14617946"/>
              <a:gd name="connsiteY9" fmla="*/ 18741505 h 18741505"/>
              <a:gd name="connsiteX10" fmla="*/ 9049030 w 14617946"/>
              <a:gd name="connsiteY10" fmla="*/ 17641941 h 18741505"/>
              <a:gd name="connsiteX11" fmla="*/ 9897648 w 14617946"/>
              <a:gd name="connsiteY11" fmla="*/ 17628518 h 18741505"/>
              <a:gd name="connsiteX12" fmla="*/ 11049993 w 14617946"/>
              <a:gd name="connsiteY12" fmla="*/ 17651424 h 18741505"/>
              <a:gd name="connsiteX13" fmla="*/ 14390977 w 14617946"/>
              <a:gd name="connsiteY13" fmla="*/ 17650316 h 18741505"/>
              <a:gd name="connsiteX14" fmla="*/ 14458076 w 14617946"/>
              <a:gd name="connsiteY14" fmla="*/ 12503625 h 18741505"/>
              <a:gd name="connsiteX15" fmla="*/ 14452054 w 14617946"/>
              <a:gd name="connsiteY15" fmla="*/ 1730094 h 18741505"/>
              <a:gd name="connsiteX16" fmla="*/ 14386737 w 14617946"/>
              <a:gd name="connsiteY16" fmla="*/ 122155 h 18741505"/>
              <a:gd name="connsiteX17" fmla="*/ 11596356 w 14617946"/>
              <a:gd name="connsiteY17" fmla="*/ 111280 h 18741505"/>
              <a:gd name="connsiteX18" fmla="*/ 7664453 w 14617946"/>
              <a:gd name="connsiteY18" fmla="*/ 105409 h 18741505"/>
              <a:gd name="connsiteX19" fmla="*/ 2209737 w 14617946"/>
              <a:gd name="connsiteY19" fmla="*/ 38181 h 18741505"/>
              <a:gd name="connsiteX0" fmla="*/ 2209737 w 14468910"/>
              <a:gd name="connsiteY0" fmla="*/ 0 h 18703324"/>
              <a:gd name="connsiteX1" fmla="*/ 29438 w 14468910"/>
              <a:gd name="connsiteY1" fmla="*/ 280629 h 18703324"/>
              <a:gd name="connsiteX2" fmla="*/ 162796 w 14468910"/>
              <a:gd name="connsiteY2" fmla="*/ 11780473 h 18703324"/>
              <a:gd name="connsiteX3" fmla="*/ 152788 w 14468910"/>
              <a:gd name="connsiteY3" fmla="*/ 12646443 h 18703324"/>
              <a:gd name="connsiteX4" fmla="*/ 190236 w 14468910"/>
              <a:gd name="connsiteY4" fmla="*/ 16625824 h 18703324"/>
              <a:gd name="connsiteX5" fmla="*/ 251230 w 14468910"/>
              <a:gd name="connsiteY5" fmla="*/ 17621719 h 18703324"/>
              <a:gd name="connsiteX6" fmla="*/ 5606905 w 14468910"/>
              <a:gd name="connsiteY6" fmla="*/ 17613612 h 18703324"/>
              <a:gd name="connsiteX7" fmla="*/ 8194398 w 14468910"/>
              <a:gd name="connsiteY7" fmla="*/ 17592884 h 18703324"/>
              <a:gd name="connsiteX8" fmla="*/ 8437356 w 14468910"/>
              <a:gd name="connsiteY8" fmla="*/ 17616602 h 18703324"/>
              <a:gd name="connsiteX9" fmla="*/ 8698241 w 14468910"/>
              <a:gd name="connsiteY9" fmla="*/ 18703324 h 18703324"/>
              <a:gd name="connsiteX10" fmla="*/ 9049030 w 14468910"/>
              <a:gd name="connsiteY10" fmla="*/ 17603760 h 18703324"/>
              <a:gd name="connsiteX11" fmla="*/ 9897648 w 14468910"/>
              <a:gd name="connsiteY11" fmla="*/ 17590337 h 18703324"/>
              <a:gd name="connsiteX12" fmla="*/ 11049993 w 14468910"/>
              <a:gd name="connsiteY12" fmla="*/ 17613243 h 18703324"/>
              <a:gd name="connsiteX13" fmla="*/ 14390977 w 14468910"/>
              <a:gd name="connsiteY13" fmla="*/ 17612135 h 18703324"/>
              <a:gd name="connsiteX14" fmla="*/ 14458076 w 14468910"/>
              <a:gd name="connsiteY14" fmla="*/ 12465444 h 18703324"/>
              <a:gd name="connsiteX15" fmla="*/ 14452054 w 14468910"/>
              <a:gd name="connsiteY15" fmla="*/ 1691913 h 18703324"/>
              <a:gd name="connsiteX16" fmla="*/ 14386737 w 14468910"/>
              <a:gd name="connsiteY16" fmla="*/ 83974 h 18703324"/>
              <a:gd name="connsiteX17" fmla="*/ 11596356 w 14468910"/>
              <a:gd name="connsiteY17" fmla="*/ 73099 h 18703324"/>
              <a:gd name="connsiteX18" fmla="*/ 7664453 w 14468910"/>
              <a:gd name="connsiteY18" fmla="*/ 67228 h 18703324"/>
              <a:gd name="connsiteX19" fmla="*/ 2209737 w 14468910"/>
              <a:gd name="connsiteY19" fmla="*/ 0 h 18703324"/>
              <a:gd name="connsiteX0" fmla="*/ 2209737 w 14611190"/>
              <a:gd name="connsiteY0" fmla="*/ 0 h 18703324"/>
              <a:gd name="connsiteX1" fmla="*/ 29438 w 14611190"/>
              <a:gd name="connsiteY1" fmla="*/ 280629 h 18703324"/>
              <a:gd name="connsiteX2" fmla="*/ 162796 w 14611190"/>
              <a:gd name="connsiteY2" fmla="*/ 11780473 h 18703324"/>
              <a:gd name="connsiteX3" fmla="*/ 152788 w 14611190"/>
              <a:gd name="connsiteY3" fmla="*/ 12646443 h 18703324"/>
              <a:gd name="connsiteX4" fmla="*/ 190236 w 14611190"/>
              <a:gd name="connsiteY4" fmla="*/ 16625824 h 18703324"/>
              <a:gd name="connsiteX5" fmla="*/ 251230 w 14611190"/>
              <a:gd name="connsiteY5" fmla="*/ 17621719 h 18703324"/>
              <a:gd name="connsiteX6" fmla="*/ 5606905 w 14611190"/>
              <a:gd name="connsiteY6" fmla="*/ 17613612 h 18703324"/>
              <a:gd name="connsiteX7" fmla="*/ 8194398 w 14611190"/>
              <a:gd name="connsiteY7" fmla="*/ 17592884 h 18703324"/>
              <a:gd name="connsiteX8" fmla="*/ 8437356 w 14611190"/>
              <a:gd name="connsiteY8" fmla="*/ 17616602 h 18703324"/>
              <a:gd name="connsiteX9" fmla="*/ 8698241 w 14611190"/>
              <a:gd name="connsiteY9" fmla="*/ 18703324 h 18703324"/>
              <a:gd name="connsiteX10" fmla="*/ 9049030 w 14611190"/>
              <a:gd name="connsiteY10" fmla="*/ 17603760 h 18703324"/>
              <a:gd name="connsiteX11" fmla="*/ 9897648 w 14611190"/>
              <a:gd name="connsiteY11" fmla="*/ 17590337 h 18703324"/>
              <a:gd name="connsiteX12" fmla="*/ 11049993 w 14611190"/>
              <a:gd name="connsiteY12" fmla="*/ 17613243 h 18703324"/>
              <a:gd name="connsiteX13" fmla="*/ 14390977 w 14611190"/>
              <a:gd name="connsiteY13" fmla="*/ 17612135 h 18703324"/>
              <a:gd name="connsiteX14" fmla="*/ 14458076 w 14611190"/>
              <a:gd name="connsiteY14" fmla="*/ 12465444 h 18703324"/>
              <a:gd name="connsiteX15" fmla="*/ 14452054 w 14611190"/>
              <a:gd name="connsiteY15" fmla="*/ 1691913 h 18703324"/>
              <a:gd name="connsiteX16" fmla="*/ 14444781 w 14611190"/>
              <a:gd name="connsiteY16" fmla="*/ 502943 h 18703324"/>
              <a:gd name="connsiteX17" fmla="*/ 14386737 w 14611190"/>
              <a:gd name="connsiteY17" fmla="*/ 83974 h 18703324"/>
              <a:gd name="connsiteX18" fmla="*/ 11596356 w 14611190"/>
              <a:gd name="connsiteY18" fmla="*/ 73099 h 18703324"/>
              <a:gd name="connsiteX19" fmla="*/ 7664453 w 14611190"/>
              <a:gd name="connsiteY19" fmla="*/ 67228 h 18703324"/>
              <a:gd name="connsiteX20" fmla="*/ 2209737 w 14611190"/>
              <a:gd name="connsiteY20" fmla="*/ 0 h 18703324"/>
              <a:gd name="connsiteX0" fmla="*/ 2209737 w 14611190"/>
              <a:gd name="connsiteY0" fmla="*/ 0 h 18703324"/>
              <a:gd name="connsiteX1" fmla="*/ 29438 w 14611190"/>
              <a:gd name="connsiteY1" fmla="*/ 280629 h 18703324"/>
              <a:gd name="connsiteX2" fmla="*/ 162796 w 14611190"/>
              <a:gd name="connsiteY2" fmla="*/ 11780473 h 18703324"/>
              <a:gd name="connsiteX3" fmla="*/ 152788 w 14611190"/>
              <a:gd name="connsiteY3" fmla="*/ 12646443 h 18703324"/>
              <a:gd name="connsiteX4" fmla="*/ 190236 w 14611190"/>
              <a:gd name="connsiteY4" fmla="*/ 16625824 h 18703324"/>
              <a:gd name="connsiteX5" fmla="*/ 745853 w 14611190"/>
              <a:gd name="connsiteY5" fmla="*/ 17621722 h 18703324"/>
              <a:gd name="connsiteX6" fmla="*/ 5606905 w 14611190"/>
              <a:gd name="connsiteY6" fmla="*/ 17613612 h 18703324"/>
              <a:gd name="connsiteX7" fmla="*/ 8194398 w 14611190"/>
              <a:gd name="connsiteY7" fmla="*/ 17592884 h 18703324"/>
              <a:gd name="connsiteX8" fmla="*/ 8437356 w 14611190"/>
              <a:gd name="connsiteY8" fmla="*/ 17616602 h 18703324"/>
              <a:gd name="connsiteX9" fmla="*/ 8698241 w 14611190"/>
              <a:gd name="connsiteY9" fmla="*/ 18703324 h 18703324"/>
              <a:gd name="connsiteX10" fmla="*/ 9049030 w 14611190"/>
              <a:gd name="connsiteY10" fmla="*/ 17603760 h 18703324"/>
              <a:gd name="connsiteX11" fmla="*/ 9897648 w 14611190"/>
              <a:gd name="connsiteY11" fmla="*/ 17590337 h 18703324"/>
              <a:gd name="connsiteX12" fmla="*/ 11049993 w 14611190"/>
              <a:gd name="connsiteY12" fmla="*/ 17613243 h 18703324"/>
              <a:gd name="connsiteX13" fmla="*/ 14390977 w 14611190"/>
              <a:gd name="connsiteY13" fmla="*/ 17612135 h 18703324"/>
              <a:gd name="connsiteX14" fmla="*/ 14458076 w 14611190"/>
              <a:gd name="connsiteY14" fmla="*/ 12465444 h 18703324"/>
              <a:gd name="connsiteX15" fmla="*/ 14452054 w 14611190"/>
              <a:gd name="connsiteY15" fmla="*/ 1691913 h 18703324"/>
              <a:gd name="connsiteX16" fmla="*/ 14444781 w 14611190"/>
              <a:gd name="connsiteY16" fmla="*/ 502943 h 18703324"/>
              <a:gd name="connsiteX17" fmla="*/ 14386737 w 14611190"/>
              <a:gd name="connsiteY17" fmla="*/ 83974 h 18703324"/>
              <a:gd name="connsiteX18" fmla="*/ 11596356 w 14611190"/>
              <a:gd name="connsiteY18" fmla="*/ 73099 h 18703324"/>
              <a:gd name="connsiteX19" fmla="*/ 7664453 w 14611190"/>
              <a:gd name="connsiteY19" fmla="*/ 67228 h 18703324"/>
              <a:gd name="connsiteX20" fmla="*/ 2209737 w 14611190"/>
              <a:gd name="connsiteY20" fmla="*/ 0 h 18703324"/>
              <a:gd name="connsiteX0" fmla="*/ 2209737 w 14611190"/>
              <a:gd name="connsiteY0" fmla="*/ 0 h 18703324"/>
              <a:gd name="connsiteX1" fmla="*/ 29438 w 14611190"/>
              <a:gd name="connsiteY1" fmla="*/ 280629 h 18703324"/>
              <a:gd name="connsiteX2" fmla="*/ 162796 w 14611190"/>
              <a:gd name="connsiteY2" fmla="*/ 11780473 h 18703324"/>
              <a:gd name="connsiteX3" fmla="*/ 152788 w 14611190"/>
              <a:gd name="connsiteY3" fmla="*/ 12646443 h 18703324"/>
              <a:gd name="connsiteX4" fmla="*/ 743049 w 14611190"/>
              <a:gd name="connsiteY4" fmla="*/ 16397176 h 18703324"/>
              <a:gd name="connsiteX5" fmla="*/ 745853 w 14611190"/>
              <a:gd name="connsiteY5" fmla="*/ 17621722 h 18703324"/>
              <a:gd name="connsiteX6" fmla="*/ 5606905 w 14611190"/>
              <a:gd name="connsiteY6" fmla="*/ 17613612 h 18703324"/>
              <a:gd name="connsiteX7" fmla="*/ 8194398 w 14611190"/>
              <a:gd name="connsiteY7" fmla="*/ 17592884 h 18703324"/>
              <a:gd name="connsiteX8" fmla="*/ 8437356 w 14611190"/>
              <a:gd name="connsiteY8" fmla="*/ 17616602 h 18703324"/>
              <a:gd name="connsiteX9" fmla="*/ 8698241 w 14611190"/>
              <a:gd name="connsiteY9" fmla="*/ 18703324 h 18703324"/>
              <a:gd name="connsiteX10" fmla="*/ 9049030 w 14611190"/>
              <a:gd name="connsiteY10" fmla="*/ 17603760 h 18703324"/>
              <a:gd name="connsiteX11" fmla="*/ 9897648 w 14611190"/>
              <a:gd name="connsiteY11" fmla="*/ 17590337 h 18703324"/>
              <a:gd name="connsiteX12" fmla="*/ 11049993 w 14611190"/>
              <a:gd name="connsiteY12" fmla="*/ 17613243 h 18703324"/>
              <a:gd name="connsiteX13" fmla="*/ 14390977 w 14611190"/>
              <a:gd name="connsiteY13" fmla="*/ 17612135 h 18703324"/>
              <a:gd name="connsiteX14" fmla="*/ 14458076 w 14611190"/>
              <a:gd name="connsiteY14" fmla="*/ 12465444 h 18703324"/>
              <a:gd name="connsiteX15" fmla="*/ 14452054 w 14611190"/>
              <a:gd name="connsiteY15" fmla="*/ 1691913 h 18703324"/>
              <a:gd name="connsiteX16" fmla="*/ 14444781 w 14611190"/>
              <a:gd name="connsiteY16" fmla="*/ 502943 h 18703324"/>
              <a:gd name="connsiteX17" fmla="*/ 14386737 w 14611190"/>
              <a:gd name="connsiteY17" fmla="*/ 83974 h 18703324"/>
              <a:gd name="connsiteX18" fmla="*/ 11596356 w 14611190"/>
              <a:gd name="connsiteY18" fmla="*/ 73099 h 18703324"/>
              <a:gd name="connsiteX19" fmla="*/ 7664453 w 14611190"/>
              <a:gd name="connsiteY19" fmla="*/ 67228 h 18703324"/>
              <a:gd name="connsiteX20" fmla="*/ 2209737 w 14611190"/>
              <a:gd name="connsiteY20" fmla="*/ 0 h 18703324"/>
              <a:gd name="connsiteX0" fmla="*/ 2190630 w 14592083"/>
              <a:gd name="connsiteY0" fmla="*/ 0 h 18703324"/>
              <a:gd name="connsiteX1" fmla="*/ 10331 w 14592083"/>
              <a:gd name="connsiteY1" fmla="*/ 280629 h 18703324"/>
              <a:gd name="connsiteX2" fmla="*/ 812885 w 14592083"/>
              <a:gd name="connsiteY2" fmla="*/ 9356805 h 18703324"/>
              <a:gd name="connsiteX3" fmla="*/ 133681 w 14592083"/>
              <a:gd name="connsiteY3" fmla="*/ 12646443 h 18703324"/>
              <a:gd name="connsiteX4" fmla="*/ 723942 w 14592083"/>
              <a:gd name="connsiteY4" fmla="*/ 16397176 h 18703324"/>
              <a:gd name="connsiteX5" fmla="*/ 726746 w 14592083"/>
              <a:gd name="connsiteY5" fmla="*/ 17621722 h 18703324"/>
              <a:gd name="connsiteX6" fmla="*/ 5587798 w 14592083"/>
              <a:gd name="connsiteY6" fmla="*/ 17613612 h 18703324"/>
              <a:gd name="connsiteX7" fmla="*/ 8175291 w 14592083"/>
              <a:gd name="connsiteY7" fmla="*/ 17592884 h 18703324"/>
              <a:gd name="connsiteX8" fmla="*/ 8418249 w 14592083"/>
              <a:gd name="connsiteY8" fmla="*/ 17616602 h 18703324"/>
              <a:gd name="connsiteX9" fmla="*/ 8679134 w 14592083"/>
              <a:gd name="connsiteY9" fmla="*/ 18703324 h 18703324"/>
              <a:gd name="connsiteX10" fmla="*/ 9029923 w 14592083"/>
              <a:gd name="connsiteY10" fmla="*/ 17603760 h 18703324"/>
              <a:gd name="connsiteX11" fmla="*/ 9878541 w 14592083"/>
              <a:gd name="connsiteY11" fmla="*/ 17590337 h 18703324"/>
              <a:gd name="connsiteX12" fmla="*/ 11030886 w 14592083"/>
              <a:gd name="connsiteY12" fmla="*/ 17613243 h 18703324"/>
              <a:gd name="connsiteX13" fmla="*/ 14371870 w 14592083"/>
              <a:gd name="connsiteY13" fmla="*/ 17612135 h 18703324"/>
              <a:gd name="connsiteX14" fmla="*/ 14438969 w 14592083"/>
              <a:gd name="connsiteY14" fmla="*/ 12465444 h 18703324"/>
              <a:gd name="connsiteX15" fmla="*/ 14432947 w 14592083"/>
              <a:gd name="connsiteY15" fmla="*/ 1691913 h 18703324"/>
              <a:gd name="connsiteX16" fmla="*/ 14425674 w 14592083"/>
              <a:gd name="connsiteY16" fmla="*/ 502943 h 18703324"/>
              <a:gd name="connsiteX17" fmla="*/ 14367630 w 14592083"/>
              <a:gd name="connsiteY17" fmla="*/ 83974 h 18703324"/>
              <a:gd name="connsiteX18" fmla="*/ 11577249 w 14592083"/>
              <a:gd name="connsiteY18" fmla="*/ 73099 h 18703324"/>
              <a:gd name="connsiteX19" fmla="*/ 7645346 w 14592083"/>
              <a:gd name="connsiteY19" fmla="*/ 67228 h 18703324"/>
              <a:gd name="connsiteX20" fmla="*/ 2190630 w 14592083"/>
              <a:gd name="connsiteY20" fmla="*/ 0 h 18703324"/>
              <a:gd name="connsiteX0" fmla="*/ 2190630 w 14592083"/>
              <a:gd name="connsiteY0" fmla="*/ 0 h 18703324"/>
              <a:gd name="connsiteX1" fmla="*/ 10331 w 14592083"/>
              <a:gd name="connsiteY1" fmla="*/ 280629 h 18703324"/>
              <a:gd name="connsiteX2" fmla="*/ 812885 w 14592083"/>
              <a:gd name="connsiteY2" fmla="*/ 9356805 h 18703324"/>
              <a:gd name="connsiteX3" fmla="*/ 788329 w 14592083"/>
              <a:gd name="connsiteY3" fmla="*/ 12692177 h 18703324"/>
              <a:gd name="connsiteX4" fmla="*/ 723942 w 14592083"/>
              <a:gd name="connsiteY4" fmla="*/ 16397176 h 18703324"/>
              <a:gd name="connsiteX5" fmla="*/ 726746 w 14592083"/>
              <a:gd name="connsiteY5" fmla="*/ 17621722 h 18703324"/>
              <a:gd name="connsiteX6" fmla="*/ 5587798 w 14592083"/>
              <a:gd name="connsiteY6" fmla="*/ 17613612 h 18703324"/>
              <a:gd name="connsiteX7" fmla="*/ 8175291 w 14592083"/>
              <a:gd name="connsiteY7" fmla="*/ 17592884 h 18703324"/>
              <a:gd name="connsiteX8" fmla="*/ 8418249 w 14592083"/>
              <a:gd name="connsiteY8" fmla="*/ 17616602 h 18703324"/>
              <a:gd name="connsiteX9" fmla="*/ 8679134 w 14592083"/>
              <a:gd name="connsiteY9" fmla="*/ 18703324 h 18703324"/>
              <a:gd name="connsiteX10" fmla="*/ 9029923 w 14592083"/>
              <a:gd name="connsiteY10" fmla="*/ 17603760 h 18703324"/>
              <a:gd name="connsiteX11" fmla="*/ 9878541 w 14592083"/>
              <a:gd name="connsiteY11" fmla="*/ 17590337 h 18703324"/>
              <a:gd name="connsiteX12" fmla="*/ 11030886 w 14592083"/>
              <a:gd name="connsiteY12" fmla="*/ 17613243 h 18703324"/>
              <a:gd name="connsiteX13" fmla="*/ 14371870 w 14592083"/>
              <a:gd name="connsiteY13" fmla="*/ 17612135 h 18703324"/>
              <a:gd name="connsiteX14" fmla="*/ 14438969 w 14592083"/>
              <a:gd name="connsiteY14" fmla="*/ 12465444 h 18703324"/>
              <a:gd name="connsiteX15" fmla="*/ 14432947 w 14592083"/>
              <a:gd name="connsiteY15" fmla="*/ 1691913 h 18703324"/>
              <a:gd name="connsiteX16" fmla="*/ 14425674 w 14592083"/>
              <a:gd name="connsiteY16" fmla="*/ 502943 h 18703324"/>
              <a:gd name="connsiteX17" fmla="*/ 14367630 w 14592083"/>
              <a:gd name="connsiteY17" fmla="*/ 83974 h 18703324"/>
              <a:gd name="connsiteX18" fmla="*/ 11577249 w 14592083"/>
              <a:gd name="connsiteY18" fmla="*/ 73099 h 18703324"/>
              <a:gd name="connsiteX19" fmla="*/ 7645346 w 14592083"/>
              <a:gd name="connsiteY19" fmla="*/ 67228 h 18703324"/>
              <a:gd name="connsiteX20" fmla="*/ 2190630 w 14592083"/>
              <a:gd name="connsiteY20" fmla="*/ 0 h 18703324"/>
              <a:gd name="connsiteX0" fmla="*/ 1821326 w 14222779"/>
              <a:gd name="connsiteY0" fmla="*/ 0 h 18703324"/>
              <a:gd name="connsiteX1" fmla="*/ 412056 w 14222779"/>
              <a:gd name="connsiteY1" fmla="*/ 6249 h 18703324"/>
              <a:gd name="connsiteX2" fmla="*/ 443581 w 14222779"/>
              <a:gd name="connsiteY2" fmla="*/ 9356805 h 18703324"/>
              <a:gd name="connsiteX3" fmla="*/ 419025 w 14222779"/>
              <a:gd name="connsiteY3" fmla="*/ 12692177 h 18703324"/>
              <a:gd name="connsiteX4" fmla="*/ 354638 w 14222779"/>
              <a:gd name="connsiteY4" fmla="*/ 16397176 h 18703324"/>
              <a:gd name="connsiteX5" fmla="*/ 357442 w 14222779"/>
              <a:gd name="connsiteY5" fmla="*/ 17621722 h 18703324"/>
              <a:gd name="connsiteX6" fmla="*/ 5218494 w 14222779"/>
              <a:gd name="connsiteY6" fmla="*/ 17613612 h 18703324"/>
              <a:gd name="connsiteX7" fmla="*/ 7805987 w 14222779"/>
              <a:gd name="connsiteY7" fmla="*/ 17592884 h 18703324"/>
              <a:gd name="connsiteX8" fmla="*/ 8048945 w 14222779"/>
              <a:gd name="connsiteY8" fmla="*/ 17616602 h 18703324"/>
              <a:gd name="connsiteX9" fmla="*/ 8309830 w 14222779"/>
              <a:gd name="connsiteY9" fmla="*/ 18703324 h 18703324"/>
              <a:gd name="connsiteX10" fmla="*/ 8660619 w 14222779"/>
              <a:gd name="connsiteY10" fmla="*/ 17603760 h 18703324"/>
              <a:gd name="connsiteX11" fmla="*/ 9509237 w 14222779"/>
              <a:gd name="connsiteY11" fmla="*/ 17590337 h 18703324"/>
              <a:gd name="connsiteX12" fmla="*/ 10661582 w 14222779"/>
              <a:gd name="connsiteY12" fmla="*/ 17613243 h 18703324"/>
              <a:gd name="connsiteX13" fmla="*/ 14002566 w 14222779"/>
              <a:gd name="connsiteY13" fmla="*/ 17612135 h 18703324"/>
              <a:gd name="connsiteX14" fmla="*/ 14069665 w 14222779"/>
              <a:gd name="connsiteY14" fmla="*/ 12465444 h 18703324"/>
              <a:gd name="connsiteX15" fmla="*/ 14063643 w 14222779"/>
              <a:gd name="connsiteY15" fmla="*/ 1691913 h 18703324"/>
              <a:gd name="connsiteX16" fmla="*/ 14056370 w 14222779"/>
              <a:gd name="connsiteY16" fmla="*/ 502943 h 18703324"/>
              <a:gd name="connsiteX17" fmla="*/ 13998326 w 14222779"/>
              <a:gd name="connsiteY17" fmla="*/ 83974 h 18703324"/>
              <a:gd name="connsiteX18" fmla="*/ 11207945 w 14222779"/>
              <a:gd name="connsiteY18" fmla="*/ 73099 h 18703324"/>
              <a:gd name="connsiteX19" fmla="*/ 7276042 w 14222779"/>
              <a:gd name="connsiteY19" fmla="*/ 67228 h 18703324"/>
              <a:gd name="connsiteX20" fmla="*/ 1821326 w 14222779"/>
              <a:gd name="connsiteY20" fmla="*/ 0 h 18703324"/>
              <a:gd name="connsiteX0" fmla="*/ 1747557 w 14149010"/>
              <a:gd name="connsiteY0" fmla="*/ 0 h 18703324"/>
              <a:gd name="connsiteX1" fmla="*/ 338287 w 14149010"/>
              <a:gd name="connsiteY1" fmla="*/ 6249 h 18703324"/>
              <a:gd name="connsiteX2" fmla="*/ 369812 w 14149010"/>
              <a:gd name="connsiteY2" fmla="*/ 9356805 h 18703324"/>
              <a:gd name="connsiteX3" fmla="*/ 345256 w 14149010"/>
              <a:gd name="connsiteY3" fmla="*/ 12692177 h 18703324"/>
              <a:gd name="connsiteX4" fmla="*/ 280869 w 14149010"/>
              <a:gd name="connsiteY4" fmla="*/ 16397176 h 18703324"/>
              <a:gd name="connsiteX5" fmla="*/ 385507 w 14149010"/>
              <a:gd name="connsiteY5" fmla="*/ 17667454 h 18703324"/>
              <a:gd name="connsiteX6" fmla="*/ 5144725 w 14149010"/>
              <a:gd name="connsiteY6" fmla="*/ 17613612 h 18703324"/>
              <a:gd name="connsiteX7" fmla="*/ 7732218 w 14149010"/>
              <a:gd name="connsiteY7" fmla="*/ 17592884 h 18703324"/>
              <a:gd name="connsiteX8" fmla="*/ 7975176 w 14149010"/>
              <a:gd name="connsiteY8" fmla="*/ 17616602 h 18703324"/>
              <a:gd name="connsiteX9" fmla="*/ 8236061 w 14149010"/>
              <a:gd name="connsiteY9" fmla="*/ 18703324 h 18703324"/>
              <a:gd name="connsiteX10" fmla="*/ 8586850 w 14149010"/>
              <a:gd name="connsiteY10" fmla="*/ 17603760 h 18703324"/>
              <a:gd name="connsiteX11" fmla="*/ 9435468 w 14149010"/>
              <a:gd name="connsiteY11" fmla="*/ 17590337 h 18703324"/>
              <a:gd name="connsiteX12" fmla="*/ 10587813 w 14149010"/>
              <a:gd name="connsiteY12" fmla="*/ 17613243 h 18703324"/>
              <a:gd name="connsiteX13" fmla="*/ 13928797 w 14149010"/>
              <a:gd name="connsiteY13" fmla="*/ 17612135 h 18703324"/>
              <a:gd name="connsiteX14" fmla="*/ 13995896 w 14149010"/>
              <a:gd name="connsiteY14" fmla="*/ 12465444 h 18703324"/>
              <a:gd name="connsiteX15" fmla="*/ 13989874 w 14149010"/>
              <a:gd name="connsiteY15" fmla="*/ 1691913 h 18703324"/>
              <a:gd name="connsiteX16" fmla="*/ 13982601 w 14149010"/>
              <a:gd name="connsiteY16" fmla="*/ 502943 h 18703324"/>
              <a:gd name="connsiteX17" fmla="*/ 13924557 w 14149010"/>
              <a:gd name="connsiteY17" fmla="*/ 83974 h 18703324"/>
              <a:gd name="connsiteX18" fmla="*/ 11134176 w 14149010"/>
              <a:gd name="connsiteY18" fmla="*/ 73099 h 18703324"/>
              <a:gd name="connsiteX19" fmla="*/ 7202273 w 14149010"/>
              <a:gd name="connsiteY19" fmla="*/ 67228 h 18703324"/>
              <a:gd name="connsiteX20" fmla="*/ 1747557 w 14149010"/>
              <a:gd name="connsiteY20" fmla="*/ 0 h 18703324"/>
              <a:gd name="connsiteX0" fmla="*/ 1726705 w 14128158"/>
              <a:gd name="connsiteY0" fmla="*/ 0 h 18703324"/>
              <a:gd name="connsiteX1" fmla="*/ 317435 w 14128158"/>
              <a:gd name="connsiteY1" fmla="*/ 6249 h 18703324"/>
              <a:gd name="connsiteX2" fmla="*/ 348960 w 14128158"/>
              <a:gd name="connsiteY2" fmla="*/ 9356805 h 18703324"/>
              <a:gd name="connsiteX3" fmla="*/ 324404 w 14128158"/>
              <a:gd name="connsiteY3" fmla="*/ 12692177 h 18703324"/>
              <a:gd name="connsiteX4" fmla="*/ 318208 w 14128158"/>
              <a:gd name="connsiteY4" fmla="*/ 16397176 h 18703324"/>
              <a:gd name="connsiteX5" fmla="*/ 364655 w 14128158"/>
              <a:gd name="connsiteY5" fmla="*/ 17667454 h 18703324"/>
              <a:gd name="connsiteX6" fmla="*/ 5123873 w 14128158"/>
              <a:gd name="connsiteY6" fmla="*/ 17613612 h 18703324"/>
              <a:gd name="connsiteX7" fmla="*/ 7711366 w 14128158"/>
              <a:gd name="connsiteY7" fmla="*/ 17592884 h 18703324"/>
              <a:gd name="connsiteX8" fmla="*/ 7954324 w 14128158"/>
              <a:gd name="connsiteY8" fmla="*/ 17616602 h 18703324"/>
              <a:gd name="connsiteX9" fmla="*/ 8215209 w 14128158"/>
              <a:gd name="connsiteY9" fmla="*/ 18703324 h 18703324"/>
              <a:gd name="connsiteX10" fmla="*/ 8565998 w 14128158"/>
              <a:gd name="connsiteY10" fmla="*/ 17603760 h 18703324"/>
              <a:gd name="connsiteX11" fmla="*/ 9414616 w 14128158"/>
              <a:gd name="connsiteY11" fmla="*/ 17590337 h 18703324"/>
              <a:gd name="connsiteX12" fmla="*/ 10566961 w 14128158"/>
              <a:gd name="connsiteY12" fmla="*/ 17613243 h 18703324"/>
              <a:gd name="connsiteX13" fmla="*/ 13907945 w 14128158"/>
              <a:gd name="connsiteY13" fmla="*/ 17612135 h 18703324"/>
              <a:gd name="connsiteX14" fmla="*/ 13975044 w 14128158"/>
              <a:gd name="connsiteY14" fmla="*/ 12465444 h 18703324"/>
              <a:gd name="connsiteX15" fmla="*/ 13969022 w 14128158"/>
              <a:gd name="connsiteY15" fmla="*/ 1691913 h 18703324"/>
              <a:gd name="connsiteX16" fmla="*/ 13961749 w 14128158"/>
              <a:gd name="connsiteY16" fmla="*/ 502943 h 18703324"/>
              <a:gd name="connsiteX17" fmla="*/ 13903705 w 14128158"/>
              <a:gd name="connsiteY17" fmla="*/ 83974 h 18703324"/>
              <a:gd name="connsiteX18" fmla="*/ 11113324 w 14128158"/>
              <a:gd name="connsiteY18" fmla="*/ 73099 h 18703324"/>
              <a:gd name="connsiteX19" fmla="*/ 7181421 w 14128158"/>
              <a:gd name="connsiteY19" fmla="*/ 67228 h 18703324"/>
              <a:gd name="connsiteX20" fmla="*/ 1726705 w 14128158"/>
              <a:gd name="connsiteY20" fmla="*/ 0 h 18703324"/>
              <a:gd name="connsiteX0" fmla="*/ 1705712 w 14107165"/>
              <a:gd name="connsiteY0" fmla="*/ 0 h 18703324"/>
              <a:gd name="connsiteX1" fmla="*/ 296442 w 14107165"/>
              <a:gd name="connsiteY1" fmla="*/ 6249 h 18703324"/>
              <a:gd name="connsiteX2" fmla="*/ 327967 w 14107165"/>
              <a:gd name="connsiteY2" fmla="*/ 9356805 h 18703324"/>
              <a:gd name="connsiteX3" fmla="*/ 303411 w 14107165"/>
              <a:gd name="connsiteY3" fmla="*/ 12692177 h 18703324"/>
              <a:gd name="connsiteX4" fmla="*/ 297215 w 14107165"/>
              <a:gd name="connsiteY4" fmla="*/ 16397176 h 18703324"/>
              <a:gd name="connsiteX5" fmla="*/ 372756 w 14107165"/>
              <a:gd name="connsiteY5" fmla="*/ 17667454 h 18703324"/>
              <a:gd name="connsiteX6" fmla="*/ 5102880 w 14107165"/>
              <a:gd name="connsiteY6" fmla="*/ 17613612 h 18703324"/>
              <a:gd name="connsiteX7" fmla="*/ 7690373 w 14107165"/>
              <a:gd name="connsiteY7" fmla="*/ 17592884 h 18703324"/>
              <a:gd name="connsiteX8" fmla="*/ 7933331 w 14107165"/>
              <a:gd name="connsiteY8" fmla="*/ 17616602 h 18703324"/>
              <a:gd name="connsiteX9" fmla="*/ 8194216 w 14107165"/>
              <a:gd name="connsiteY9" fmla="*/ 18703324 h 18703324"/>
              <a:gd name="connsiteX10" fmla="*/ 8545005 w 14107165"/>
              <a:gd name="connsiteY10" fmla="*/ 17603760 h 18703324"/>
              <a:gd name="connsiteX11" fmla="*/ 9393623 w 14107165"/>
              <a:gd name="connsiteY11" fmla="*/ 17590337 h 18703324"/>
              <a:gd name="connsiteX12" fmla="*/ 10545968 w 14107165"/>
              <a:gd name="connsiteY12" fmla="*/ 17613243 h 18703324"/>
              <a:gd name="connsiteX13" fmla="*/ 13886952 w 14107165"/>
              <a:gd name="connsiteY13" fmla="*/ 17612135 h 18703324"/>
              <a:gd name="connsiteX14" fmla="*/ 13954051 w 14107165"/>
              <a:gd name="connsiteY14" fmla="*/ 12465444 h 18703324"/>
              <a:gd name="connsiteX15" fmla="*/ 13948029 w 14107165"/>
              <a:gd name="connsiteY15" fmla="*/ 1691913 h 18703324"/>
              <a:gd name="connsiteX16" fmla="*/ 13940756 w 14107165"/>
              <a:gd name="connsiteY16" fmla="*/ 502943 h 18703324"/>
              <a:gd name="connsiteX17" fmla="*/ 13882712 w 14107165"/>
              <a:gd name="connsiteY17" fmla="*/ 83974 h 18703324"/>
              <a:gd name="connsiteX18" fmla="*/ 11092331 w 14107165"/>
              <a:gd name="connsiteY18" fmla="*/ 73099 h 18703324"/>
              <a:gd name="connsiteX19" fmla="*/ 7160428 w 14107165"/>
              <a:gd name="connsiteY19" fmla="*/ 67228 h 18703324"/>
              <a:gd name="connsiteX20" fmla="*/ 1705712 w 1410716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0290558 w 13851755"/>
              <a:gd name="connsiteY12" fmla="*/ 17613243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155859 w 13851755"/>
              <a:gd name="connsiteY12" fmla="*/ 17613245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155859 w 13851755"/>
              <a:gd name="connsiteY12" fmla="*/ 17613245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956353 w 13851755"/>
              <a:gd name="connsiteY12" fmla="*/ 17637139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956353 w 13851755"/>
              <a:gd name="connsiteY12" fmla="*/ 17637139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700366"/>
              <a:gd name="connsiteY0" fmla="*/ 0 h 18703324"/>
              <a:gd name="connsiteX1" fmla="*/ 41032 w 13700366"/>
              <a:gd name="connsiteY1" fmla="*/ 6249 h 18703324"/>
              <a:gd name="connsiteX2" fmla="*/ 72557 w 13700366"/>
              <a:gd name="connsiteY2" fmla="*/ 9356805 h 18703324"/>
              <a:gd name="connsiteX3" fmla="*/ 48001 w 13700366"/>
              <a:gd name="connsiteY3" fmla="*/ 12692177 h 18703324"/>
              <a:gd name="connsiteX4" fmla="*/ 41805 w 13700366"/>
              <a:gd name="connsiteY4" fmla="*/ 16397176 h 18703324"/>
              <a:gd name="connsiteX5" fmla="*/ 117346 w 13700366"/>
              <a:gd name="connsiteY5" fmla="*/ 17667454 h 18703324"/>
              <a:gd name="connsiteX6" fmla="*/ 4847470 w 13700366"/>
              <a:gd name="connsiteY6" fmla="*/ 17613612 h 18703324"/>
              <a:gd name="connsiteX7" fmla="*/ 7434963 w 13700366"/>
              <a:gd name="connsiteY7" fmla="*/ 17592884 h 18703324"/>
              <a:gd name="connsiteX8" fmla="*/ 7677921 w 13700366"/>
              <a:gd name="connsiteY8" fmla="*/ 17616602 h 18703324"/>
              <a:gd name="connsiteX9" fmla="*/ 7938806 w 13700366"/>
              <a:gd name="connsiteY9" fmla="*/ 18703324 h 18703324"/>
              <a:gd name="connsiteX10" fmla="*/ 8289595 w 13700366"/>
              <a:gd name="connsiteY10" fmla="*/ 17603760 h 18703324"/>
              <a:gd name="connsiteX11" fmla="*/ 9138213 w 13700366"/>
              <a:gd name="connsiteY11" fmla="*/ 17590337 h 18703324"/>
              <a:gd name="connsiteX12" fmla="*/ 12956353 w 13700366"/>
              <a:gd name="connsiteY12" fmla="*/ 17637139 h 18703324"/>
              <a:gd name="connsiteX13" fmla="*/ 13631542 w 13700366"/>
              <a:gd name="connsiteY13" fmla="*/ 17612135 h 18703324"/>
              <a:gd name="connsiteX14" fmla="*/ 13698641 w 13700366"/>
              <a:gd name="connsiteY14" fmla="*/ 12465444 h 18703324"/>
              <a:gd name="connsiteX15" fmla="*/ 13692619 w 13700366"/>
              <a:gd name="connsiteY15" fmla="*/ 1691913 h 18703324"/>
              <a:gd name="connsiteX16" fmla="*/ 13685346 w 13700366"/>
              <a:gd name="connsiteY16" fmla="*/ 502943 h 18703324"/>
              <a:gd name="connsiteX17" fmla="*/ 13627302 w 13700366"/>
              <a:gd name="connsiteY17" fmla="*/ 83974 h 18703324"/>
              <a:gd name="connsiteX18" fmla="*/ 10836921 w 13700366"/>
              <a:gd name="connsiteY18" fmla="*/ 73099 h 18703324"/>
              <a:gd name="connsiteX19" fmla="*/ 6905018 w 13700366"/>
              <a:gd name="connsiteY19" fmla="*/ 67228 h 18703324"/>
              <a:gd name="connsiteX20" fmla="*/ 1450302 w 13700366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956353 w 13851755"/>
              <a:gd name="connsiteY12" fmla="*/ 17637139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694089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84495"/>
              <a:gd name="connsiteY0" fmla="*/ 0 h 18703324"/>
              <a:gd name="connsiteX1" fmla="*/ 41032 w 13884495"/>
              <a:gd name="connsiteY1" fmla="*/ 6249 h 18703324"/>
              <a:gd name="connsiteX2" fmla="*/ 72557 w 13884495"/>
              <a:gd name="connsiteY2" fmla="*/ 9356805 h 18703324"/>
              <a:gd name="connsiteX3" fmla="*/ 48001 w 13884495"/>
              <a:gd name="connsiteY3" fmla="*/ 12692177 h 18703324"/>
              <a:gd name="connsiteX4" fmla="*/ 41805 w 13884495"/>
              <a:gd name="connsiteY4" fmla="*/ 16397176 h 18703324"/>
              <a:gd name="connsiteX5" fmla="*/ 117346 w 13884495"/>
              <a:gd name="connsiteY5" fmla="*/ 17667454 h 18703324"/>
              <a:gd name="connsiteX6" fmla="*/ 4847470 w 13884495"/>
              <a:gd name="connsiteY6" fmla="*/ 17613612 h 18703324"/>
              <a:gd name="connsiteX7" fmla="*/ 7434963 w 13884495"/>
              <a:gd name="connsiteY7" fmla="*/ 17592884 h 18703324"/>
              <a:gd name="connsiteX8" fmla="*/ 7677921 w 13884495"/>
              <a:gd name="connsiteY8" fmla="*/ 17616602 h 18703324"/>
              <a:gd name="connsiteX9" fmla="*/ 7938806 w 13884495"/>
              <a:gd name="connsiteY9" fmla="*/ 18703324 h 18703324"/>
              <a:gd name="connsiteX10" fmla="*/ 8289595 w 13884495"/>
              <a:gd name="connsiteY10" fmla="*/ 17603760 h 18703324"/>
              <a:gd name="connsiteX11" fmla="*/ 9138213 w 13884495"/>
              <a:gd name="connsiteY11" fmla="*/ 17590337 h 18703324"/>
              <a:gd name="connsiteX12" fmla="*/ 12956353 w 13884495"/>
              <a:gd name="connsiteY12" fmla="*/ 17637139 h 18703324"/>
              <a:gd name="connsiteX13" fmla="*/ 13631542 w 13884495"/>
              <a:gd name="connsiteY13" fmla="*/ 17612135 h 18703324"/>
              <a:gd name="connsiteX14" fmla="*/ 13698641 w 13884495"/>
              <a:gd name="connsiteY14" fmla="*/ 12465444 h 18703324"/>
              <a:gd name="connsiteX15" fmla="*/ 13692619 w 13884495"/>
              <a:gd name="connsiteY15" fmla="*/ 1691913 h 18703324"/>
              <a:gd name="connsiteX16" fmla="*/ 13685346 w 13884495"/>
              <a:gd name="connsiteY16" fmla="*/ 694089 h 18703324"/>
              <a:gd name="connsiteX17" fmla="*/ 13672612 w 13884495"/>
              <a:gd name="connsiteY17" fmla="*/ 60080 h 18703324"/>
              <a:gd name="connsiteX18" fmla="*/ 10836921 w 13884495"/>
              <a:gd name="connsiteY18" fmla="*/ 73099 h 18703324"/>
              <a:gd name="connsiteX19" fmla="*/ 6905018 w 13884495"/>
              <a:gd name="connsiteY19" fmla="*/ 67228 h 18703324"/>
              <a:gd name="connsiteX20" fmla="*/ 1450302 w 13884495"/>
              <a:gd name="connsiteY20" fmla="*/ 0 h 18703324"/>
              <a:gd name="connsiteX0" fmla="*/ 1450302 w 13703294"/>
              <a:gd name="connsiteY0" fmla="*/ 0 h 18703324"/>
              <a:gd name="connsiteX1" fmla="*/ 41032 w 13703294"/>
              <a:gd name="connsiteY1" fmla="*/ 6249 h 18703324"/>
              <a:gd name="connsiteX2" fmla="*/ 72557 w 13703294"/>
              <a:gd name="connsiteY2" fmla="*/ 9356805 h 18703324"/>
              <a:gd name="connsiteX3" fmla="*/ 48001 w 13703294"/>
              <a:gd name="connsiteY3" fmla="*/ 12692177 h 18703324"/>
              <a:gd name="connsiteX4" fmla="*/ 41805 w 13703294"/>
              <a:gd name="connsiteY4" fmla="*/ 16397176 h 18703324"/>
              <a:gd name="connsiteX5" fmla="*/ 117346 w 13703294"/>
              <a:gd name="connsiteY5" fmla="*/ 17667454 h 18703324"/>
              <a:gd name="connsiteX6" fmla="*/ 4847470 w 13703294"/>
              <a:gd name="connsiteY6" fmla="*/ 17613612 h 18703324"/>
              <a:gd name="connsiteX7" fmla="*/ 7434963 w 13703294"/>
              <a:gd name="connsiteY7" fmla="*/ 17592884 h 18703324"/>
              <a:gd name="connsiteX8" fmla="*/ 7677921 w 13703294"/>
              <a:gd name="connsiteY8" fmla="*/ 17616602 h 18703324"/>
              <a:gd name="connsiteX9" fmla="*/ 7938806 w 13703294"/>
              <a:gd name="connsiteY9" fmla="*/ 18703324 h 18703324"/>
              <a:gd name="connsiteX10" fmla="*/ 8289595 w 13703294"/>
              <a:gd name="connsiteY10" fmla="*/ 17603760 h 18703324"/>
              <a:gd name="connsiteX11" fmla="*/ 9138213 w 13703294"/>
              <a:gd name="connsiteY11" fmla="*/ 17590337 h 18703324"/>
              <a:gd name="connsiteX12" fmla="*/ 12956353 w 13703294"/>
              <a:gd name="connsiteY12" fmla="*/ 17637139 h 18703324"/>
              <a:gd name="connsiteX13" fmla="*/ 13631542 w 13703294"/>
              <a:gd name="connsiteY13" fmla="*/ 17612135 h 18703324"/>
              <a:gd name="connsiteX14" fmla="*/ 13698641 w 13703294"/>
              <a:gd name="connsiteY14" fmla="*/ 12465444 h 18703324"/>
              <a:gd name="connsiteX15" fmla="*/ 13692619 w 13703294"/>
              <a:gd name="connsiteY15" fmla="*/ 1691913 h 18703324"/>
              <a:gd name="connsiteX16" fmla="*/ 13685346 w 13703294"/>
              <a:gd name="connsiteY16" fmla="*/ 694089 h 18703324"/>
              <a:gd name="connsiteX17" fmla="*/ 13672612 w 13703294"/>
              <a:gd name="connsiteY17" fmla="*/ 60080 h 18703324"/>
              <a:gd name="connsiteX18" fmla="*/ 10836921 w 13703294"/>
              <a:gd name="connsiteY18" fmla="*/ 73099 h 18703324"/>
              <a:gd name="connsiteX19" fmla="*/ 6905018 w 13703294"/>
              <a:gd name="connsiteY19" fmla="*/ 67228 h 18703324"/>
              <a:gd name="connsiteX20" fmla="*/ 1450302 w 13703294"/>
              <a:gd name="connsiteY20" fmla="*/ 0 h 18703324"/>
              <a:gd name="connsiteX0" fmla="*/ 1450302 w 13703294"/>
              <a:gd name="connsiteY0" fmla="*/ 123918 h 18827242"/>
              <a:gd name="connsiteX1" fmla="*/ 41032 w 13703294"/>
              <a:gd name="connsiteY1" fmla="*/ 130167 h 18827242"/>
              <a:gd name="connsiteX2" fmla="*/ 72557 w 13703294"/>
              <a:gd name="connsiteY2" fmla="*/ 9480723 h 18827242"/>
              <a:gd name="connsiteX3" fmla="*/ 48001 w 13703294"/>
              <a:gd name="connsiteY3" fmla="*/ 12816095 h 18827242"/>
              <a:gd name="connsiteX4" fmla="*/ 41805 w 13703294"/>
              <a:gd name="connsiteY4" fmla="*/ 16521094 h 18827242"/>
              <a:gd name="connsiteX5" fmla="*/ 117346 w 13703294"/>
              <a:gd name="connsiteY5" fmla="*/ 17791372 h 18827242"/>
              <a:gd name="connsiteX6" fmla="*/ 4847470 w 13703294"/>
              <a:gd name="connsiteY6" fmla="*/ 17737530 h 18827242"/>
              <a:gd name="connsiteX7" fmla="*/ 7434963 w 13703294"/>
              <a:gd name="connsiteY7" fmla="*/ 17716802 h 18827242"/>
              <a:gd name="connsiteX8" fmla="*/ 7677921 w 13703294"/>
              <a:gd name="connsiteY8" fmla="*/ 17740520 h 18827242"/>
              <a:gd name="connsiteX9" fmla="*/ 7938806 w 13703294"/>
              <a:gd name="connsiteY9" fmla="*/ 18827242 h 18827242"/>
              <a:gd name="connsiteX10" fmla="*/ 8289595 w 13703294"/>
              <a:gd name="connsiteY10" fmla="*/ 17727678 h 18827242"/>
              <a:gd name="connsiteX11" fmla="*/ 9138213 w 13703294"/>
              <a:gd name="connsiteY11" fmla="*/ 17714255 h 18827242"/>
              <a:gd name="connsiteX12" fmla="*/ 12956353 w 13703294"/>
              <a:gd name="connsiteY12" fmla="*/ 17761057 h 18827242"/>
              <a:gd name="connsiteX13" fmla="*/ 13631542 w 13703294"/>
              <a:gd name="connsiteY13" fmla="*/ 17736053 h 18827242"/>
              <a:gd name="connsiteX14" fmla="*/ 13698641 w 13703294"/>
              <a:gd name="connsiteY14" fmla="*/ 12589362 h 18827242"/>
              <a:gd name="connsiteX15" fmla="*/ 13692619 w 13703294"/>
              <a:gd name="connsiteY15" fmla="*/ 1815831 h 18827242"/>
              <a:gd name="connsiteX16" fmla="*/ 13685346 w 13703294"/>
              <a:gd name="connsiteY16" fmla="*/ 818007 h 18827242"/>
              <a:gd name="connsiteX17" fmla="*/ 13672612 w 13703294"/>
              <a:gd name="connsiteY17" fmla="*/ 183998 h 18827242"/>
              <a:gd name="connsiteX18" fmla="*/ 10836921 w 13703294"/>
              <a:gd name="connsiteY18" fmla="*/ 197017 h 18827242"/>
              <a:gd name="connsiteX19" fmla="*/ 6912570 w 13703294"/>
              <a:gd name="connsiteY19" fmla="*/ 0 h 18827242"/>
              <a:gd name="connsiteX20" fmla="*/ 1450302 w 13703294"/>
              <a:gd name="connsiteY20" fmla="*/ 123918 h 18827242"/>
              <a:gd name="connsiteX0" fmla="*/ 1462929 w 13715921"/>
              <a:gd name="connsiteY0" fmla="*/ 123918 h 18827242"/>
              <a:gd name="connsiteX1" fmla="*/ 53659 w 13715921"/>
              <a:gd name="connsiteY1" fmla="*/ 130167 h 18827242"/>
              <a:gd name="connsiteX2" fmla="*/ 24770 w 13715921"/>
              <a:gd name="connsiteY2" fmla="*/ 5299392 h 18827242"/>
              <a:gd name="connsiteX3" fmla="*/ 60628 w 13715921"/>
              <a:gd name="connsiteY3" fmla="*/ 12816095 h 18827242"/>
              <a:gd name="connsiteX4" fmla="*/ 54432 w 13715921"/>
              <a:gd name="connsiteY4" fmla="*/ 16521094 h 18827242"/>
              <a:gd name="connsiteX5" fmla="*/ 129973 w 13715921"/>
              <a:gd name="connsiteY5" fmla="*/ 17791372 h 18827242"/>
              <a:gd name="connsiteX6" fmla="*/ 4860097 w 13715921"/>
              <a:gd name="connsiteY6" fmla="*/ 17737530 h 18827242"/>
              <a:gd name="connsiteX7" fmla="*/ 7447590 w 13715921"/>
              <a:gd name="connsiteY7" fmla="*/ 17716802 h 18827242"/>
              <a:gd name="connsiteX8" fmla="*/ 7690548 w 13715921"/>
              <a:gd name="connsiteY8" fmla="*/ 17740520 h 18827242"/>
              <a:gd name="connsiteX9" fmla="*/ 7951433 w 13715921"/>
              <a:gd name="connsiteY9" fmla="*/ 18827242 h 18827242"/>
              <a:gd name="connsiteX10" fmla="*/ 8302222 w 13715921"/>
              <a:gd name="connsiteY10" fmla="*/ 17727678 h 18827242"/>
              <a:gd name="connsiteX11" fmla="*/ 9150840 w 13715921"/>
              <a:gd name="connsiteY11" fmla="*/ 17714255 h 18827242"/>
              <a:gd name="connsiteX12" fmla="*/ 12968980 w 13715921"/>
              <a:gd name="connsiteY12" fmla="*/ 17761057 h 18827242"/>
              <a:gd name="connsiteX13" fmla="*/ 13644169 w 13715921"/>
              <a:gd name="connsiteY13" fmla="*/ 17736053 h 18827242"/>
              <a:gd name="connsiteX14" fmla="*/ 13711268 w 13715921"/>
              <a:gd name="connsiteY14" fmla="*/ 12589362 h 18827242"/>
              <a:gd name="connsiteX15" fmla="*/ 13705246 w 13715921"/>
              <a:gd name="connsiteY15" fmla="*/ 1815831 h 18827242"/>
              <a:gd name="connsiteX16" fmla="*/ 13697973 w 13715921"/>
              <a:gd name="connsiteY16" fmla="*/ 818007 h 18827242"/>
              <a:gd name="connsiteX17" fmla="*/ 13685239 w 13715921"/>
              <a:gd name="connsiteY17" fmla="*/ 183998 h 18827242"/>
              <a:gd name="connsiteX18" fmla="*/ 10849548 w 13715921"/>
              <a:gd name="connsiteY18" fmla="*/ 197017 h 18827242"/>
              <a:gd name="connsiteX19" fmla="*/ 6925197 w 13715921"/>
              <a:gd name="connsiteY19" fmla="*/ 0 h 18827242"/>
              <a:gd name="connsiteX20" fmla="*/ 1462929 w 13715921"/>
              <a:gd name="connsiteY20" fmla="*/ 123918 h 18827242"/>
              <a:gd name="connsiteX0" fmla="*/ 1462929 w 13715921"/>
              <a:gd name="connsiteY0" fmla="*/ 123918 h 18827242"/>
              <a:gd name="connsiteX1" fmla="*/ 53659 w 13715921"/>
              <a:gd name="connsiteY1" fmla="*/ 130167 h 18827242"/>
              <a:gd name="connsiteX2" fmla="*/ 24770 w 13715921"/>
              <a:gd name="connsiteY2" fmla="*/ 5299392 h 18827242"/>
              <a:gd name="connsiteX3" fmla="*/ 60628 w 13715921"/>
              <a:gd name="connsiteY3" fmla="*/ 12816095 h 18827242"/>
              <a:gd name="connsiteX4" fmla="*/ 54432 w 13715921"/>
              <a:gd name="connsiteY4" fmla="*/ 16521094 h 18827242"/>
              <a:gd name="connsiteX5" fmla="*/ 129973 w 13715921"/>
              <a:gd name="connsiteY5" fmla="*/ 17791372 h 18827242"/>
              <a:gd name="connsiteX6" fmla="*/ 4860097 w 13715921"/>
              <a:gd name="connsiteY6" fmla="*/ 17737530 h 18827242"/>
              <a:gd name="connsiteX7" fmla="*/ 7447590 w 13715921"/>
              <a:gd name="connsiteY7" fmla="*/ 17716802 h 18827242"/>
              <a:gd name="connsiteX8" fmla="*/ 7690548 w 13715921"/>
              <a:gd name="connsiteY8" fmla="*/ 17740520 h 18827242"/>
              <a:gd name="connsiteX9" fmla="*/ 7951433 w 13715921"/>
              <a:gd name="connsiteY9" fmla="*/ 18827242 h 18827242"/>
              <a:gd name="connsiteX10" fmla="*/ 8302222 w 13715921"/>
              <a:gd name="connsiteY10" fmla="*/ 17727678 h 18827242"/>
              <a:gd name="connsiteX11" fmla="*/ 9150840 w 13715921"/>
              <a:gd name="connsiteY11" fmla="*/ 17714255 h 18827242"/>
              <a:gd name="connsiteX12" fmla="*/ 12968980 w 13715921"/>
              <a:gd name="connsiteY12" fmla="*/ 17761057 h 18827242"/>
              <a:gd name="connsiteX13" fmla="*/ 13644169 w 13715921"/>
              <a:gd name="connsiteY13" fmla="*/ 17736053 h 18827242"/>
              <a:gd name="connsiteX14" fmla="*/ 13711268 w 13715921"/>
              <a:gd name="connsiteY14" fmla="*/ 12589362 h 18827242"/>
              <a:gd name="connsiteX15" fmla="*/ 13705246 w 13715921"/>
              <a:gd name="connsiteY15" fmla="*/ 1815831 h 18827242"/>
              <a:gd name="connsiteX16" fmla="*/ 13697973 w 13715921"/>
              <a:gd name="connsiteY16" fmla="*/ 818007 h 18827242"/>
              <a:gd name="connsiteX17" fmla="*/ 13685239 w 13715921"/>
              <a:gd name="connsiteY17" fmla="*/ 183998 h 18827242"/>
              <a:gd name="connsiteX18" fmla="*/ 10849548 w 13715921"/>
              <a:gd name="connsiteY18" fmla="*/ 197017 h 18827242"/>
              <a:gd name="connsiteX19" fmla="*/ 6925197 w 13715921"/>
              <a:gd name="connsiteY19" fmla="*/ 0 h 18827242"/>
              <a:gd name="connsiteX20" fmla="*/ 1462929 w 13715921"/>
              <a:gd name="connsiteY20" fmla="*/ 123918 h 18827242"/>
              <a:gd name="connsiteX0" fmla="*/ 1634507 w 13887499"/>
              <a:gd name="connsiteY0" fmla="*/ 123918 h 18827242"/>
              <a:gd name="connsiteX1" fmla="*/ 225237 w 13887499"/>
              <a:gd name="connsiteY1" fmla="*/ 130167 h 18827242"/>
              <a:gd name="connsiteX2" fmla="*/ 0 w 13887499"/>
              <a:gd name="connsiteY2" fmla="*/ 3005632 h 18827242"/>
              <a:gd name="connsiteX3" fmla="*/ 232206 w 13887499"/>
              <a:gd name="connsiteY3" fmla="*/ 12816095 h 18827242"/>
              <a:gd name="connsiteX4" fmla="*/ 226010 w 13887499"/>
              <a:gd name="connsiteY4" fmla="*/ 16521094 h 18827242"/>
              <a:gd name="connsiteX5" fmla="*/ 301551 w 13887499"/>
              <a:gd name="connsiteY5" fmla="*/ 17791372 h 18827242"/>
              <a:gd name="connsiteX6" fmla="*/ 5031675 w 13887499"/>
              <a:gd name="connsiteY6" fmla="*/ 17737530 h 18827242"/>
              <a:gd name="connsiteX7" fmla="*/ 7619168 w 13887499"/>
              <a:gd name="connsiteY7" fmla="*/ 17716802 h 18827242"/>
              <a:gd name="connsiteX8" fmla="*/ 7862126 w 13887499"/>
              <a:gd name="connsiteY8" fmla="*/ 17740520 h 18827242"/>
              <a:gd name="connsiteX9" fmla="*/ 8123011 w 13887499"/>
              <a:gd name="connsiteY9" fmla="*/ 18827242 h 18827242"/>
              <a:gd name="connsiteX10" fmla="*/ 8473800 w 13887499"/>
              <a:gd name="connsiteY10" fmla="*/ 17727678 h 18827242"/>
              <a:gd name="connsiteX11" fmla="*/ 9322418 w 13887499"/>
              <a:gd name="connsiteY11" fmla="*/ 17714255 h 18827242"/>
              <a:gd name="connsiteX12" fmla="*/ 13140558 w 13887499"/>
              <a:gd name="connsiteY12" fmla="*/ 17761057 h 18827242"/>
              <a:gd name="connsiteX13" fmla="*/ 13815747 w 13887499"/>
              <a:gd name="connsiteY13" fmla="*/ 17736053 h 18827242"/>
              <a:gd name="connsiteX14" fmla="*/ 13882846 w 13887499"/>
              <a:gd name="connsiteY14" fmla="*/ 12589362 h 18827242"/>
              <a:gd name="connsiteX15" fmla="*/ 13876824 w 13887499"/>
              <a:gd name="connsiteY15" fmla="*/ 1815831 h 18827242"/>
              <a:gd name="connsiteX16" fmla="*/ 13869551 w 13887499"/>
              <a:gd name="connsiteY16" fmla="*/ 818007 h 18827242"/>
              <a:gd name="connsiteX17" fmla="*/ 13856817 w 13887499"/>
              <a:gd name="connsiteY17" fmla="*/ 183998 h 18827242"/>
              <a:gd name="connsiteX18" fmla="*/ 11021126 w 13887499"/>
              <a:gd name="connsiteY18" fmla="*/ 197017 h 18827242"/>
              <a:gd name="connsiteX19" fmla="*/ 7096775 w 13887499"/>
              <a:gd name="connsiteY19" fmla="*/ 0 h 18827242"/>
              <a:gd name="connsiteX20" fmla="*/ 1634507 w 13887499"/>
              <a:gd name="connsiteY20" fmla="*/ 123918 h 18827242"/>
              <a:gd name="connsiteX0" fmla="*/ 1543884 w 13796876"/>
              <a:gd name="connsiteY0" fmla="*/ 123918 h 18827242"/>
              <a:gd name="connsiteX1" fmla="*/ 134614 w 13796876"/>
              <a:gd name="connsiteY1" fmla="*/ 130167 h 18827242"/>
              <a:gd name="connsiteX2" fmla="*/ 0 w 13796876"/>
              <a:gd name="connsiteY2" fmla="*/ 3005632 h 18827242"/>
              <a:gd name="connsiteX3" fmla="*/ 141583 w 13796876"/>
              <a:gd name="connsiteY3" fmla="*/ 12816095 h 18827242"/>
              <a:gd name="connsiteX4" fmla="*/ 135387 w 13796876"/>
              <a:gd name="connsiteY4" fmla="*/ 16521094 h 18827242"/>
              <a:gd name="connsiteX5" fmla="*/ 210928 w 13796876"/>
              <a:gd name="connsiteY5" fmla="*/ 17791372 h 18827242"/>
              <a:gd name="connsiteX6" fmla="*/ 4941052 w 13796876"/>
              <a:gd name="connsiteY6" fmla="*/ 17737530 h 18827242"/>
              <a:gd name="connsiteX7" fmla="*/ 7528545 w 13796876"/>
              <a:gd name="connsiteY7" fmla="*/ 17716802 h 18827242"/>
              <a:gd name="connsiteX8" fmla="*/ 7771503 w 13796876"/>
              <a:gd name="connsiteY8" fmla="*/ 17740520 h 18827242"/>
              <a:gd name="connsiteX9" fmla="*/ 8032388 w 13796876"/>
              <a:gd name="connsiteY9" fmla="*/ 18827242 h 18827242"/>
              <a:gd name="connsiteX10" fmla="*/ 8383177 w 13796876"/>
              <a:gd name="connsiteY10" fmla="*/ 17727678 h 18827242"/>
              <a:gd name="connsiteX11" fmla="*/ 9231795 w 13796876"/>
              <a:gd name="connsiteY11" fmla="*/ 17714255 h 18827242"/>
              <a:gd name="connsiteX12" fmla="*/ 13049935 w 13796876"/>
              <a:gd name="connsiteY12" fmla="*/ 17761057 h 18827242"/>
              <a:gd name="connsiteX13" fmla="*/ 13725124 w 13796876"/>
              <a:gd name="connsiteY13" fmla="*/ 17736053 h 18827242"/>
              <a:gd name="connsiteX14" fmla="*/ 13792223 w 13796876"/>
              <a:gd name="connsiteY14" fmla="*/ 12589362 h 18827242"/>
              <a:gd name="connsiteX15" fmla="*/ 13786201 w 13796876"/>
              <a:gd name="connsiteY15" fmla="*/ 1815831 h 18827242"/>
              <a:gd name="connsiteX16" fmla="*/ 13778928 w 13796876"/>
              <a:gd name="connsiteY16" fmla="*/ 818007 h 18827242"/>
              <a:gd name="connsiteX17" fmla="*/ 13766194 w 13796876"/>
              <a:gd name="connsiteY17" fmla="*/ 183998 h 18827242"/>
              <a:gd name="connsiteX18" fmla="*/ 10930503 w 13796876"/>
              <a:gd name="connsiteY18" fmla="*/ 197017 h 18827242"/>
              <a:gd name="connsiteX19" fmla="*/ 7006152 w 13796876"/>
              <a:gd name="connsiteY19" fmla="*/ 0 h 18827242"/>
              <a:gd name="connsiteX20" fmla="*/ 1543884 w 13796876"/>
              <a:gd name="connsiteY20" fmla="*/ 123918 h 18827242"/>
              <a:gd name="connsiteX0" fmla="*/ 1543884 w 13796876"/>
              <a:gd name="connsiteY0" fmla="*/ 123918 h 18827242"/>
              <a:gd name="connsiteX1" fmla="*/ 134614 w 13796876"/>
              <a:gd name="connsiteY1" fmla="*/ 130167 h 18827242"/>
              <a:gd name="connsiteX2" fmla="*/ 0 w 13796876"/>
              <a:gd name="connsiteY2" fmla="*/ 2264943 h 18827242"/>
              <a:gd name="connsiteX3" fmla="*/ 141583 w 13796876"/>
              <a:gd name="connsiteY3" fmla="*/ 12816095 h 18827242"/>
              <a:gd name="connsiteX4" fmla="*/ 135387 w 13796876"/>
              <a:gd name="connsiteY4" fmla="*/ 16521094 h 18827242"/>
              <a:gd name="connsiteX5" fmla="*/ 210928 w 13796876"/>
              <a:gd name="connsiteY5" fmla="*/ 17791372 h 18827242"/>
              <a:gd name="connsiteX6" fmla="*/ 4941052 w 13796876"/>
              <a:gd name="connsiteY6" fmla="*/ 17737530 h 18827242"/>
              <a:gd name="connsiteX7" fmla="*/ 7528545 w 13796876"/>
              <a:gd name="connsiteY7" fmla="*/ 17716802 h 18827242"/>
              <a:gd name="connsiteX8" fmla="*/ 7771503 w 13796876"/>
              <a:gd name="connsiteY8" fmla="*/ 17740520 h 18827242"/>
              <a:gd name="connsiteX9" fmla="*/ 8032388 w 13796876"/>
              <a:gd name="connsiteY9" fmla="*/ 18827242 h 18827242"/>
              <a:gd name="connsiteX10" fmla="*/ 8383177 w 13796876"/>
              <a:gd name="connsiteY10" fmla="*/ 17727678 h 18827242"/>
              <a:gd name="connsiteX11" fmla="*/ 9231795 w 13796876"/>
              <a:gd name="connsiteY11" fmla="*/ 17714255 h 18827242"/>
              <a:gd name="connsiteX12" fmla="*/ 13049935 w 13796876"/>
              <a:gd name="connsiteY12" fmla="*/ 17761057 h 18827242"/>
              <a:gd name="connsiteX13" fmla="*/ 13725124 w 13796876"/>
              <a:gd name="connsiteY13" fmla="*/ 17736053 h 18827242"/>
              <a:gd name="connsiteX14" fmla="*/ 13792223 w 13796876"/>
              <a:gd name="connsiteY14" fmla="*/ 12589362 h 18827242"/>
              <a:gd name="connsiteX15" fmla="*/ 13786201 w 13796876"/>
              <a:gd name="connsiteY15" fmla="*/ 1815831 h 18827242"/>
              <a:gd name="connsiteX16" fmla="*/ 13778928 w 13796876"/>
              <a:gd name="connsiteY16" fmla="*/ 818007 h 18827242"/>
              <a:gd name="connsiteX17" fmla="*/ 13766194 w 13796876"/>
              <a:gd name="connsiteY17" fmla="*/ 183998 h 18827242"/>
              <a:gd name="connsiteX18" fmla="*/ 10930503 w 13796876"/>
              <a:gd name="connsiteY18" fmla="*/ 197017 h 18827242"/>
              <a:gd name="connsiteX19" fmla="*/ 7006152 w 13796876"/>
              <a:gd name="connsiteY19" fmla="*/ 0 h 18827242"/>
              <a:gd name="connsiteX20" fmla="*/ 1543884 w 13796876"/>
              <a:gd name="connsiteY20" fmla="*/ 123918 h 18827242"/>
              <a:gd name="connsiteX0" fmla="*/ 1506125 w 13759117"/>
              <a:gd name="connsiteY0" fmla="*/ 123918 h 18827242"/>
              <a:gd name="connsiteX1" fmla="*/ 96855 w 13759117"/>
              <a:gd name="connsiteY1" fmla="*/ 130167 h 18827242"/>
              <a:gd name="connsiteX2" fmla="*/ 0 w 13759117"/>
              <a:gd name="connsiteY2" fmla="*/ 2217156 h 18827242"/>
              <a:gd name="connsiteX3" fmla="*/ 103824 w 13759117"/>
              <a:gd name="connsiteY3" fmla="*/ 12816095 h 18827242"/>
              <a:gd name="connsiteX4" fmla="*/ 97628 w 13759117"/>
              <a:gd name="connsiteY4" fmla="*/ 16521094 h 18827242"/>
              <a:gd name="connsiteX5" fmla="*/ 173169 w 13759117"/>
              <a:gd name="connsiteY5" fmla="*/ 17791372 h 18827242"/>
              <a:gd name="connsiteX6" fmla="*/ 4903293 w 13759117"/>
              <a:gd name="connsiteY6" fmla="*/ 17737530 h 18827242"/>
              <a:gd name="connsiteX7" fmla="*/ 7490786 w 13759117"/>
              <a:gd name="connsiteY7" fmla="*/ 17716802 h 18827242"/>
              <a:gd name="connsiteX8" fmla="*/ 7733744 w 13759117"/>
              <a:gd name="connsiteY8" fmla="*/ 17740520 h 18827242"/>
              <a:gd name="connsiteX9" fmla="*/ 7994629 w 13759117"/>
              <a:gd name="connsiteY9" fmla="*/ 18827242 h 18827242"/>
              <a:gd name="connsiteX10" fmla="*/ 8345418 w 13759117"/>
              <a:gd name="connsiteY10" fmla="*/ 17727678 h 18827242"/>
              <a:gd name="connsiteX11" fmla="*/ 9194036 w 13759117"/>
              <a:gd name="connsiteY11" fmla="*/ 17714255 h 18827242"/>
              <a:gd name="connsiteX12" fmla="*/ 13012176 w 13759117"/>
              <a:gd name="connsiteY12" fmla="*/ 17761057 h 18827242"/>
              <a:gd name="connsiteX13" fmla="*/ 13687365 w 13759117"/>
              <a:gd name="connsiteY13" fmla="*/ 17736053 h 18827242"/>
              <a:gd name="connsiteX14" fmla="*/ 13754464 w 13759117"/>
              <a:gd name="connsiteY14" fmla="*/ 12589362 h 18827242"/>
              <a:gd name="connsiteX15" fmla="*/ 13748442 w 13759117"/>
              <a:gd name="connsiteY15" fmla="*/ 1815831 h 18827242"/>
              <a:gd name="connsiteX16" fmla="*/ 13741169 w 13759117"/>
              <a:gd name="connsiteY16" fmla="*/ 818007 h 18827242"/>
              <a:gd name="connsiteX17" fmla="*/ 13728435 w 13759117"/>
              <a:gd name="connsiteY17" fmla="*/ 183998 h 18827242"/>
              <a:gd name="connsiteX18" fmla="*/ 10892744 w 13759117"/>
              <a:gd name="connsiteY18" fmla="*/ 197017 h 18827242"/>
              <a:gd name="connsiteX19" fmla="*/ 6968393 w 13759117"/>
              <a:gd name="connsiteY19" fmla="*/ 0 h 18827242"/>
              <a:gd name="connsiteX20" fmla="*/ 1506125 w 13759117"/>
              <a:gd name="connsiteY20" fmla="*/ 123918 h 18827242"/>
              <a:gd name="connsiteX0" fmla="*/ 1475995 w 13728987"/>
              <a:gd name="connsiteY0" fmla="*/ 123918 h 18827242"/>
              <a:gd name="connsiteX1" fmla="*/ 66725 w 13728987"/>
              <a:gd name="connsiteY1" fmla="*/ 130167 h 18827242"/>
              <a:gd name="connsiteX2" fmla="*/ 77 w 13728987"/>
              <a:gd name="connsiteY2" fmla="*/ 1715395 h 18827242"/>
              <a:gd name="connsiteX3" fmla="*/ 73694 w 13728987"/>
              <a:gd name="connsiteY3" fmla="*/ 12816095 h 18827242"/>
              <a:gd name="connsiteX4" fmla="*/ 67498 w 13728987"/>
              <a:gd name="connsiteY4" fmla="*/ 16521094 h 18827242"/>
              <a:gd name="connsiteX5" fmla="*/ 143039 w 13728987"/>
              <a:gd name="connsiteY5" fmla="*/ 17791372 h 18827242"/>
              <a:gd name="connsiteX6" fmla="*/ 4873163 w 13728987"/>
              <a:gd name="connsiteY6" fmla="*/ 17737530 h 18827242"/>
              <a:gd name="connsiteX7" fmla="*/ 7460656 w 13728987"/>
              <a:gd name="connsiteY7" fmla="*/ 17716802 h 18827242"/>
              <a:gd name="connsiteX8" fmla="*/ 7703614 w 13728987"/>
              <a:gd name="connsiteY8" fmla="*/ 17740520 h 18827242"/>
              <a:gd name="connsiteX9" fmla="*/ 7964499 w 13728987"/>
              <a:gd name="connsiteY9" fmla="*/ 18827242 h 18827242"/>
              <a:gd name="connsiteX10" fmla="*/ 8315288 w 13728987"/>
              <a:gd name="connsiteY10" fmla="*/ 17727678 h 18827242"/>
              <a:gd name="connsiteX11" fmla="*/ 9163906 w 13728987"/>
              <a:gd name="connsiteY11" fmla="*/ 17714255 h 18827242"/>
              <a:gd name="connsiteX12" fmla="*/ 12982046 w 13728987"/>
              <a:gd name="connsiteY12" fmla="*/ 17761057 h 18827242"/>
              <a:gd name="connsiteX13" fmla="*/ 13657235 w 13728987"/>
              <a:gd name="connsiteY13" fmla="*/ 17736053 h 18827242"/>
              <a:gd name="connsiteX14" fmla="*/ 13724334 w 13728987"/>
              <a:gd name="connsiteY14" fmla="*/ 12589362 h 18827242"/>
              <a:gd name="connsiteX15" fmla="*/ 13718312 w 13728987"/>
              <a:gd name="connsiteY15" fmla="*/ 1815831 h 18827242"/>
              <a:gd name="connsiteX16" fmla="*/ 13711039 w 13728987"/>
              <a:gd name="connsiteY16" fmla="*/ 818007 h 18827242"/>
              <a:gd name="connsiteX17" fmla="*/ 13698305 w 13728987"/>
              <a:gd name="connsiteY17" fmla="*/ 183998 h 18827242"/>
              <a:gd name="connsiteX18" fmla="*/ 10862614 w 13728987"/>
              <a:gd name="connsiteY18" fmla="*/ 197017 h 18827242"/>
              <a:gd name="connsiteX19" fmla="*/ 6938263 w 13728987"/>
              <a:gd name="connsiteY19" fmla="*/ 0 h 18827242"/>
              <a:gd name="connsiteX20" fmla="*/ 1475995 w 13728987"/>
              <a:gd name="connsiteY20" fmla="*/ 123918 h 18827242"/>
              <a:gd name="connsiteX0" fmla="*/ 1475995 w 13728987"/>
              <a:gd name="connsiteY0" fmla="*/ 123918 h 18827242"/>
              <a:gd name="connsiteX1" fmla="*/ 66725 w 13728987"/>
              <a:gd name="connsiteY1" fmla="*/ 130167 h 18827242"/>
              <a:gd name="connsiteX2" fmla="*/ 77 w 13728987"/>
              <a:gd name="connsiteY2" fmla="*/ 1715395 h 18827242"/>
              <a:gd name="connsiteX3" fmla="*/ 43487 w 13728987"/>
              <a:gd name="connsiteY3" fmla="*/ 12911667 h 18827242"/>
              <a:gd name="connsiteX4" fmla="*/ 67498 w 13728987"/>
              <a:gd name="connsiteY4" fmla="*/ 16521094 h 18827242"/>
              <a:gd name="connsiteX5" fmla="*/ 143039 w 13728987"/>
              <a:gd name="connsiteY5" fmla="*/ 17791372 h 18827242"/>
              <a:gd name="connsiteX6" fmla="*/ 4873163 w 13728987"/>
              <a:gd name="connsiteY6" fmla="*/ 17737530 h 18827242"/>
              <a:gd name="connsiteX7" fmla="*/ 7460656 w 13728987"/>
              <a:gd name="connsiteY7" fmla="*/ 17716802 h 18827242"/>
              <a:gd name="connsiteX8" fmla="*/ 7703614 w 13728987"/>
              <a:gd name="connsiteY8" fmla="*/ 17740520 h 18827242"/>
              <a:gd name="connsiteX9" fmla="*/ 7964499 w 13728987"/>
              <a:gd name="connsiteY9" fmla="*/ 18827242 h 18827242"/>
              <a:gd name="connsiteX10" fmla="*/ 8315288 w 13728987"/>
              <a:gd name="connsiteY10" fmla="*/ 17727678 h 18827242"/>
              <a:gd name="connsiteX11" fmla="*/ 9163906 w 13728987"/>
              <a:gd name="connsiteY11" fmla="*/ 17714255 h 18827242"/>
              <a:gd name="connsiteX12" fmla="*/ 12982046 w 13728987"/>
              <a:gd name="connsiteY12" fmla="*/ 17761057 h 18827242"/>
              <a:gd name="connsiteX13" fmla="*/ 13657235 w 13728987"/>
              <a:gd name="connsiteY13" fmla="*/ 17736053 h 18827242"/>
              <a:gd name="connsiteX14" fmla="*/ 13724334 w 13728987"/>
              <a:gd name="connsiteY14" fmla="*/ 12589362 h 18827242"/>
              <a:gd name="connsiteX15" fmla="*/ 13718312 w 13728987"/>
              <a:gd name="connsiteY15" fmla="*/ 1815831 h 18827242"/>
              <a:gd name="connsiteX16" fmla="*/ 13711039 w 13728987"/>
              <a:gd name="connsiteY16" fmla="*/ 818007 h 18827242"/>
              <a:gd name="connsiteX17" fmla="*/ 13698305 w 13728987"/>
              <a:gd name="connsiteY17" fmla="*/ 183998 h 18827242"/>
              <a:gd name="connsiteX18" fmla="*/ 10862614 w 13728987"/>
              <a:gd name="connsiteY18" fmla="*/ 197017 h 18827242"/>
              <a:gd name="connsiteX19" fmla="*/ 6938263 w 13728987"/>
              <a:gd name="connsiteY19" fmla="*/ 0 h 18827242"/>
              <a:gd name="connsiteX20" fmla="*/ 1475995 w 13728987"/>
              <a:gd name="connsiteY20" fmla="*/ 123918 h 18827242"/>
              <a:gd name="connsiteX0" fmla="*/ 1713939 w 13966931"/>
              <a:gd name="connsiteY0" fmla="*/ 123918 h 18827242"/>
              <a:gd name="connsiteX1" fmla="*/ 304669 w 13966931"/>
              <a:gd name="connsiteY1" fmla="*/ 130167 h 18827242"/>
              <a:gd name="connsiteX2" fmla="*/ 238021 w 13966931"/>
              <a:gd name="connsiteY2" fmla="*/ 1715395 h 18827242"/>
              <a:gd name="connsiteX3" fmla="*/ 281431 w 13966931"/>
              <a:gd name="connsiteY3" fmla="*/ 12911667 h 18827242"/>
              <a:gd name="connsiteX4" fmla="*/ 282787 w 13966931"/>
              <a:gd name="connsiteY4" fmla="*/ 16664453 h 18827242"/>
              <a:gd name="connsiteX5" fmla="*/ 380983 w 13966931"/>
              <a:gd name="connsiteY5" fmla="*/ 17791372 h 18827242"/>
              <a:gd name="connsiteX6" fmla="*/ 5111107 w 13966931"/>
              <a:gd name="connsiteY6" fmla="*/ 17737530 h 18827242"/>
              <a:gd name="connsiteX7" fmla="*/ 7698600 w 13966931"/>
              <a:gd name="connsiteY7" fmla="*/ 17716802 h 18827242"/>
              <a:gd name="connsiteX8" fmla="*/ 7941558 w 13966931"/>
              <a:gd name="connsiteY8" fmla="*/ 17740520 h 18827242"/>
              <a:gd name="connsiteX9" fmla="*/ 8202443 w 13966931"/>
              <a:gd name="connsiteY9" fmla="*/ 18827242 h 18827242"/>
              <a:gd name="connsiteX10" fmla="*/ 8553232 w 13966931"/>
              <a:gd name="connsiteY10" fmla="*/ 17727678 h 18827242"/>
              <a:gd name="connsiteX11" fmla="*/ 9401850 w 13966931"/>
              <a:gd name="connsiteY11" fmla="*/ 17714255 h 18827242"/>
              <a:gd name="connsiteX12" fmla="*/ 13219990 w 13966931"/>
              <a:gd name="connsiteY12" fmla="*/ 17761057 h 18827242"/>
              <a:gd name="connsiteX13" fmla="*/ 13895179 w 13966931"/>
              <a:gd name="connsiteY13" fmla="*/ 17736053 h 18827242"/>
              <a:gd name="connsiteX14" fmla="*/ 13962278 w 13966931"/>
              <a:gd name="connsiteY14" fmla="*/ 12589362 h 18827242"/>
              <a:gd name="connsiteX15" fmla="*/ 13956256 w 13966931"/>
              <a:gd name="connsiteY15" fmla="*/ 1815831 h 18827242"/>
              <a:gd name="connsiteX16" fmla="*/ 13948983 w 13966931"/>
              <a:gd name="connsiteY16" fmla="*/ 818007 h 18827242"/>
              <a:gd name="connsiteX17" fmla="*/ 13936249 w 13966931"/>
              <a:gd name="connsiteY17" fmla="*/ 183998 h 18827242"/>
              <a:gd name="connsiteX18" fmla="*/ 11100558 w 13966931"/>
              <a:gd name="connsiteY18" fmla="*/ 197017 h 18827242"/>
              <a:gd name="connsiteX19" fmla="*/ 7176207 w 13966931"/>
              <a:gd name="connsiteY19" fmla="*/ 0 h 18827242"/>
              <a:gd name="connsiteX20" fmla="*/ 1713939 w 13966931"/>
              <a:gd name="connsiteY20" fmla="*/ 123918 h 18827242"/>
              <a:gd name="connsiteX0" fmla="*/ 1790866 w 14043858"/>
              <a:gd name="connsiteY0" fmla="*/ 123918 h 18827242"/>
              <a:gd name="connsiteX1" fmla="*/ 381596 w 14043858"/>
              <a:gd name="connsiteY1" fmla="*/ 130167 h 18827242"/>
              <a:gd name="connsiteX2" fmla="*/ 314948 w 14043858"/>
              <a:gd name="connsiteY2" fmla="*/ 1715395 h 18827242"/>
              <a:gd name="connsiteX3" fmla="*/ 358358 w 14043858"/>
              <a:gd name="connsiteY3" fmla="*/ 12911667 h 18827242"/>
              <a:gd name="connsiteX4" fmla="*/ 359714 w 14043858"/>
              <a:gd name="connsiteY4" fmla="*/ 16664453 h 18827242"/>
              <a:gd name="connsiteX5" fmla="*/ 352184 w 14043858"/>
              <a:gd name="connsiteY5" fmla="*/ 17767479 h 18827242"/>
              <a:gd name="connsiteX6" fmla="*/ 5188034 w 14043858"/>
              <a:gd name="connsiteY6" fmla="*/ 17737530 h 18827242"/>
              <a:gd name="connsiteX7" fmla="*/ 7775527 w 14043858"/>
              <a:gd name="connsiteY7" fmla="*/ 17716802 h 18827242"/>
              <a:gd name="connsiteX8" fmla="*/ 8018485 w 14043858"/>
              <a:gd name="connsiteY8" fmla="*/ 17740520 h 18827242"/>
              <a:gd name="connsiteX9" fmla="*/ 8279370 w 14043858"/>
              <a:gd name="connsiteY9" fmla="*/ 18827242 h 18827242"/>
              <a:gd name="connsiteX10" fmla="*/ 8630159 w 14043858"/>
              <a:gd name="connsiteY10" fmla="*/ 17727678 h 18827242"/>
              <a:gd name="connsiteX11" fmla="*/ 9478777 w 14043858"/>
              <a:gd name="connsiteY11" fmla="*/ 17714255 h 18827242"/>
              <a:gd name="connsiteX12" fmla="*/ 13296917 w 14043858"/>
              <a:gd name="connsiteY12" fmla="*/ 17761057 h 18827242"/>
              <a:gd name="connsiteX13" fmla="*/ 13972106 w 14043858"/>
              <a:gd name="connsiteY13" fmla="*/ 17736053 h 18827242"/>
              <a:gd name="connsiteX14" fmla="*/ 14039205 w 14043858"/>
              <a:gd name="connsiteY14" fmla="*/ 12589362 h 18827242"/>
              <a:gd name="connsiteX15" fmla="*/ 14033183 w 14043858"/>
              <a:gd name="connsiteY15" fmla="*/ 1815831 h 18827242"/>
              <a:gd name="connsiteX16" fmla="*/ 14025910 w 14043858"/>
              <a:gd name="connsiteY16" fmla="*/ 818007 h 18827242"/>
              <a:gd name="connsiteX17" fmla="*/ 14013176 w 14043858"/>
              <a:gd name="connsiteY17" fmla="*/ 183998 h 18827242"/>
              <a:gd name="connsiteX18" fmla="*/ 11177485 w 14043858"/>
              <a:gd name="connsiteY18" fmla="*/ 197017 h 18827242"/>
              <a:gd name="connsiteX19" fmla="*/ 7253134 w 14043858"/>
              <a:gd name="connsiteY19" fmla="*/ 0 h 18827242"/>
              <a:gd name="connsiteX20" fmla="*/ 1790866 w 14043858"/>
              <a:gd name="connsiteY20" fmla="*/ 123918 h 18827242"/>
              <a:gd name="connsiteX0" fmla="*/ 1475995 w 13728987"/>
              <a:gd name="connsiteY0" fmla="*/ 123918 h 18827242"/>
              <a:gd name="connsiteX1" fmla="*/ 66725 w 13728987"/>
              <a:gd name="connsiteY1" fmla="*/ 130167 h 18827242"/>
              <a:gd name="connsiteX2" fmla="*/ 77 w 13728987"/>
              <a:gd name="connsiteY2" fmla="*/ 1715395 h 18827242"/>
              <a:gd name="connsiteX3" fmla="*/ 43487 w 13728987"/>
              <a:gd name="connsiteY3" fmla="*/ 12911667 h 18827242"/>
              <a:gd name="connsiteX4" fmla="*/ 44843 w 13728987"/>
              <a:gd name="connsiteY4" fmla="*/ 16664453 h 18827242"/>
              <a:gd name="connsiteX5" fmla="*/ 37313 w 13728987"/>
              <a:gd name="connsiteY5" fmla="*/ 17767479 h 18827242"/>
              <a:gd name="connsiteX6" fmla="*/ 4873163 w 13728987"/>
              <a:gd name="connsiteY6" fmla="*/ 17737530 h 18827242"/>
              <a:gd name="connsiteX7" fmla="*/ 7460656 w 13728987"/>
              <a:gd name="connsiteY7" fmla="*/ 17716802 h 18827242"/>
              <a:gd name="connsiteX8" fmla="*/ 7703614 w 13728987"/>
              <a:gd name="connsiteY8" fmla="*/ 17740520 h 18827242"/>
              <a:gd name="connsiteX9" fmla="*/ 7964499 w 13728987"/>
              <a:gd name="connsiteY9" fmla="*/ 18827242 h 18827242"/>
              <a:gd name="connsiteX10" fmla="*/ 8315288 w 13728987"/>
              <a:gd name="connsiteY10" fmla="*/ 17727678 h 18827242"/>
              <a:gd name="connsiteX11" fmla="*/ 9163906 w 13728987"/>
              <a:gd name="connsiteY11" fmla="*/ 17714255 h 18827242"/>
              <a:gd name="connsiteX12" fmla="*/ 12982046 w 13728987"/>
              <a:gd name="connsiteY12" fmla="*/ 17761057 h 18827242"/>
              <a:gd name="connsiteX13" fmla="*/ 13657235 w 13728987"/>
              <a:gd name="connsiteY13" fmla="*/ 17736053 h 18827242"/>
              <a:gd name="connsiteX14" fmla="*/ 13724334 w 13728987"/>
              <a:gd name="connsiteY14" fmla="*/ 12589362 h 18827242"/>
              <a:gd name="connsiteX15" fmla="*/ 13718312 w 13728987"/>
              <a:gd name="connsiteY15" fmla="*/ 1815831 h 18827242"/>
              <a:gd name="connsiteX16" fmla="*/ 13711039 w 13728987"/>
              <a:gd name="connsiteY16" fmla="*/ 818007 h 18827242"/>
              <a:gd name="connsiteX17" fmla="*/ 13698305 w 13728987"/>
              <a:gd name="connsiteY17" fmla="*/ 183998 h 18827242"/>
              <a:gd name="connsiteX18" fmla="*/ 10862614 w 13728987"/>
              <a:gd name="connsiteY18" fmla="*/ 197017 h 18827242"/>
              <a:gd name="connsiteX19" fmla="*/ 6938263 w 13728987"/>
              <a:gd name="connsiteY19" fmla="*/ 0 h 18827242"/>
              <a:gd name="connsiteX20" fmla="*/ 1475995 w 13728987"/>
              <a:gd name="connsiteY20" fmla="*/ 123918 h 18827242"/>
              <a:gd name="connsiteX0" fmla="*/ 1475995 w 13728987"/>
              <a:gd name="connsiteY0" fmla="*/ 123918 h 18827242"/>
              <a:gd name="connsiteX1" fmla="*/ 66725 w 13728987"/>
              <a:gd name="connsiteY1" fmla="*/ 130167 h 18827242"/>
              <a:gd name="connsiteX2" fmla="*/ 77 w 13728987"/>
              <a:gd name="connsiteY2" fmla="*/ 1715395 h 18827242"/>
              <a:gd name="connsiteX3" fmla="*/ 43487 w 13728987"/>
              <a:gd name="connsiteY3" fmla="*/ 12911667 h 18827242"/>
              <a:gd name="connsiteX4" fmla="*/ 44843 w 13728987"/>
              <a:gd name="connsiteY4" fmla="*/ 16664453 h 18827242"/>
              <a:gd name="connsiteX5" fmla="*/ 82623 w 13728987"/>
              <a:gd name="connsiteY5" fmla="*/ 17767479 h 18827242"/>
              <a:gd name="connsiteX6" fmla="*/ 4873163 w 13728987"/>
              <a:gd name="connsiteY6" fmla="*/ 17737530 h 18827242"/>
              <a:gd name="connsiteX7" fmla="*/ 7460656 w 13728987"/>
              <a:gd name="connsiteY7" fmla="*/ 17716802 h 18827242"/>
              <a:gd name="connsiteX8" fmla="*/ 7703614 w 13728987"/>
              <a:gd name="connsiteY8" fmla="*/ 17740520 h 18827242"/>
              <a:gd name="connsiteX9" fmla="*/ 7964499 w 13728987"/>
              <a:gd name="connsiteY9" fmla="*/ 18827242 h 18827242"/>
              <a:gd name="connsiteX10" fmla="*/ 8315288 w 13728987"/>
              <a:gd name="connsiteY10" fmla="*/ 17727678 h 18827242"/>
              <a:gd name="connsiteX11" fmla="*/ 9163906 w 13728987"/>
              <a:gd name="connsiteY11" fmla="*/ 17714255 h 18827242"/>
              <a:gd name="connsiteX12" fmla="*/ 12982046 w 13728987"/>
              <a:gd name="connsiteY12" fmla="*/ 17761057 h 18827242"/>
              <a:gd name="connsiteX13" fmla="*/ 13657235 w 13728987"/>
              <a:gd name="connsiteY13" fmla="*/ 17736053 h 18827242"/>
              <a:gd name="connsiteX14" fmla="*/ 13724334 w 13728987"/>
              <a:gd name="connsiteY14" fmla="*/ 12589362 h 18827242"/>
              <a:gd name="connsiteX15" fmla="*/ 13718312 w 13728987"/>
              <a:gd name="connsiteY15" fmla="*/ 1815831 h 18827242"/>
              <a:gd name="connsiteX16" fmla="*/ 13711039 w 13728987"/>
              <a:gd name="connsiteY16" fmla="*/ 818007 h 18827242"/>
              <a:gd name="connsiteX17" fmla="*/ 13698305 w 13728987"/>
              <a:gd name="connsiteY17" fmla="*/ 183998 h 18827242"/>
              <a:gd name="connsiteX18" fmla="*/ 10862614 w 13728987"/>
              <a:gd name="connsiteY18" fmla="*/ 197017 h 18827242"/>
              <a:gd name="connsiteX19" fmla="*/ 6938263 w 13728987"/>
              <a:gd name="connsiteY19" fmla="*/ 0 h 18827242"/>
              <a:gd name="connsiteX20" fmla="*/ 1475995 w 13728987"/>
              <a:gd name="connsiteY20" fmla="*/ 123918 h 1882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3728987" h="18827242">
                <a:moveTo>
                  <a:pt x="1475995" y="123918"/>
                </a:moveTo>
                <a:lnTo>
                  <a:pt x="66725" y="130167"/>
                </a:lnTo>
                <a:cubicBezTo>
                  <a:pt x="-52497" y="136800"/>
                  <a:pt x="30958" y="1668443"/>
                  <a:pt x="77" y="1715395"/>
                </a:cubicBezTo>
                <a:cubicBezTo>
                  <a:pt x="12030" y="2787368"/>
                  <a:pt x="31534" y="10406099"/>
                  <a:pt x="43487" y="12911667"/>
                </a:cubicBezTo>
                <a:cubicBezTo>
                  <a:pt x="51396" y="13716648"/>
                  <a:pt x="25934" y="15824926"/>
                  <a:pt x="44843" y="16664453"/>
                </a:cubicBezTo>
                <a:cubicBezTo>
                  <a:pt x="60986" y="17348981"/>
                  <a:pt x="14206" y="17755888"/>
                  <a:pt x="82623" y="17767479"/>
                </a:cubicBezTo>
                <a:cubicBezTo>
                  <a:pt x="895396" y="17905176"/>
                  <a:pt x="3258562" y="17768490"/>
                  <a:pt x="4873163" y="17737530"/>
                </a:cubicBezTo>
                <a:lnTo>
                  <a:pt x="7460656" y="17716802"/>
                </a:lnTo>
                <a:cubicBezTo>
                  <a:pt x="7516103" y="17716329"/>
                  <a:pt x="7679687" y="17679213"/>
                  <a:pt x="7703614" y="17740520"/>
                </a:cubicBezTo>
                <a:cubicBezTo>
                  <a:pt x="7777504" y="17929845"/>
                  <a:pt x="7924540" y="18683015"/>
                  <a:pt x="7964499" y="18827242"/>
                </a:cubicBezTo>
                <a:cubicBezTo>
                  <a:pt x="8011490" y="18716320"/>
                  <a:pt x="8136116" y="18053443"/>
                  <a:pt x="8315288" y="17727678"/>
                </a:cubicBezTo>
                <a:cubicBezTo>
                  <a:pt x="8402277" y="17724938"/>
                  <a:pt x="8802694" y="17721170"/>
                  <a:pt x="9163906" y="17714255"/>
                </a:cubicBezTo>
                <a:lnTo>
                  <a:pt x="12982046" y="17761057"/>
                </a:lnTo>
                <a:cubicBezTo>
                  <a:pt x="13526076" y="17823070"/>
                  <a:pt x="13455159" y="17756054"/>
                  <a:pt x="13657235" y="17736053"/>
                </a:cubicBezTo>
                <a:cubicBezTo>
                  <a:pt x="13695678" y="17530533"/>
                  <a:pt x="13710990" y="14374663"/>
                  <a:pt x="13724334" y="12589362"/>
                </a:cubicBezTo>
                <a:cubicBezTo>
                  <a:pt x="13713904" y="9859776"/>
                  <a:pt x="13727777" y="3780329"/>
                  <a:pt x="13718312" y="1815831"/>
                </a:cubicBezTo>
                <a:cubicBezTo>
                  <a:pt x="13718521" y="-177919"/>
                  <a:pt x="13721925" y="1085997"/>
                  <a:pt x="13711039" y="818007"/>
                </a:cubicBezTo>
                <a:cubicBezTo>
                  <a:pt x="13700153" y="550017"/>
                  <a:pt x="13765243" y="191924"/>
                  <a:pt x="13698305" y="183998"/>
                </a:cubicBezTo>
                <a:cubicBezTo>
                  <a:pt x="13215788" y="126864"/>
                  <a:pt x="11989288" y="227683"/>
                  <a:pt x="10862614" y="197017"/>
                </a:cubicBezTo>
                <a:cubicBezTo>
                  <a:pt x="9735940" y="166351"/>
                  <a:pt x="8246380" y="65672"/>
                  <a:pt x="6938263" y="0"/>
                </a:cubicBezTo>
                <a:lnTo>
                  <a:pt x="1475995" y="123918"/>
                </a:lnTo>
                <a:close/>
              </a:path>
            </a:pathLst>
          </a:custGeom>
          <a:solidFill>
            <a:schemeClr val="bg1"/>
          </a:solidFill>
          <a:ln w="190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DF0A576-7F35-49A7-97B1-027F4C037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6343" y="290100"/>
            <a:ext cx="11426356" cy="4871247"/>
          </a:xfrm>
          <a:custGeom>
            <a:avLst/>
            <a:gdLst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34742 w 11603130"/>
              <a:gd name="connsiteY11" fmla="*/ 5912754 h 6362961"/>
              <a:gd name="connsiteX12" fmla="*/ 8343333 w 11603130"/>
              <a:gd name="connsiteY12" fmla="*/ 6362961 h 6362961"/>
              <a:gd name="connsiteX13" fmla="*/ 8951337 w 11603130"/>
              <a:gd name="connsiteY13" fmla="*/ 5912879 h 6362961"/>
              <a:gd name="connsiteX14" fmla="*/ 9710371 w 11603130"/>
              <a:gd name="connsiteY14" fmla="*/ 5911624 h 6362961"/>
              <a:gd name="connsiteX15" fmla="*/ 9804791 w 11603130"/>
              <a:gd name="connsiteY15" fmla="*/ 5908320 h 6362961"/>
              <a:gd name="connsiteX16" fmla="*/ 9863784 w 11603130"/>
              <a:gd name="connsiteY16" fmla="*/ 5909115 h 6362961"/>
              <a:gd name="connsiteX17" fmla="*/ 10007288 w 11603130"/>
              <a:gd name="connsiteY17" fmla="*/ 5914499 h 6362961"/>
              <a:gd name="connsiteX18" fmla="*/ 10927227 w 11603130"/>
              <a:gd name="connsiteY18" fmla="*/ 5922366 h 6362961"/>
              <a:gd name="connsiteX19" fmla="*/ 11562333 w 11603130"/>
              <a:gd name="connsiteY19" fmla="*/ 5906085 h 6362961"/>
              <a:gd name="connsiteX20" fmla="*/ 11571244 w 11603130"/>
              <a:gd name="connsiteY20" fmla="*/ 2621674 h 6362961"/>
              <a:gd name="connsiteX21" fmla="*/ 11561892 w 11603130"/>
              <a:gd name="connsiteY21" fmla="*/ 176313 h 6362961"/>
              <a:gd name="connsiteX22" fmla="*/ 11289537 w 11603130"/>
              <a:gd name="connsiteY22" fmla="*/ 107615 h 6362961"/>
              <a:gd name="connsiteX23" fmla="*/ 10689999 w 11603130"/>
              <a:gd name="connsiteY23" fmla="*/ 70591 h 6362961"/>
              <a:gd name="connsiteX24" fmla="*/ 7599878 w 11603130"/>
              <a:gd name="connsiteY24" fmla="*/ 7591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34742 w 11603130"/>
              <a:gd name="connsiteY11" fmla="*/ 5912754 h 6362961"/>
              <a:gd name="connsiteX12" fmla="*/ 8343333 w 11603130"/>
              <a:gd name="connsiteY12" fmla="*/ 6362961 h 6362961"/>
              <a:gd name="connsiteX13" fmla="*/ 8951337 w 11603130"/>
              <a:gd name="connsiteY13" fmla="*/ 5912879 h 6362961"/>
              <a:gd name="connsiteX14" fmla="*/ 9710371 w 11603130"/>
              <a:gd name="connsiteY14" fmla="*/ 5911624 h 6362961"/>
              <a:gd name="connsiteX15" fmla="*/ 9804791 w 11603130"/>
              <a:gd name="connsiteY15" fmla="*/ 5908320 h 6362961"/>
              <a:gd name="connsiteX16" fmla="*/ 10007288 w 11603130"/>
              <a:gd name="connsiteY16" fmla="*/ 5914499 h 6362961"/>
              <a:gd name="connsiteX17" fmla="*/ 10927227 w 11603130"/>
              <a:gd name="connsiteY17" fmla="*/ 5922366 h 6362961"/>
              <a:gd name="connsiteX18" fmla="*/ 11562333 w 11603130"/>
              <a:gd name="connsiteY18" fmla="*/ 5906085 h 6362961"/>
              <a:gd name="connsiteX19" fmla="*/ 11571244 w 11603130"/>
              <a:gd name="connsiteY19" fmla="*/ 2621674 h 6362961"/>
              <a:gd name="connsiteX20" fmla="*/ 11561892 w 11603130"/>
              <a:gd name="connsiteY20" fmla="*/ 176313 h 6362961"/>
              <a:gd name="connsiteX21" fmla="*/ 11289537 w 11603130"/>
              <a:gd name="connsiteY21" fmla="*/ 107615 h 6362961"/>
              <a:gd name="connsiteX22" fmla="*/ 10689999 w 11603130"/>
              <a:gd name="connsiteY22" fmla="*/ 70591 h 6362961"/>
              <a:gd name="connsiteX23" fmla="*/ 7599878 w 11603130"/>
              <a:gd name="connsiteY23" fmla="*/ 75910 h 6362961"/>
              <a:gd name="connsiteX24" fmla="*/ 1892744 w 11603130"/>
              <a:gd name="connsiteY24" fmla="*/ 0 h 6362961"/>
              <a:gd name="connsiteX0" fmla="*/ 1892744 w 11603130"/>
              <a:gd name="connsiteY0" fmla="*/ 0 h 6362961"/>
              <a:gd name="connsiteX1" fmla="*/ 304663 w 11603130"/>
              <a:gd name="connsiteY1" fmla="*/ 10761 h 6362961"/>
              <a:gd name="connsiteX2" fmla="*/ 0 w 11603130"/>
              <a:gd name="connsiteY2" fmla="*/ 47942 h 6362961"/>
              <a:gd name="connsiteX3" fmla="*/ 0 w 11603130"/>
              <a:gd name="connsiteY3" fmla="*/ 909146 h 6362961"/>
              <a:gd name="connsiteX4" fmla="*/ 4597 w 11603130"/>
              <a:gd name="connsiteY4" fmla="*/ 909146 h 6362961"/>
              <a:gd name="connsiteX5" fmla="*/ 8568 w 11603130"/>
              <a:gd name="connsiteY5" fmla="*/ 1088908 h 6362961"/>
              <a:gd name="connsiteX6" fmla="*/ 88972 w 11603130"/>
              <a:gd name="connsiteY6" fmla="*/ 3523848 h 6362961"/>
              <a:gd name="connsiteX7" fmla="*/ 148480 w 11603130"/>
              <a:gd name="connsiteY7" fmla="*/ 5930841 h 6362961"/>
              <a:gd name="connsiteX8" fmla="*/ 5623915 w 11603130"/>
              <a:gd name="connsiteY8" fmla="*/ 5947064 h 6362961"/>
              <a:gd name="connsiteX9" fmla="*/ 8143603 w 11603130"/>
              <a:gd name="connsiteY9" fmla="*/ 5913030 h 6362961"/>
              <a:gd name="connsiteX10" fmla="*/ 8168400 w 11603130"/>
              <a:gd name="connsiteY10" fmla="*/ 5914173 h 6362961"/>
              <a:gd name="connsiteX11" fmla="*/ 8334742 w 11603130"/>
              <a:gd name="connsiteY11" fmla="*/ 5912754 h 6362961"/>
              <a:gd name="connsiteX12" fmla="*/ 8343333 w 11603130"/>
              <a:gd name="connsiteY12" fmla="*/ 6362961 h 6362961"/>
              <a:gd name="connsiteX13" fmla="*/ 8951337 w 11603130"/>
              <a:gd name="connsiteY13" fmla="*/ 5912879 h 6362961"/>
              <a:gd name="connsiteX14" fmla="*/ 9710371 w 11603130"/>
              <a:gd name="connsiteY14" fmla="*/ 5911624 h 6362961"/>
              <a:gd name="connsiteX15" fmla="*/ 10007288 w 11603130"/>
              <a:gd name="connsiteY15" fmla="*/ 5914499 h 6362961"/>
              <a:gd name="connsiteX16" fmla="*/ 10927227 w 11603130"/>
              <a:gd name="connsiteY16" fmla="*/ 5922366 h 6362961"/>
              <a:gd name="connsiteX17" fmla="*/ 11562333 w 11603130"/>
              <a:gd name="connsiteY17" fmla="*/ 5906085 h 6362961"/>
              <a:gd name="connsiteX18" fmla="*/ 11571244 w 11603130"/>
              <a:gd name="connsiteY18" fmla="*/ 2621674 h 6362961"/>
              <a:gd name="connsiteX19" fmla="*/ 11561892 w 11603130"/>
              <a:gd name="connsiteY19" fmla="*/ 176313 h 6362961"/>
              <a:gd name="connsiteX20" fmla="*/ 11289537 w 11603130"/>
              <a:gd name="connsiteY20" fmla="*/ 107615 h 6362961"/>
              <a:gd name="connsiteX21" fmla="*/ 10689999 w 11603130"/>
              <a:gd name="connsiteY21" fmla="*/ 70591 h 6362961"/>
              <a:gd name="connsiteX22" fmla="*/ 7599878 w 11603130"/>
              <a:gd name="connsiteY22" fmla="*/ 75910 h 6362961"/>
              <a:gd name="connsiteX23" fmla="*/ 1892744 w 11603130"/>
              <a:gd name="connsiteY23" fmla="*/ 0 h 6362961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8143603 w 11603130"/>
              <a:gd name="connsiteY9" fmla="*/ 5913030 h 6472442"/>
              <a:gd name="connsiteX10" fmla="*/ 8168400 w 11603130"/>
              <a:gd name="connsiteY10" fmla="*/ 5914173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3 w 11603130"/>
              <a:gd name="connsiteY17" fmla="*/ 5906085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8143603 w 11603130"/>
              <a:gd name="connsiteY9" fmla="*/ 5913030 h 6472442"/>
              <a:gd name="connsiteX10" fmla="*/ 8168401 w 11603130"/>
              <a:gd name="connsiteY10" fmla="*/ 5646549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3 w 11603130"/>
              <a:gd name="connsiteY17" fmla="*/ 5906085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168401 w 11603130"/>
              <a:gd name="connsiteY10" fmla="*/ 5646549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3 w 11603130"/>
              <a:gd name="connsiteY17" fmla="*/ 5906085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3 w 11603130"/>
              <a:gd name="connsiteY17" fmla="*/ 5906085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4 w 11603130"/>
              <a:gd name="connsiteY17" fmla="*/ 5918251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007288 w 11603130"/>
              <a:gd name="connsiteY15" fmla="*/ 5914499 h 6472442"/>
              <a:gd name="connsiteX16" fmla="*/ 10927227 w 11603130"/>
              <a:gd name="connsiteY16" fmla="*/ 5922366 h 6472442"/>
              <a:gd name="connsiteX17" fmla="*/ 11562334 w 11603130"/>
              <a:gd name="connsiteY17" fmla="*/ 5918251 h 6472442"/>
              <a:gd name="connsiteX18" fmla="*/ 11571244 w 11603130"/>
              <a:gd name="connsiteY18" fmla="*/ 2621674 h 6472442"/>
              <a:gd name="connsiteX19" fmla="*/ 11561892 w 11603130"/>
              <a:gd name="connsiteY19" fmla="*/ 176313 h 6472442"/>
              <a:gd name="connsiteX20" fmla="*/ 11289537 w 11603130"/>
              <a:gd name="connsiteY20" fmla="*/ 107615 h 6472442"/>
              <a:gd name="connsiteX21" fmla="*/ 10689999 w 11603130"/>
              <a:gd name="connsiteY21" fmla="*/ 70591 h 6472442"/>
              <a:gd name="connsiteX22" fmla="*/ 7599878 w 11603130"/>
              <a:gd name="connsiteY22" fmla="*/ 75910 h 6472442"/>
              <a:gd name="connsiteX23" fmla="*/ 1892744 w 11603130"/>
              <a:gd name="connsiteY23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10371 w 11603130"/>
              <a:gd name="connsiteY14" fmla="*/ 5911624 h 6472442"/>
              <a:gd name="connsiteX15" fmla="*/ 10927227 w 11603130"/>
              <a:gd name="connsiteY15" fmla="*/ 5922366 h 6472442"/>
              <a:gd name="connsiteX16" fmla="*/ 11562334 w 11603130"/>
              <a:gd name="connsiteY16" fmla="*/ 5918251 h 6472442"/>
              <a:gd name="connsiteX17" fmla="*/ 11571244 w 11603130"/>
              <a:gd name="connsiteY17" fmla="*/ 2621674 h 6472442"/>
              <a:gd name="connsiteX18" fmla="*/ 11561892 w 11603130"/>
              <a:gd name="connsiteY18" fmla="*/ 176313 h 6472442"/>
              <a:gd name="connsiteX19" fmla="*/ 11289537 w 11603130"/>
              <a:gd name="connsiteY19" fmla="*/ 107615 h 6472442"/>
              <a:gd name="connsiteX20" fmla="*/ 10689999 w 11603130"/>
              <a:gd name="connsiteY20" fmla="*/ 70591 h 6472442"/>
              <a:gd name="connsiteX21" fmla="*/ 7599878 w 11603130"/>
              <a:gd name="connsiteY21" fmla="*/ 75910 h 6472442"/>
              <a:gd name="connsiteX22" fmla="*/ 1892744 w 11603130"/>
              <a:gd name="connsiteY22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74882 w 11603130"/>
              <a:gd name="connsiteY14" fmla="*/ 5899460 h 6472442"/>
              <a:gd name="connsiteX15" fmla="*/ 10927227 w 11603130"/>
              <a:gd name="connsiteY15" fmla="*/ 5922366 h 6472442"/>
              <a:gd name="connsiteX16" fmla="*/ 11562334 w 11603130"/>
              <a:gd name="connsiteY16" fmla="*/ 5918251 h 6472442"/>
              <a:gd name="connsiteX17" fmla="*/ 11571244 w 11603130"/>
              <a:gd name="connsiteY17" fmla="*/ 2621674 h 6472442"/>
              <a:gd name="connsiteX18" fmla="*/ 11561892 w 11603130"/>
              <a:gd name="connsiteY18" fmla="*/ 176313 h 6472442"/>
              <a:gd name="connsiteX19" fmla="*/ 11289537 w 11603130"/>
              <a:gd name="connsiteY19" fmla="*/ 107615 h 6472442"/>
              <a:gd name="connsiteX20" fmla="*/ 10689999 w 11603130"/>
              <a:gd name="connsiteY20" fmla="*/ 70591 h 6472442"/>
              <a:gd name="connsiteX21" fmla="*/ 7599878 w 11603130"/>
              <a:gd name="connsiteY21" fmla="*/ 75910 h 6472442"/>
              <a:gd name="connsiteX22" fmla="*/ 1892744 w 11603130"/>
              <a:gd name="connsiteY22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821045 w 11603130"/>
              <a:gd name="connsiteY9" fmla="*/ 5925196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74882 w 11603130"/>
              <a:gd name="connsiteY14" fmla="*/ 5899460 h 6472442"/>
              <a:gd name="connsiteX15" fmla="*/ 10927227 w 11603130"/>
              <a:gd name="connsiteY15" fmla="*/ 5922366 h 6472442"/>
              <a:gd name="connsiteX16" fmla="*/ 11562334 w 11603130"/>
              <a:gd name="connsiteY16" fmla="*/ 5918251 h 6472442"/>
              <a:gd name="connsiteX17" fmla="*/ 11571244 w 11603130"/>
              <a:gd name="connsiteY17" fmla="*/ 2621674 h 6472442"/>
              <a:gd name="connsiteX18" fmla="*/ 11561892 w 11603130"/>
              <a:gd name="connsiteY18" fmla="*/ 176313 h 6472442"/>
              <a:gd name="connsiteX19" fmla="*/ 11289537 w 11603130"/>
              <a:gd name="connsiteY19" fmla="*/ 107615 h 6472442"/>
              <a:gd name="connsiteX20" fmla="*/ 10689999 w 11603130"/>
              <a:gd name="connsiteY20" fmla="*/ 70591 h 6472442"/>
              <a:gd name="connsiteX21" fmla="*/ 7599878 w 11603130"/>
              <a:gd name="connsiteY21" fmla="*/ 75910 h 6472442"/>
              <a:gd name="connsiteX22" fmla="*/ 1892744 w 11603130"/>
              <a:gd name="connsiteY22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7294199 w 11603130"/>
              <a:gd name="connsiteY9" fmla="*/ 5913031 h 6472442"/>
              <a:gd name="connsiteX10" fmla="*/ 8071632 w 11603130"/>
              <a:gd name="connsiteY10" fmla="*/ 5902007 h 6472442"/>
              <a:gd name="connsiteX11" fmla="*/ 8334742 w 11603130"/>
              <a:gd name="connsiteY11" fmla="*/ 5912754 h 6472442"/>
              <a:gd name="connsiteX12" fmla="*/ 8300328 w 11603130"/>
              <a:gd name="connsiteY12" fmla="*/ 6472442 h 6472442"/>
              <a:gd name="connsiteX13" fmla="*/ 8951337 w 11603130"/>
              <a:gd name="connsiteY13" fmla="*/ 5912879 h 6472442"/>
              <a:gd name="connsiteX14" fmla="*/ 9774882 w 11603130"/>
              <a:gd name="connsiteY14" fmla="*/ 5899460 h 6472442"/>
              <a:gd name="connsiteX15" fmla="*/ 10927227 w 11603130"/>
              <a:gd name="connsiteY15" fmla="*/ 5922366 h 6472442"/>
              <a:gd name="connsiteX16" fmla="*/ 11562334 w 11603130"/>
              <a:gd name="connsiteY16" fmla="*/ 5918251 h 6472442"/>
              <a:gd name="connsiteX17" fmla="*/ 11571244 w 11603130"/>
              <a:gd name="connsiteY17" fmla="*/ 2621674 h 6472442"/>
              <a:gd name="connsiteX18" fmla="*/ 11561892 w 11603130"/>
              <a:gd name="connsiteY18" fmla="*/ 176313 h 6472442"/>
              <a:gd name="connsiteX19" fmla="*/ 11289537 w 11603130"/>
              <a:gd name="connsiteY19" fmla="*/ 107615 h 6472442"/>
              <a:gd name="connsiteX20" fmla="*/ 10689999 w 11603130"/>
              <a:gd name="connsiteY20" fmla="*/ 70591 h 6472442"/>
              <a:gd name="connsiteX21" fmla="*/ 7599878 w 11603130"/>
              <a:gd name="connsiteY21" fmla="*/ 75910 h 6472442"/>
              <a:gd name="connsiteX22" fmla="*/ 1892744 w 11603130"/>
              <a:gd name="connsiteY22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623915 w 11603130"/>
              <a:gd name="connsiteY8" fmla="*/ 5947064 h 6472442"/>
              <a:gd name="connsiteX9" fmla="*/ 8071632 w 11603130"/>
              <a:gd name="connsiteY9" fmla="*/ 5902007 h 6472442"/>
              <a:gd name="connsiteX10" fmla="*/ 8334742 w 11603130"/>
              <a:gd name="connsiteY10" fmla="*/ 5912754 h 6472442"/>
              <a:gd name="connsiteX11" fmla="*/ 8300328 w 11603130"/>
              <a:gd name="connsiteY11" fmla="*/ 6472442 h 6472442"/>
              <a:gd name="connsiteX12" fmla="*/ 8951337 w 11603130"/>
              <a:gd name="connsiteY12" fmla="*/ 5912879 h 6472442"/>
              <a:gd name="connsiteX13" fmla="*/ 9774882 w 11603130"/>
              <a:gd name="connsiteY13" fmla="*/ 5899460 h 6472442"/>
              <a:gd name="connsiteX14" fmla="*/ 10927227 w 11603130"/>
              <a:gd name="connsiteY14" fmla="*/ 5922366 h 6472442"/>
              <a:gd name="connsiteX15" fmla="*/ 11562334 w 11603130"/>
              <a:gd name="connsiteY15" fmla="*/ 5918251 h 6472442"/>
              <a:gd name="connsiteX16" fmla="*/ 11571244 w 11603130"/>
              <a:gd name="connsiteY16" fmla="*/ 2621674 h 6472442"/>
              <a:gd name="connsiteX17" fmla="*/ 11561892 w 11603130"/>
              <a:gd name="connsiteY17" fmla="*/ 176313 h 6472442"/>
              <a:gd name="connsiteX18" fmla="*/ 11289537 w 11603130"/>
              <a:gd name="connsiteY18" fmla="*/ 107615 h 6472442"/>
              <a:gd name="connsiteX19" fmla="*/ 10689999 w 11603130"/>
              <a:gd name="connsiteY19" fmla="*/ 70591 h 6472442"/>
              <a:gd name="connsiteX20" fmla="*/ 7599878 w 11603130"/>
              <a:gd name="connsiteY20" fmla="*/ 75910 h 6472442"/>
              <a:gd name="connsiteX21" fmla="*/ 1892744 w 11603130"/>
              <a:gd name="connsiteY21" fmla="*/ 0 h 6472442"/>
              <a:gd name="connsiteX0" fmla="*/ 1892744 w 11603130"/>
              <a:gd name="connsiteY0" fmla="*/ 0 h 6472442"/>
              <a:gd name="connsiteX1" fmla="*/ 304663 w 11603130"/>
              <a:gd name="connsiteY1" fmla="*/ 10761 h 6472442"/>
              <a:gd name="connsiteX2" fmla="*/ 0 w 11603130"/>
              <a:gd name="connsiteY2" fmla="*/ 47942 h 6472442"/>
              <a:gd name="connsiteX3" fmla="*/ 0 w 11603130"/>
              <a:gd name="connsiteY3" fmla="*/ 909146 h 6472442"/>
              <a:gd name="connsiteX4" fmla="*/ 4597 w 11603130"/>
              <a:gd name="connsiteY4" fmla="*/ 909146 h 6472442"/>
              <a:gd name="connsiteX5" fmla="*/ 8568 w 11603130"/>
              <a:gd name="connsiteY5" fmla="*/ 1088908 h 6472442"/>
              <a:gd name="connsiteX6" fmla="*/ 88972 w 11603130"/>
              <a:gd name="connsiteY6" fmla="*/ 3523848 h 6472442"/>
              <a:gd name="connsiteX7" fmla="*/ 148480 w 11603130"/>
              <a:gd name="connsiteY7" fmla="*/ 5930841 h 6472442"/>
              <a:gd name="connsiteX8" fmla="*/ 5484139 w 11603130"/>
              <a:gd name="connsiteY8" fmla="*/ 5922735 h 6472442"/>
              <a:gd name="connsiteX9" fmla="*/ 8071632 w 11603130"/>
              <a:gd name="connsiteY9" fmla="*/ 5902007 h 6472442"/>
              <a:gd name="connsiteX10" fmla="*/ 8334742 w 11603130"/>
              <a:gd name="connsiteY10" fmla="*/ 5912754 h 6472442"/>
              <a:gd name="connsiteX11" fmla="*/ 8300328 w 11603130"/>
              <a:gd name="connsiteY11" fmla="*/ 6472442 h 6472442"/>
              <a:gd name="connsiteX12" fmla="*/ 8951337 w 11603130"/>
              <a:gd name="connsiteY12" fmla="*/ 5912879 h 6472442"/>
              <a:gd name="connsiteX13" fmla="*/ 9774882 w 11603130"/>
              <a:gd name="connsiteY13" fmla="*/ 5899460 h 6472442"/>
              <a:gd name="connsiteX14" fmla="*/ 10927227 w 11603130"/>
              <a:gd name="connsiteY14" fmla="*/ 5922366 h 6472442"/>
              <a:gd name="connsiteX15" fmla="*/ 11562334 w 11603130"/>
              <a:gd name="connsiteY15" fmla="*/ 5918251 h 6472442"/>
              <a:gd name="connsiteX16" fmla="*/ 11571244 w 11603130"/>
              <a:gd name="connsiteY16" fmla="*/ 2621674 h 6472442"/>
              <a:gd name="connsiteX17" fmla="*/ 11561892 w 11603130"/>
              <a:gd name="connsiteY17" fmla="*/ 176313 h 6472442"/>
              <a:gd name="connsiteX18" fmla="*/ 11289537 w 11603130"/>
              <a:gd name="connsiteY18" fmla="*/ 107615 h 6472442"/>
              <a:gd name="connsiteX19" fmla="*/ 10689999 w 11603130"/>
              <a:gd name="connsiteY19" fmla="*/ 70591 h 6472442"/>
              <a:gd name="connsiteX20" fmla="*/ 7599878 w 11603130"/>
              <a:gd name="connsiteY20" fmla="*/ 75910 h 6472442"/>
              <a:gd name="connsiteX21" fmla="*/ 1892744 w 11603130"/>
              <a:gd name="connsiteY21" fmla="*/ 0 h 6472442"/>
              <a:gd name="connsiteX0" fmla="*/ 1892744 w 11597724"/>
              <a:gd name="connsiteY0" fmla="*/ 34441 h 6506883"/>
              <a:gd name="connsiteX1" fmla="*/ 304663 w 11597724"/>
              <a:gd name="connsiteY1" fmla="*/ 45202 h 6506883"/>
              <a:gd name="connsiteX2" fmla="*/ 0 w 11597724"/>
              <a:gd name="connsiteY2" fmla="*/ 82383 h 6506883"/>
              <a:gd name="connsiteX3" fmla="*/ 0 w 11597724"/>
              <a:gd name="connsiteY3" fmla="*/ 943587 h 6506883"/>
              <a:gd name="connsiteX4" fmla="*/ 4597 w 11597724"/>
              <a:gd name="connsiteY4" fmla="*/ 943587 h 6506883"/>
              <a:gd name="connsiteX5" fmla="*/ 8568 w 11597724"/>
              <a:gd name="connsiteY5" fmla="*/ 1123349 h 6506883"/>
              <a:gd name="connsiteX6" fmla="*/ 88972 w 11597724"/>
              <a:gd name="connsiteY6" fmla="*/ 3558289 h 6506883"/>
              <a:gd name="connsiteX7" fmla="*/ 148480 w 11597724"/>
              <a:gd name="connsiteY7" fmla="*/ 5965282 h 6506883"/>
              <a:gd name="connsiteX8" fmla="*/ 5484139 w 11597724"/>
              <a:gd name="connsiteY8" fmla="*/ 5957176 h 6506883"/>
              <a:gd name="connsiteX9" fmla="*/ 8071632 w 11597724"/>
              <a:gd name="connsiteY9" fmla="*/ 5936448 h 6506883"/>
              <a:gd name="connsiteX10" fmla="*/ 8334742 w 11597724"/>
              <a:gd name="connsiteY10" fmla="*/ 5947195 h 6506883"/>
              <a:gd name="connsiteX11" fmla="*/ 8300328 w 11597724"/>
              <a:gd name="connsiteY11" fmla="*/ 6506883 h 6506883"/>
              <a:gd name="connsiteX12" fmla="*/ 8951337 w 11597724"/>
              <a:gd name="connsiteY12" fmla="*/ 5947320 h 6506883"/>
              <a:gd name="connsiteX13" fmla="*/ 9774882 w 11597724"/>
              <a:gd name="connsiteY13" fmla="*/ 5933901 h 6506883"/>
              <a:gd name="connsiteX14" fmla="*/ 10927227 w 11597724"/>
              <a:gd name="connsiteY14" fmla="*/ 5956807 h 6506883"/>
              <a:gd name="connsiteX15" fmla="*/ 11562334 w 11597724"/>
              <a:gd name="connsiteY15" fmla="*/ 5952692 h 6506883"/>
              <a:gd name="connsiteX16" fmla="*/ 11571244 w 11597724"/>
              <a:gd name="connsiteY16" fmla="*/ 2656115 h 6506883"/>
              <a:gd name="connsiteX17" fmla="*/ 11561892 w 11597724"/>
              <a:gd name="connsiteY17" fmla="*/ 210754 h 6506883"/>
              <a:gd name="connsiteX18" fmla="*/ 11386303 w 11597724"/>
              <a:gd name="connsiteY18" fmla="*/ 117726 h 6506883"/>
              <a:gd name="connsiteX19" fmla="*/ 10689999 w 11597724"/>
              <a:gd name="connsiteY19" fmla="*/ 105032 h 6506883"/>
              <a:gd name="connsiteX20" fmla="*/ 7599878 w 11597724"/>
              <a:gd name="connsiteY20" fmla="*/ 110351 h 6506883"/>
              <a:gd name="connsiteX21" fmla="*/ 1892744 w 11597724"/>
              <a:gd name="connsiteY21" fmla="*/ 34441 h 6506883"/>
              <a:gd name="connsiteX0" fmla="*/ 1892744 w 11597724"/>
              <a:gd name="connsiteY0" fmla="*/ 34443 h 6506885"/>
              <a:gd name="connsiteX1" fmla="*/ 304663 w 11597724"/>
              <a:gd name="connsiteY1" fmla="*/ 45204 h 6506885"/>
              <a:gd name="connsiteX2" fmla="*/ 0 w 11597724"/>
              <a:gd name="connsiteY2" fmla="*/ 82385 h 6506885"/>
              <a:gd name="connsiteX3" fmla="*/ 0 w 11597724"/>
              <a:gd name="connsiteY3" fmla="*/ 943589 h 6506885"/>
              <a:gd name="connsiteX4" fmla="*/ 4597 w 11597724"/>
              <a:gd name="connsiteY4" fmla="*/ 943589 h 6506885"/>
              <a:gd name="connsiteX5" fmla="*/ 8568 w 11597724"/>
              <a:gd name="connsiteY5" fmla="*/ 1123351 h 6506885"/>
              <a:gd name="connsiteX6" fmla="*/ 88972 w 11597724"/>
              <a:gd name="connsiteY6" fmla="*/ 3558291 h 6506885"/>
              <a:gd name="connsiteX7" fmla="*/ 148480 w 11597724"/>
              <a:gd name="connsiteY7" fmla="*/ 5965284 h 6506885"/>
              <a:gd name="connsiteX8" fmla="*/ 5484139 w 11597724"/>
              <a:gd name="connsiteY8" fmla="*/ 5957178 h 6506885"/>
              <a:gd name="connsiteX9" fmla="*/ 8071632 w 11597724"/>
              <a:gd name="connsiteY9" fmla="*/ 5936450 h 6506885"/>
              <a:gd name="connsiteX10" fmla="*/ 8334742 w 11597724"/>
              <a:gd name="connsiteY10" fmla="*/ 5947197 h 6506885"/>
              <a:gd name="connsiteX11" fmla="*/ 8300328 w 11597724"/>
              <a:gd name="connsiteY11" fmla="*/ 6506885 h 6506885"/>
              <a:gd name="connsiteX12" fmla="*/ 8951337 w 11597724"/>
              <a:gd name="connsiteY12" fmla="*/ 5947322 h 6506885"/>
              <a:gd name="connsiteX13" fmla="*/ 9774882 w 11597724"/>
              <a:gd name="connsiteY13" fmla="*/ 5933903 h 6506885"/>
              <a:gd name="connsiteX14" fmla="*/ 10927227 w 11597724"/>
              <a:gd name="connsiteY14" fmla="*/ 5956809 h 6506885"/>
              <a:gd name="connsiteX15" fmla="*/ 11562334 w 11597724"/>
              <a:gd name="connsiteY15" fmla="*/ 5952694 h 6506885"/>
              <a:gd name="connsiteX16" fmla="*/ 11571244 w 11597724"/>
              <a:gd name="connsiteY16" fmla="*/ 2656117 h 6506885"/>
              <a:gd name="connsiteX17" fmla="*/ 11561892 w 11597724"/>
              <a:gd name="connsiteY17" fmla="*/ 210756 h 6506885"/>
              <a:gd name="connsiteX18" fmla="*/ 11386303 w 11597724"/>
              <a:gd name="connsiteY18" fmla="*/ 117728 h 6506885"/>
              <a:gd name="connsiteX19" fmla="*/ 10689999 w 11597724"/>
              <a:gd name="connsiteY19" fmla="*/ 105034 h 6506885"/>
              <a:gd name="connsiteX20" fmla="*/ 7599878 w 11597724"/>
              <a:gd name="connsiteY20" fmla="*/ 110353 h 6506885"/>
              <a:gd name="connsiteX21" fmla="*/ 1892744 w 11597724"/>
              <a:gd name="connsiteY21" fmla="*/ 34443 h 6506885"/>
              <a:gd name="connsiteX0" fmla="*/ 1892744 w 11601890"/>
              <a:gd name="connsiteY0" fmla="*/ -1 h 6472441"/>
              <a:gd name="connsiteX1" fmla="*/ 304663 w 11601890"/>
              <a:gd name="connsiteY1" fmla="*/ 10760 h 6472441"/>
              <a:gd name="connsiteX2" fmla="*/ 0 w 11601890"/>
              <a:gd name="connsiteY2" fmla="*/ 47941 h 6472441"/>
              <a:gd name="connsiteX3" fmla="*/ 0 w 11601890"/>
              <a:gd name="connsiteY3" fmla="*/ 909145 h 6472441"/>
              <a:gd name="connsiteX4" fmla="*/ 4597 w 11601890"/>
              <a:gd name="connsiteY4" fmla="*/ 909145 h 6472441"/>
              <a:gd name="connsiteX5" fmla="*/ 8568 w 11601890"/>
              <a:gd name="connsiteY5" fmla="*/ 1088907 h 6472441"/>
              <a:gd name="connsiteX6" fmla="*/ 88972 w 11601890"/>
              <a:gd name="connsiteY6" fmla="*/ 3523847 h 6472441"/>
              <a:gd name="connsiteX7" fmla="*/ 148480 w 11601890"/>
              <a:gd name="connsiteY7" fmla="*/ 5930840 h 6472441"/>
              <a:gd name="connsiteX8" fmla="*/ 5484139 w 11601890"/>
              <a:gd name="connsiteY8" fmla="*/ 5922734 h 6472441"/>
              <a:gd name="connsiteX9" fmla="*/ 8071632 w 11601890"/>
              <a:gd name="connsiteY9" fmla="*/ 5902006 h 6472441"/>
              <a:gd name="connsiteX10" fmla="*/ 8334742 w 11601890"/>
              <a:gd name="connsiteY10" fmla="*/ 5912753 h 6472441"/>
              <a:gd name="connsiteX11" fmla="*/ 8300328 w 11601890"/>
              <a:gd name="connsiteY11" fmla="*/ 6472441 h 6472441"/>
              <a:gd name="connsiteX12" fmla="*/ 8951337 w 11601890"/>
              <a:gd name="connsiteY12" fmla="*/ 5912878 h 6472441"/>
              <a:gd name="connsiteX13" fmla="*/ 9774882 w 11601890"/>
              <a:gd name="connsiteY13" fmla="*/ 5899459 h 6472441"/>
              <a:gd name="connsiteX14" fmla="*/ 10927227 w 11601890"/>
              <a:gd name="connsiteY14" fmla="*/ 5922365 h 6472441"/>
              <a:gd name="connsiteX15" fmla="*/ 11562334 w 11601890"/>
              <a:gd name="connsiteY15" fmla="*/ 5918250 h 6472441"/>
              <a:gd name="connsiteX16" fmla="*/ 11571244 w 11601890"/>
              <a:gd name="connsiteY16" fmla="*/ 2621673 h 6472441"/>
              <a:gd name="connsiteX17" fmla="*/ 11572643 w 11601890"/>
              <a:gd name="connsiteY17" fmla="*/ 261466 h 6472441"/>
              <a:gd name="connsiteX18" fmla="*/ 11386303 w 11601890"/>
              <a:gd name="connsiteY18" fmla="*/ 83284 h 6472441"/>
              <a:gd name="connsiteX19" fmla="*/ 10689999 w 11601890"/>
              <a:gd name="connsiteY19" fmla="*/ 70590 h 6472441"/>
              <a:gd name="connsiteX20" fmla="*/ 7599878 w 11601890"/>
              <a:gd name="connsiteY20" fmla="*/ 75909 h 6472441"/>
              <a:gd name="connsiteX21" fmla="*/ 1892744 w 11601890"/>
              <a:gd name="connsiteY21" fmla="*/ -1 h 6472441"/>
              <a:gd name="connsiteX0" fmla="*/ 1892744 w 11592538"/>
              <a:gd name="connsiteY0" fmla="*/ -1 h 6472441"/>
              <a:gd name="connsiteX1" fmla="*/ 304663 w 11592538"/>
              <a:gd name="connsiteY1" fmla="*/ 10760 h 6472441"/>
              <a:gd name="connsiteX2" fmla="*/ 0 w 11592538"/>
              <a:gd name="connsiteY2" fmla="*/ 47941 h 6472441"/>
              <a:gd name="connsiteX3" fmla="*/ 0 w 11592538"/>
              <a:gd name="connsiteY3" fmla="*/ 909145 h 6472441"/>
              <a:gd name="connsiteX4" fmla="*/ 4597 w 11592538"/>
              <a:gd name="connsiteY4" fmla="*/ 909145 h 6472441"/>
              <a:gd name="connsiteX5" fmla="*/ 8568 w 11592538"/>
              <a:gd name="connsiteY5" fmla="*/ 1088907 h 6472441"/>
              <a:gd name="connsiteX6" fmla="*/ 88972 w 11592538"/>
              <a:gd name="connsiteY6" fmla="*/ 3523847 h 6472441"/>
              <a:gd name="connsiteX7" fmla="*/ 148480 w 11592538"/>
              <a:gd name="connsiteY7" fmla="*/ 5930840 h 6472441"/>
              <a:gd name="connsiteX8" fmla="*/ 5484139 w 11592538"/>
              <a:gd name="connsiteY8" fmla="*/ 5922734 h 6472441"/>
              <a:gd name="connsiteX9" fmla="*/ 8071632 w 11592538"/>
              <a:gd name="connsiteY9" fmla="*/ 5902006 h 6472441"/>
              <a:gd name="connsiteX10" fmla="*/ 8334742 w 11592538"/>
              <a:gd name="connsiteY10" fmla="*/ 5912753 h 6472441"/>
              <a:gd name="connsiteX11" fmla="*/ 8300328 w 11592538"/>
              <a:gd name="connsiteY11" fmla="*/ 6472441 h 6472441"/>
              <a:gd name="connsiteX12" fmla="*/ 8951337 w 11592538"/>
              <a:gd name="connsiteY12" fmla="*/ 5912878 h 6472441"/>
              <a:gd name="connsiteX13" fmla="*/ 9774882 w 11592538"/>
              <a:gd name="connsiteY13" fmla="*/ 5899459 h 6472441"/>
              <a:gd name="connsiteX14" fmla="*/ 10927227 w 11592538"/>
              <a:gd name="connsiteY14" fmla="*/ 5922365 h 6472441"/>
              <a:gd name="connsiteX15" fmla="*/ 11562334 w 11592538"/>
              <a:gd name="connsiteY15" fmla="*/ 5918250 h 6472441"/>
              <a:gd name="connsiteX16" fmla="*/ 11571244 w 11592538"/>
              <a:gd name="connsiteY16" fmla="*/ 2621673 h 6472441"/>
              <a:gd name="connsiteX17" fmla="*/ 11572643 w 11592538"/>
              <a:gd name="connsiteY17" fmla="*/ 261466 h 6472441"/>
              <a:gd name="connsiteX18" fmla="*/ 11386303 w 11592538"/>
              <a:gd name="connsiteY18" fmla="*/ 83284 h 6472441"/>
              <a:gd name="connsiteX19" fmla="*/ 10689999 w 11592538"/>
              <a:gd name="connsiteY19" fmla="*/ 70590 h 6472441"/>
              <a:gd name="connsiteX20" fmla="*/ 7599878 w 11592538"/>
              <a:gd name="connsiteY20" fmla="*/ 75909 h 6472441"/>
              <a:gd name="connsiteX21" fmla="*/ 1892744 w 11592538"/>
              <a:gd name="connsiteY21" fmla="*/ -1 h 6472441"/>
              <a:gd name="connsiteX0" fmla="*/ 1892744 w 11586991"/>
              <a:gd name="connsiteY0" fmla="*/ -1 h 6472441"/>
              <a:gd name="connsiteX1" fmla="*/ 304663 w 11586991"/>
              <a:gd name="connsiteY1" fmla="*/ 10760 h 6472441"/>
              <a:gd name="connsiteX2" fmla="*/ 0 w 11586991"/>
              <a:gd name="connsiteY2" fmla="*/ 47941 h 6472441"/>
              <a:gd name="connsiteX3" fmla="*/ 0 w 11586991"/>
              <a:gd name="connsiteY3" fmla="*/ 909145 h 6472441"/>
              <a:gd name="connsiteX4" fmla="*/ 4597 w 11586991"/>
              <a:gd name="connsiteY4" fmla="*/ 909145 h 6472441"/>
              <a:gd name="connsiteX5" fmla="*/ 8568 w 11586991"/>
              <a:gd name="connsiteY5" fmla="*/ 1088907 h 6472441"/>
              <a:gd name="connsiteX6" fmla="*/ 88972 w 11586991"/>
              <a:gd name="connsiteY6" fmla="*/ 3523847 h 6472441"/>
              <a:gd name="connsiteX7" fmla="*/ 148480 w 11586991"/>
              <a:gd name="connsiteY7" fmla="*/ 5930840 h 6472441"/>
              <a:gd name="connsiteX8" fmla="*/ 5484139 w 11586991"/>
              <a:gd name="connsiteY8" fmla="*/ 5922734 h 6472441"/>
              <a:gd name="connsiteX9" fmla="*/ 8071632 w 11586991"/>
              <a:gd name="connsiteY9" fmla="*/ 5902006 h 6472441"/>
              <a:gd name="connsiteX10" fmla="*/ 8334742 w 11586991"/>
              <a:gd name="connsiteY10" fmla="*/ 5912753 h 6472441"/>
              <a:gd name="connsiteX11" fmla="*/ 8300328 w 11586991"/>
              <a:gd name="connsiteY11" fmla="*/ 6472441 h 6472441"/>
              <a:gd name="connsiteX12" fmla="*/ 8951337 w 11586991"/>
              <a:gd name="connsiteY12" fmla="*/ 5912878 h 6472441"/>
              <a:gd name="connsiteX13" fmla="*/ 9774882 w 11586991"/>
              <a:gd name="connsiteY13" fmla="*/ 5899459 h 6472441"/>
              <a:gd name="connsiteX14" fmla="*/ 10927227 w 11586991"/>
              <a:gd name="connsiteY14" fmla="*/ 5922365 h 6472441"/>
              <a:gd name="connsiteX15" fmla="*/ 11562334 w 11586991"/>
              <a:gd name="connsiteY15" fmla="*/ 5918250 h 6472441"/>
              <a:gd name="connsiteX16" fmla="*/ 11571244 w 11586991"/>
              <a:gd name="connsiteY16" fmla="*/ 2621673 h 6472441"/>
              <a:gd name="connsiteX17" fmla="*/ 11572643 w 11586991"/>
              <a:gd name="connsiteY17" fmla="*/ 261466 h 6472441"/>
              <a:gd name="connsiteX18" fmla="*/ 11386303 w 11586991"/>
              <a:gd name="connsiteY18" fmla="*/ 83284 h 6472441"/>
              <a:gd name="connsiteX19" fmla="*/ 10689999 w 11586991"/>
              <a:gd name="connsiteY19" fmla="*/ 70590 h 6472441"/>
              <a:gd name="connsiteX20" fmla="*/ 7599878 w 11586991"/>
              <a:gd name="connsiteY20" fmla="*/ 75909 h 6472441"/>
              <a:gd name="connsiteX21" fmla="*/ 1892744 w 11586991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88972 w 11578768"/>
              <a:gd name="connsiteY6" fmla="*/ 35238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88972 w 11578768"/>
              <a:gd name="connsiteY6" fmla="*/ 35238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56717 w 11578768"/>
              <a:gd name="connsiteY6" fmla="*/ 3876624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56717 w 11578768"/>
              <a:gd name="connsiteY6" fmla="*/ 3876624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67470 w 11578768"/>
              <a:gd name="connsiteY6" fmla="*/ 4095586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67470 w 11578768"/>
              <a:gd name="connsiteY6" fmla="*/ 4095586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78222 w 11578768"/>
              <a:gd name="connsiteY6" fmla="*/ 4679489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78222 w 11578768"/>
              <a:gd name="connsiteY6" fmla="*/ 4679489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8 w 11578768"/>
              <a:gd name="connsiteY5" fmla="*/ 1088907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34742 w 11578768"/>
              <a:gd name="connsiteY10" fmla="*/ 5912753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02487 w 11578768"/>
              <a:gd name="connsiteY10" fmla="*/ 5912754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47941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02487 w 11578768"/>
              <a:gd name="connsiteY10" fmla="*/ 5912754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304663 w 11578768"/>
              <a:gd name="connsiteY1" fmla="*/ 10760 h 6472441"/>
              <a:gd name="connsiteX2" fmla="*/ 0 w 11578768"/>
              <a:gd name="connsiteY2" fmla="*/ 120534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02487 w 11578768"/>
              <a:gd name="connsiteY10" fmla="*/ 5912754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892744 w 11578768"/>
              <a:gd name="connsiteY0" fmla="*/ -1 h 6472441"/>
              <a:gd name="connsiteX1" fmla="*/ 432992 w 11578768"/>
              <a:gd name="connsiteY1" fmla="*/ 34958 h 6472441"/>
              <a:gd name="connsiteX2" fmla="*/ 0 w 11578768"/>
              <a:gd name="connsiteY2" fmla="*/ 120534 h 6472441"/>
              <a:gd name="connsiteX3" fmla="*/ 0 w 11578768"/>
              <a:gd name="connsiteY3" fmla="*/ 909145 h 6472441"/>
              <a:gd name="connsiteX4" fmla="*/ 4597 w 11578768"/>
              <a:gd name="connsiteY4" fmla="*/ 909145 h 6472441"/>
              <a:gd name="connsiteX5" fmla="*/ 8569 w 11578768"/>
              <a:gd name="connsiteY5" fmla="*/ 1441682 h 6472441"/>
              <a:gd name="connsiteX6" fmla="*/ 67470 w 11578768"/>
              <a:gd name="connsiteY6" fmla="*/ 4934947 h 6472441"/>
              <a:gd name="connsiteX7" fmla="*/ 148480 w 11578768"/>
              <a:gd name="connsiteY7" fmla="*/ 5930840 h 6472441"/>
              <a:gd name="connsiteX8" fmla="*/ 5484139 w 11578768"/>
              <a:gd name="connsiteY8" fmla="*/ 5922734 h 6472441"/>
              <a:gd name="connsiteX9" fmla="*/ 8071632 w 11578768"/>
              <a:gd name="connsiteY9" fmla="*/ 5902006 h 6472441"/>
              <a:gd name="connsiteX10" fmla="*/ 8302487 w 11578768"/>
              <a:gd name="connsiteY10" fmla="*/ 5912754 h 6472441"/>
              <a:gd name="connsiteX11" fmla="*/ 8300328 w 11578768"/>
              <a:gd name="connsiteY11" fmla="*/ 6472441 h 6472441"/>
              <a:gd name="connsiteX12" fmla="*/ 8951337 w 11578768"/>
              <a:gd name="connsiteY12" fmla="*/ 5912878 h 6472441"/>
              <a:gd name="connsiteX13" fmla="*/ 9774882 w 11578768"/>
              <a:gd name="connsiteY13" fmla="*/ 5899459 h 6472441"/>
              <a:gd name="connsiteX14" fmla="*/ 10927227 w 11578768"/>
              <a:gd name="connsiteY14" fmla="*/ 5922365 h 6472441"/>
              <a:gd name="connsiteX15" fmla="*/ 11562334 w 11578768"/>
              <a:gd name="connsiteY15" fmla="*/ 5918250 h 6472441"/>
              <a:gd name="connsiteX16" fmla="*/ 11571244 w 11578768"/>
              <a:gd name="connsiteY16" fmla="*/ 2621673 h 6472441"/>
              <a:gd name="connsiteX17" fmla="*/ 11572643 w 11578768"/>
              <a:gd name="connsiteY17" fmla="*/ 261466 h 6472441"/>
              <a:gd name="connsiteX18" fmla="*/ 11386303 w 11578768"/>
              <a:gd name="connsiteY18" fmla="*/ 83284 h 6472441"/>
              <a:gd name="connsiteX19" fmla="*/ 10689999 w 11578768"/>
              <a:gd name="connsiteY19" fmla="*/ 70590 h 6472441"/>
              <a:gd name="connsiteX20" fmla="*/ 7599878 w 11578768"/>
              <a:gd name="connsiteY20" fmla="*/ 75909 h 6472441"/>
              <a:gd name="connsiteX21" fmla="*/ 1892744 w 11578768"/>
              <a:gd name="connsiteY21" fmla="*/ -1 h 6472441"/>
              <a:gd name="connsiteX0" fmla="*/ 1999684 w 11578768"/>
              <a:gd name="connsiteY0" fmla="*/ 13440 h 6437483"/>
              <a:gd name="connsiteX1" fmla="*/ 432992 w 11578768"/>
              <a:gd name="connsiteY1" fmla="*/ 0 h 6437483"/>
              <a:gd name="connsiteX2" fmla="*/ 0 w 11578768"/>
              <a:gd name="connsiteY2" fmla="*/ 85576 h 6437483"/>
              <a:gd name="connsiteX3" fmla="*/ 0 w 11578768"/>
              <a:gd name="connsiteY3" fmla="*/ 874187 h 6437483"/>
              <a:gd name="connsiteX4" fmla="*/ 4597 w 11578768"/>
              <a:gd name="connsiteY4" fmla="*/ 874187 h 6437483"/>
              <a:gd name="connsiteX5" fmla="*/ 8569 w 11578768"/>
              <a:gd name="connsiteY5" fmla="*/ 1406724 h 6437483"/>
              <a:gd name="connsiteX6" fmla="*/ 67470 w 11578768"/>
              <a:gd name="connsiteY6" fmla="*/ 4899989 h 6437483"/>
              <a:gd name="connsiteX7" fmla="*/ 148480 w 11578768"/>
              <a:gd name="connsiteY7" fmla="*/ 5895882 h 6437483"/>
              <a:gd name="connsiteX8" fmla="*/ 5484139 w 11578768"/>
              <a:gd name="connsiteY8" fmla="*/ 5887776 h 6437483"/>
              <a:gd name="connsiteX9" fmla="*/ 8071632 w 11578768"/>
              <a:gd name="connsiteY9" fmla="*/ 5867048 h 6437483"/>
              <a:gd name="connsiteX10" fmla="*/ 8302487 w 11578768"/>
              <a:gd name="connsiteY10" fmla="*/ 5877796 h 6437483"/>
              <a:gd name="connsiteX11" fmla="*/ 8300328 w 11578768"/>
              <a:gd name="connsiteY11" fmla="*/ 6437483 h 6437483"/>
              <a:gd name="connsiteX12" fmla="*/ 8951337 w 11578768"/>
              <a:gd name="connsiteY12" fmla="*/ 5877920 h 6437483"/>
              <a:gd name="connsiteX13" fmla="*/ 9774882 w 11578768"/>
              <a:gd name="connsiteY13" fmla="*/ 5864501 h 6437483"/>
              <a:gd name="connsiteX14" fmla="*/ 10927227 w 11578768"/>
              <a:gd name="connsiteY14" fmla="*/ 5887407 h 6437483"/>
              <a:gd name="connsiteX15" fmla="*/ 11562334 w 11578768"/>
              <a:gd name="connsiteY15" fmla="*/ 5883292 h 6437483"/>
              <a:gd name="connsiteX16" fmla="*/ 11571244 w 11578768"/>
              <a:gd name="connsiteY16" fmla="*/ 2586715 h 6437483"/>
              <a:gd name="connsiteX17" fmla="*/ 11572643 w 11578768"/>
              <a:gd name="connsiteY17" fmla="*/ 226508 h 6437483"/>
              <a:gd name="connsiteX18" fmla="*/ 11386303 w 11578768"/>
              <a:gd name="connsiteY18" fmla="*/ 48326 h 6437483"/>
              <a:gd name="connsiteX19" fmla="*/ 10689999 w 11578768"/>
              <a:gd name="connsiteY19" fmla="*/ 35632 h 6437483"/>
              <a:gd name="connsiteX20" fmla="*/ 7599878 w 11578768"/>
              <a:gd name="connsiteY20" fmla="*/ 40951 h 6437483"/>
              <a:gd name="connsiteX21" fmla="*/ 1999684 w 11578768"/>
              <a:gd name="connsiteY21" fmla="*/ 13440 h 6437483"/>
              <a:gd name="connsiteX0" fmla="*/ 1999684 w 11578768"/>
              <a:gd name="connsiteY0" fmla="*/ 0 h 6424043"/>
              <a:gd name="connsiteX1" fmla="*/ 561320 w 11578768"/>
              <a:gd name="connsiteY1" fmla="*/ 10760 h 6424043"/>
              <a:gd name="connsiteX2" fmla="*/ 0 w 11578768"/>
              <a:gd name="connsiteY2" fmla="*/ 72136 h 6424043"/>
              <a:gd name="connsiteX3" fmla="*/ 0 w 11578768"/>
              <a:gd name="connsiteY3" fmla="*/ 860747 h 6424043"/>
              <a:gd name="connsiteX4" fmla="*/ 4597 w 11578768"/>
              <a:gd name="connsiteY4" fmla="*/ 860747 h 6424043"/>
              <a:gd name="connsiteX5" fmla="*/ 8569 w 11578768"/>
              <a:gd name="connsiteY5" fmla="*/ 1393284 h 6424043"/>
              <a:gd name="connsiteX6" fmla="*/ 67470 w 11578768"/>
              <a:gd name="connsiteY6" fmla="*/ 4886549 h 6424043"/>
              <a:gd name="connsiteX7" fmla="*/ 148480 w 11578768"/>
              <a:gd name="connsiteY7" fmla="*/ 5882442 h 6424043"/>
              <a:gd name="connsiteX8" fmla="*/ 5484139 w 11578768"/>
              <a:gd name="connsiteY8" fmla="*/ 5874336 h 6424043"/>
              <a:gd name="connsiteX9" fmla="*/ 8071632 w 11578768"/>
              <a:gd name="connsiteY9" fmla="*/ 5853608 h 6424043"/>
              <a:gd name="connsiteX10" fmla="*/ 8302487 w 11578768"/>
              <a:gd name="connsiteY10" fmla="*/ 5864356 h 6424043"/>
              <a:gd name="connsiteX11" fmla="*/ 8300328 w 11578768"/>
              <a:gd name="connsiteY11" fmla="*/ 6424043 h 6424043"/>
              <a:gd name="connsiteX12" fmla="*/ 8951337 w 11578768"/>
              <a:gd name="connsiteY12" fmla="*/ 5864480 h 6424043"/>
              <a:gd name="connsiteX13" fmla="*/ 9774882 w 11578768"/>
              <a:gd name="connsiteY13" fmla="*/ 5851061 h 6424043"/>
              <a:gd name="connsiteX14" fmla="*/ 10927227 w 11578768"/>
              <a:gd name="connsiteY14" fmla="*/ 5873967 h 6424043"/>
              <a:gd name="connsiteX15" fmla="*/ 11562334 w 11578768"/>
              <a:gd name="connsiteY15" fmla="*/ 5869852 h 6424043"/>
              <a:gd name="connsiteX16" fmla="*/ 11571244 w 11578768"/>
              <a:gd name="connsiteY16" fmla="*/ 2573275 h 6424043"/>
              <a:gd name="connsiteX17" fmla="*/ 11572643 w 11578768"/>
              <a:gd name="connsiteY17" fmla="*/ 213068 h 6424043"/>
              <a:gd name="connsiteX18" fmla="*/ 11386303 w 11578768"/>
              <a:gd name="connsiteY18" fmla="*/ 34886 h 6424043"/>
              <a:gd name="connsiteX19" fmla="*/ 10689999 w 11578768"/>
              <a:gd name="connsiteY19" fmla="*/ 22192 h 6424043"/>
              <a:gd name="connsiteX20" fmla="*/ 7599878 w 11578768"/>
              <a:gd name="connsiteY20" fmla="*/ 27511 h 6424043"/>
              <a:gd name="connsiteX21" fmla="*/ 1999684 w 11578768"/>
              <a:gd name="connsiteY21" fmla="*/ 0 h 6424043"/>
              <a:gd name="connsiteX0" fmla="*/ 1999684 w 11578768"/>
              <a:gd name="connsiteY0" fmla="*/ 0 h 6424043"/>
              <a:gd name="connsiteX1" fmla="*/ 561320 w 11578768"/>
              <a:gd name="connsiteY1" fmla="*/ 10760 h 6424043"/>
              <a:gd name="connsiteX2" fmla="*/ 0 w 11578768"/>
              <a:gd name="connsiteY2" fmla="*/ 72136 h 6424043"/>
              <a:gd name="connsiteX3" fmla="*/ 0 w 11578768"/>
              <a:gd name="connsiteY3" fmla="*/ 860747 h 6424043"/>
              <a:gd name="connsiteX4" fmla="*/ 4597 w 11578768"/>
              <a:gd name="connsiteY4" fmla="*/ 860747 h 6424043"/>
              <a:gd name="connsiteX5" fmla="*/ 8569 w 11578768"/>
              <a:gd name="connsiteY5" fmla="*/ 1393284 h 6424043"/>
              <a:gd name="connsiteX6" fmla="*/ 67470 w 11578768"/>
              <a:gd name="connsiteY6" fmla="*/ 4886549 h 6424043"/>
              <a:gd name="connsiteX7" fmla="*/ 148480 w 11578768"/>
              <a:gd name="connsiteY7" fmla="*/ 5882442 h 6424043"/>
              <a:gd name="connsiteX8" fmla="*/ 5484139 w 11578768"/>
              <a:gd name="connsiteY8" fmla="*/ 5874336 h 6424043"/>
              <a:gd name="connsiteX9" fmla="*/ 8071632 w 11578768"/>
              <a:gd name="connsiteY9" fmla="*/ 5853608 h 6424043"/>
              <a:gd name="connsiteX10" fmla="*/ 8302487 w 11578768"/>
              <a:gd name="connsiteY10" fmla="*/ 5864356 h 6424043"/>
              <a:gd name="connsiteX11" fmla="*/ 8300328 w 11578768"/>
              <a:gd name="connsiteY11" fmla="*/ 6424043 h 6424043"/>
              <a:gd name="connsiteX12" fmla="*/ 9084484 w 11578768"/>
              <a:gd name="connsiteY12" fmla="*/ 5864482 h 6424043"/>
              <a:gd name="connsiteX13" fmla="*/ 9774882 w 11578768"/>
              <a:gd name="connsiteY13" fmla="*/ 5851061 h 6424043"/>
              <a:gd name="connsiteX14" fmla="*/ 10927227 w 11578768"/>
              <a:gd name="connsiteY14" fmla="*/ 5873967 h 6424043"/>
              <a:gd name="connsiteX15" fmla="*/ 11562334 w 11578768"/>
              <a:gd name="connsiteY15" fmla="*/ 5869852 h 6424043"/>
              <a:gd name="connsiteX16" fmla="*/ 11571244 w 11578768"/>
              <a:gd name="connsiteY16" fmla="*/ 2573275 h 6424043"/>
              <a:gd name="connsiteX17" fmla="*/ 11572643 w 11578768"/>
              <a:gd name="connsiteY17" fmla="*/ 213068 h 6424043"/>
              <a:gd name="connsiteX18" fmla="*/ 11386303 w 11578768"/>
              <a:gd name="connsiteY18" fmla="*/ 34886 h 6424043"/>
              <a:gd name="connsiteX19" fmla="*/ 10689999 w 11578768"/>
              <a:gd name="connsiteY19" fmla="*/ 22192 h 6424043"/>
              <a:gd name="connsiteX20" fmla="*/ 7599878 w 11578768"/>
              <a:gd name="connsiteY20" fmla="*/ 27511 h 6424043"/>
              <a:gd name="connsiteX21" fmla="*/ 1999684 w 11578768"/>
              <a:gd name="connsiteY21" fmla="*/ 0 h 6424043"/>
              <a:gd name="connsiteX0" fmla="*/ 1999684 w 11578768"/>
              <a:gd name="connsiteY0" fmla="*/ 0 h 6449983"/>
              <a:gd name="connsiteX1" fmla="*/ 561320 w 11578768"/>
              <a:gd name="connsiteY1" fmla="*/ 10760 h 6449983"/>
              <a:gd name="connsiteX2" fmla="*/ 0 w 11578768"/>
              <a:gd name="connsiteY2" fmla="*/ 72136 h 6449983"/>
              <a:gd name="connsiteX3" fmla="*/ 0 w 11578768"/>
              <a:gd name="connsiteY3" fmla="*/ 860747 h 6449983"/>
              <a:gd name="connsiteX4" fmla="*/ 4597 w 11578768"/>
              <a:gd name="connsiteY4" fmla="*/ 860747 h 6449983"/>
              <a:gd name="connsiteX5" fmla="*/ 8569 w 11578768"/>
              <a:gd name="connsiteY5" fmla="*/ 1393284 h 6449983"/>
              <a:gd name="connsiteX6" fmla="*/ 67470 w 11578768"/>
              <a:gd name="connsiteY6" fmla="*/ 4886549 h 6449983"/>
              <a:gd name="connsiteX7" fmla="*/ 148480 w 11578768"/>
              <a:gd name="connsiteY7" fmla="*/ 5882442 h 6449983"/>
              <a:gd name="connsiteX8" fmla="*/ 5484139 w 11578768"/>
              <a:gd name="connsiteY8" fmla="*/ 5874336 h 6449983"/>
              <a:gd name="connsiteX9" fmla="*/ 8071632 w 11578768"/>
              <a:gd name="connsiteY9" fmla="*/ 5853608 h 6449983"/>
              <a:gd name="connsiteX10" fmla="*/ 8302487 w 11578768"/>
              <a:gd name="connsiteY10" fmla="*/ 5864356 h 6449983"/>
              <a:gd name="connsiteX11" fmla="*/ 8409265 w 11578768"/>
              <a:gd name="connsiteY11" fmla="*/ 6449983 h 6449983"/>
              <a:gd name="connsiteX12" fmla="*/ 9084484 w 11578768"/>
              <a:gd name="connsiteY12" fmla="*/ 5864482 h 6449983"/>
              <a:gd name="connsiteX13" fmla="*/ 9774882 w 11578768"/>
              <a:gd name="connsiteY13" fmla="*/ 5851061 h 6449983"/>
              <a:gd name="connsiteX14" fmla="*/ 10927227 w 11578768"/>
              <a:gd name="connsiteY14" fmla="*/ 5873967 h 6449983"/>
              <a:gd name="connsiteX15" fmla="*/ 11562334 w 11578768"/>
              <a:gd name="connsiteY15" fmla="*/ 5869852 h 6449983"/>
              <a:gd name="connsiteX16" fmla="*/ 11571244 w 11578768"/>
              <a:gd name="connsiteY16" fmla="*/ 2573275 h 6449983"/>
              <a:gd name="connsiteX17" fmla="*/ 11572643 w 11578768"/>
              <a:gd name="connsiteY17" fmla="*/ 213068 h 6449983"/>
              <a:gd name="connsiteX18" fmla="*/ 11386303 w 11578768"/>
              <a:gd name="connsiteY18" fmla="*/ 34886 h 6449983"/>
              <a:gd name="connsiteX19" fmla="*/ 10689999 w 11578768"/>
              <a:gd name="connsiteY19" fmla="*/ 22192 h 6449983"/>
              <a:gd name="connsiteX20" fmla="*/ 7599878 w 11578768"/>
              <a:gd name="connsiteY20" fmla="*/ 27511 h 6449983"/>
              <a:gd name="connsiteX21" fmla="*/ 1999684 w 11578768"/>
              <a:gd name="connsiteY21" fmla="*/ 0 h 6449983"/>
              <a:gd name="connsiteX0" fmla="*/ 1999684 w 11578768"/>
              <a:gd name="connsiteY0" fmla="*/ 0 h 6449983"/>
              <a:gd name="connsiteX1" fmla="*/ 561320 w 11578768"/>
              <a:gd name="connsiteY1" fmla="*/ 10760 h 6449983"/>
              <a:gd name="connsiteX2" fmla="*/ 0 w 11578768"/>
              <a:gd name="connsiteY2" fmla="*/ 72136 h 6449983"/>
              <a:gd name="connsiteX3" fmla="*/ 0 w 11578768"/>
              <a:gd name="connsiteY3" fmla="*/ 860747 h 6449983"/>
              <a:gd name="connsiteX4" fmla="*/ 4597 w 11578768"/>
              <a:gd name="connsiteY4" fmla="*/ 860747 h 6449983"/>
              <a:gd name="connsiteX5" fmla="*/ 8569 w 11578768"/>
              <a:gd name="connsiteY5" fmla="*/ 1393284 h 6449983"/>
              <a:gd name="connsiteX6" fmla="*/ 67470 w 11578768"/>
              <a:gd name="connsiteY6" fmla="*/ 4886549 h 6449983"/>
              <a:gd name="connsiteX7" fmla="*/ 148480 w 11578768"/>
              <a:gd name="connsiteY7" fmla="*/ 5882442 h 6449983"/>
              <a:gd name="connsiteX8" fmla="*/ 5484139 w 11578768"/>
              <a:gd name="connsiteY8" fmla="*/ 5874336 h 6449983"/>
              <a:gd name="connsiteX9" fmla="*/ 8071632 w 11578768"/>
              <a:gd name="connsiteY9" fmla="*/ 5853608 h 6449983"/>
              <a:gd name="connsiteX10" fmla="*/ 8302487 w 11578768"/>
              <a:gd name="connsiteY10" fmla="*/ 5864356 h 6449983"/>
              <a:gd name="connsiteX11" fmla="*/ 8409265 w 11578768"/>
              <a:gd name="connsiteY11" fmla="*/ 6449983 h 6449983"/>
              <a:gd name="connsiteX12" fmla="*/ 9084484 w 11578768"/>
              <a:gd name="connsiteY12" fmla="*/ 5864482 h 6449983"/>
              <a:gd name="connsiteX13" fmla="*/ 9774882 w 11578768"/>
              <a:gd name="connsiteY13" fmla="*/ 5851061 h 6449983"/>
              <a:gd name="connsiteX14" fmla="*/ 10927227 w 11578768"/>
              <a:gd name="connsiteY14" fmla="*/ 5873967 h 6449983"/>
              <a:gd name="connsiteX15" fmla="*/ 11562334 w 11578768"/>
              <a:gd name="connsiteY15" fmla="*/ 5869852 h 6449983"/>
              <a:gd name="connsiteX16" fmla="*/ 11571244 w 11578768"/>
              <a:gd name="connsiteY16" fmla="*/ 2573275 h 6449983"/>
              <a:gd name="connsiteX17" fmla="*/ 11572643 w 11578768"/>
              <a:gd name="connsiteY17" fmla="*/ 213068 h 6449983"/>
              <a:gd name="connsiteX18" fmla="*/ 11386303 w 11578768"/>
              <a:gd name="connsiteY18" fmla="*/ 34886 h 6449983"/>
              <a:gd name="connsiteX19" fmla="*/ 10689999 w 11578768"/>
              <a:gd name="connsiteY19" fmla="*/ 22192 h 6449983"/>
              <a:gd name="connsiteX20" fmla="*/ 7599878 w 11578768"/>
              <a:gd name="connsiteY20" fmla="*/ 27511 h 6449983"/>
              <a:gd name="connsiteX21" fmla="*/ 1999684 w 11578768"/>
              <a:gd name="connsiteY21" fmla="*/ 0 h 6449983"/>
              <a:gd name="connsiteX0" fmla="*/ 1999684 w 11578768"/>
              <a:gd name="connsiteY0" fmla="*/ 0 h 6449983"/>
              <a:gd name="connsiteX1" fmla="*/ 561320 w 11578768"/>
              <a:gd name="connsiteY1" fmla="*/ 10760 h 6449983"/>
              <a:gd name="connsiteX2" fmla="*/ 0 w 11578768"/>
              <a:gd name="connsiteY2" fmla="*/ 72136 h 6449983"/>
              <a:gd name="connsiteX3" fmla="*/ 0 w 11578768"/>
              <a:gd name="connsiteY3" fmla="*/ 860747 h 6449983"/>
              <a:gd name="connsiteX4" fmla="*/ 4597 w 11578768"/>
              <a:gd name="connsiteY4" fmla="*/ 860747 h 6449983"/>
              <a:gd name="connsiteX5" fmla="*/ 8569 w 11578768"/>
              <a:gd name="connsiteY5" fmla="*/ 1393284 h 6449983"/>
              <a:gd name="connsiteX6" fmla="*/ 67470 w 11578768"/>
              <a:gd name="connsiteY6" fmla="*/ 4886549 h 6449983"/>
              <a:gd name="connsiteX7" fmla="*/ 148480 w 11578768"/>
              <a:gd name="connsiteY7" fmla="*/ 5882442 h 6449983"/>
              <a:gd name="connsiteX8" fmla="*/ 5484139 w 11578768"/>
              <a:gd name="connsiteY8" fmla="*/ 5874336 h 6449983"/>
              <a:gd name="connsiteX9" fmla="*/ 8071632 w 11578768"/>
              <a:gd name="connsiteY9" fmla="*/ 5853608 h 6449983"/>
              <a:gd name="connsiteX10" fmla="*/ 8314590 w 11578768"/>
              <a:gd name="connsiteY10" fmla="*/ 5877326 h 6449983"/>
              <a:gd name="connsiteX11" fmla="*/ 8409265 w 11578768"/>
              <a:gd name="connsiteY11" fmla="*/ 6449983 h 6449983"/>
              <a:gd name="connsiteX12" fmla="*/ 9084484 w 11578768"/>
              <a:gd name="connsiteY12" fmla="*/ 5864482 h 6449983"/>
              <a:gd name="connsiteX13" fmla="*/ 9774882 w 11578768"/>
              <a:gd name="connsiteY13" fmla="*/ 5851061 h 6449983"/>
              <a:gd name="connsiteX14" fmla="*/ 10927227 w 11578768"/>
              <a:gd name="connsiteY14" fmla="*/ 5873967 h 6449983"/>
              <a:gd name="connsiteX15" fmla="*/ 11562334 w 11578768"/>
              <a:gd name="connsiteY15" fmla="*/ 5869852 h 6449983"/>
              <a:gd name="connsiteX16" fmla="*/ 11571244 w 11578768"/>
              <a:gd name="connsiteY16" fmla="*/ 2573275 h 6449983"/>
              <a:gd name="connsiteX17" fmla="*/ 11572643 w 11578768"/>
              <a:gd name="connsiteY17" fmla="*/ 213068 h 6449983"/>
              <a:gd name="connsiteX18" fmla="*/ 11386303 w 11578768"/>
              <a:gd name="connsiteY18" fmla="*/ 34886 h 6449983"/>
              <a:gd name="connsiteX19" fmla="*/ 10689999 w 11578768"/>
              <a:gd name="connsiteY19" fmla="*/ 22192 h 6449983"/>
              <a:gd name="connsiteX20" fmla="*/ 7599878 w 11578768"/>
              <a:gd name="connsiteY20" fmla="*/ 27511 h 6449983"/>
              <a:gd name="connsiteX21" fmla="*/ 1999684 w 11578768"/>
              <a:gd name="connsiteY21" fmla="*/ 0 h 6449983"/>
              <a:gd name="connsiteX0" fmla="*/ 1999684 w 11578768"/>
              <a:gd name="connsiteY0" fmla="*/ 0 h 6449983"/>
              <a:gd name="connsiteX1" fmla="*/ 561320 w 11578768"/>
              <a:gd name="connsiteY1" fmla="*/ 10760 h 6449983"/>
              <a:gd name="connsiteX2" fmla="*/ 0 w 11578768"/>
              <a:gd name="connsiteY2" fmla="*/ 72136 h 6449983"/>
              <a:gd name="connsiteX3" fmla="*/ 0 w 11578768"/>
              <a:gd name="connsiteY3" fmla="*/ 860747 h 6449983"/>
              <a:gd name="connsiteX4" fmla="*/ 4597 w 11578768"/>
              <a:gd name="connsiteY4" fmla="*/ 860747 h 6449983"/>
              <a:gd name="connsiteX5" fmla="*/ 8569 w 11578768"/>
              <a:gd name="connsiteY5" fmla="*/ 1393284 h 6449983"/>
              <a:gd name="connsiteX6" fmla="*/ 67470 w 11578768"/>
              <a:gd name="connsiteY6" fmla="*/ 4886549 h 6449983"/>
              <a:gd name="connsiteX7" fmla="*/ 148480 w 11578768"/>
              <a:gd name="connsiteY7" fmla="*/ 5882442 h 6449983"/>
              <a:gd name="connsiteX8" fmla="*/ 5484139 w 11578768"/>
              <a:gd name="connsiteY8" fmla="*/ 5874336 h 6449983"/>
              <a:gd name="connsiteX9" fmla="*/ 8071632 w 11578768"/>
              <a:gd name="connsiteY9" fmla="*/ 5853608 h 6449983"/>
              <a:gd name="connsiteX10" fmla="*/ 8314590 w 11578768"/>
              <a:gd name="connsiteY10" fmla="*/ 5877326 h 6449983"/>
              <a:gd name="connsiteX11" fmla="*/ 8409265 w 11578768"/>
              <a:gd name="connsiteY11" fmla="*/ 6449983 h 6449983"/>
              <a:gd name="connsiteX12" fmla="*/ 9084484 w 11578768"/>
              <a:gd name="connsiteY12" fmla="*/ 5864482 h 6449983"/>
              <a:gd name="connsiteX13" fmla="*/ 9774882 w 11578768"/>
              <a:gd name="connsiteY13" fmla="*/ 5851061 h 6449983"/>
              <a:gd name="connsiteX14" fmla="*/ 10927227 w 11578768"/>
              <a:gd name="connsiteY14" fmla="*/ 5873967 h 6449983"/>
              <a:gd name="connsiteX15" fmla="*/ 11562334 w 11578768"/>
              <a:gd name="connsiteY15" fmla="*/ 5869852 h 6449983"/>
              <a:gd name="connsiteX16" fmla="*/ 11571244 w 11578768"/>
              <a:gd name="connsiteY16" fmla="*/ 2573275 h 6449983"/>
              <a:gd name="connsiteX17" fmla="*/ 11572643 w 11578768"/>
              <a:gd name="connsiteY17" fmla="*/ 213068 h 6449983"/>
              <a:gd name="connsiteX18" fmla="*/ 11386303 w 11578768"/>
              <a:gd name="connsiteY18" fmla="*/ 34886 h 6449983"/>
              <a:gd name="connsiteX19" fmla="*/ 10689999 w 11578768"/>
              <a:gd name="connsiteY19" fmla="*/ 22192 h 6449983"/>
              <a:gd name="connsiteX20" fmla="*/ 7599878 w 11578768"/>
              <a:gd name="connsiteY20" fmla="*/ 27511 h 6449983"/>
              <a:gd name="connsiteX21" fmla="*/ 1999684 w 11578768"/>
              <a:gd name="connsiteY21" fmla="*/ 0 h 6449983"/>
              <a:gd name="connsiteX0" fmla="*/ 1999684 w 11578768"/>
              <a:gd name="connsiteY0" fmla="*/ 0 h 6462953"/>
              <a:gd name="connsiteX1" fmla="*/ 561320 w 11578768"/>
              <a:gd name="connsiteY1" fmla="*/ 10760 h 6462953"/>
              <a:gd name="connsiteX2" fmla="*/ 0 w 11578768"/>
              <a:gd name="connsiteY2" fmla="*/ 72136 h 6462953"/>
              <a:gd name="connsiteX3" fmla="*/ 0 w 11578768"/>
              <a:gd name="connsiteY3" fmla="*/ 860747 h 6462953"/>
              <a:gd name="connsiteX4" fmla="*/ 4597 w 11578768"/>
              <a:gd name="connsiteY4" fmla="*/ 860747 h 6462953"/>
              <a:gd name="connsiteX5" fmla="*/ 8569 w 11578768"/>
              <a:gd name="connsiteY5" fmla="*/ 1393284 h 6462953"/>
              <a:gd name="connsiteX6" fmla="*/ 67470 w 11578768"/>
              <a:gd name="connsiteY6" fmla="*/ 4886549 h 6462953"/>
              <a:gd name="connsiteX7" fmla="*/ 148480 w 11578768"/>
              <a:gd name="connsiteY7" fmla="*/ 5882442 h 6462953"/>
              <a:gd name="connsiteX8" fmla="*/ 5484139 w 11578768"/>
              <a:gd name="connsiteY8" fmla="*/ 5874336 h 6462953"/>
              <a:gd name="connsiteX9" fmla="*/ 8071632 w 11578768"/>
              <a:gd name="connsiteY9" fmla="*/ 5853608 h 6462953"/>
              <a:gd name="connsiteX10" fmla="*/ 8314590 w 11578768"/>
              <a:gd name="connsiteY10" fmla="*/ 5877326 h 6462953"/>
              <a:gd name="connsiteX11" fmla="*/ 8469786 w 11578768"/>
              <a:gd name="connsiteY11" fmla="*/ 6462953 h 6462953"/>
              <a:gd name="connsiteX12" fmla="*/ 9084484 w 11578768"/>
              <a:gd name="connsiteY12" fmla="*/ 5864482 h 6462953"/>
              <a:gd name="connsiteX13" fmla="*/ 9774882 w 11578768"/>
              <a:gd name="connsiteY13" fmla="*/ 5851061 h 6462953"/>
              <a:gd name="connsiteX14" fmla="*/ 10927227 w 11578768"/>
              <a:gd name="connsiteY14" fmla="*/ 5873967 h 6462953"/>
              <a:gd name="connsiteX15" fmla="*/ 11562334 w 11578768"/>
              <a:gd name="connsiteY15" fmla="*/ 5869852 h 6462953"/>
              <a:gd name="connsiteX16" fmla="*/ 11571244 w 11578768"/>
              <a:gd name="connsiteY16" fmla="*/ 2573275 h 6462953"/>
              <a:gd name="connsiteX17" fmla="*/ 11572643 w 11578768"/>
              <a:gd name="connsiteY17" fmla="*/ 213068 h 6462953"/>
              <a:gd name="connsiteX18" fmla="*/ 11386303 w 11578768"/>
              <a:gd name="connsiteY18" fmla="*/ 34886 h 6462953"/>
              <a:gd name="connsiteX19" fmla="*/ 10689999 w 11578768"/>
              <a:gd name="connsiteY19" fmla="*/ 22192 h 6462953"/>
              <a:gd name="connsiteX20" fmla="*/ 7599878 w 11578768"/>
              <a:gd name="connsiteY20" fmla="*/ 27511 h 6462953"/>
              <a:gd name="connsiteX21" fmla="*/ 1999684 w 11578768"/>
              <a:gd name="connsiteY21" fmla="*/ 0 h 6462953"/>
              <a:gd name="connsiteX0" fmla="*/ 1999684 w 11578768"/>
              <a:gd name="connsiteY0" fmla="*/ 0 h 6462953"/>
              <a:gd name="connsiteX1" fmla="*/ 561320 w 11578768"/>
              <a:gd name="connsiteY1" fmla="*/ 10760 h 6462953"/>
              <a:gd name="connsiteX2" fmla="*/ 0 w 11578768"/>
              <a:gd name="connsiteY2" fmla="*/ 72136 h 6462953"/>
              <a:gd name="connsiteX3" fmla="*/ 0 w 11578768"/>
              <a:gd name="connsiteY3" fmla="*/ 860747 h 6462953"/>
              <a:gd name="connsiteX4" fmla="*/ 4597 w 11578768"/>
              <a:gd name="connsiteY4" fmla="*/ 860747 h 6462953"/>
              <a:gd name="connsiteX5" fmla="*/ 8569 w 11578768"/>
              <a:gd name="connsiteY5" fmla="*/ 1393284 h 6462953"/>
              <a:gd name="connsiteX6" fmla="*/ 67470 w 11578768"/>
              <a:gd name="connsiteY6" fmla="*/ 4886549 h 6462953"/>
              <a:gd name="connsiteX7" fmla="*/ 148480 w 11578768"/>
              <a:gd name="connsiteY7" fmla="*/ 5882442 h 6462953"/>
              <a:gd name="connsiteX8" fmla="*/ 5484139 w 11578768"/>
              <a:gd name="connsiteY8" fmla="*/ 5874336 h 6462953"/>
              <a:gd name="connsiteX9" fmla="*/ 8071632 w 11578768"/>
              <a:gd name="connsiteY9" fmla="*/ 5853608 h 6462953"/>
              <a:gd name="connsiteX10" fmla="*/ 8314590 w 11578768"/>
              <a:gd name="connsiteY10" fmla="*/ 5877326 h 6462953"/>
              <a:gd name="connsiteX11" fmla="*/ 8469786 w 11578768"/>
              <a:gd name="connsiteY11" fmla="*/ 6462953 h 6462953"/>
              <a:gd name="connsiteX12" fmla="*/ 9084484 w 11578768"/>
              <a:gd name="connsiteY12" fmla="*/ 5864482 h 6462953"/>
              <a:gd name="connsiteX13" fmla="*/ 9774882 w 11578768"/>
              <a:gd name="connsiteY13" fmla="*/ 5851061 h 6462953"/>
              <a:gd name="connsiteX14" fmla="*/ 10927227 w 11578768"/>
              <a:gd name="connsiteY14" fmla="*/ 5873967 h 6462953"/>
              <a:gd name="connsiteX15" fmla="*/ 11562334 w 11578768"/>
              <a:gd name="connsiteY15" fmla="*/ 5869852 h 6462953"/>
              <a:gd name="connsiteX16" fmla="*/ 11571244 w 11578768"/>
              <a:gd name="connsiteY16" fmla="*/ 2573275 h 6462953"/>
              <a:gd name="connsiteX17" fmla="*/ 11572643 w 11578768"/>
              <a:gd name="connsiteY17" fmla="*/ 213068 h 6462953"/>
              <a:gd name="connsiteX18" fmla="*/ 11386303 w 11578768"/>
              <a:gd name="connsiteY18" fmla="*/ 34886 h 6462953"/>
              <a:gd name="connsiteX19" fmla="*/ 10689999 w 11578768"/>
              <a:gd name="connsiteY19" fmla="*/ 22192 h 6462953"/>
              <a:gd name="connsiteX20" fmla="*/ 7599878 w 11578768"/>
              <a:gd name="connsiteY20" fmla="*/ 27511 h 6462953"/>
              <a:gd name="connsiteX21" fmla="*/ 1999684 w 11578768"/>
              <a:gd name="connsiteY21" fmla="*/ 0 h 6462953"/>
              <a:gd name="connsiteX0" fmla="*/ 1999684 w 11578768"/>
              <a:gd name="connsiteY0" fmla="*/ 0 h 6462953"/>
              <a:gd name="connsiteX1" fmla="*/ 561320 w 11578768"/>
              <a:gd name="connsiteY1" fmla="*/ 10760 h 6462953"/>
              <a:gd name="connsiteX2" fmla="*/ 0 w 11578768"/>
              <a:gd name="connsiteY2" fmla="*/ 72136 h 6462953"/>
              <a:gd name="connsiteX3" fmla="*/ 0 w 11578768"/>
              <a:gd name="connsiteY3" fmla="*/ 860747 h 6462953"/>
              <a:gd name="connsiteX4" fmla="*/ 4597 w 11578768"/>
              <a:gd name="connsiteY4" fmla="*/ 860747 h 6462953"/>
              <a:gd name="connsiteX5" fmla="*/ 8569 w 11578768"/>
              <a:gd name="connsiteY5" fmla="*/ 1393284 h 6462953"/>
              <a:gd name="connsiteX6" fmla="*/ 67470 w 11578768"/>
              <a:gd name="connsiteY6" fmla="*/ 4886549 h 6462953"/>
              <a:gd name="connsiteX7" fmla="*/ 148480 w 11578768"/>
              <a:gd name="connsiteY7" fmla="*/ 5882442 h 6462953"/>
              <a:gd name="connsiteX8" fmla="*/ 5484139 w 11578768"/>
              <a:gd name="connsiteY8" fmla="*/ 5874336 h 6462953"/>
              <a:gd name="connsiteX9" fmla="*/ 8071632 w 11578768"/>
              <a:gd name="connsiteY9" fmla="*/ 5853608 h 6462953"/>
              <a:gd name="connsiteX10" fmla="*/ 8314590 w 11578768"/>
              <a:gd name="connsiteY10" fmla="*/ 5877326 h 6462953"/>
              <a:gd name="connsiteX11" fmla="*/ 8469786 w 11578768"/>
              <a:gd name="connsiteY11" fmla="*/ 6462953 h 6462953"/>
              <a:gd name="connsiteX12" fmla="*/ 9084484 w 11578768"/>
              <a:gd name="connsiteY12" fmla="*/ 5864482 h 6462953"/>
              <a:gd name="connsiteX13" fmla="*/ 9774882 w 11578768"/>
              <a:gd name="connsiteY13" fmla="*/ 5851061 h 6462953"/>
              <a:gd name="connsiteX14" fmla="*/ 10927227 w 11578768"/>
              <a:gd name="connsiteY14" fmla="*/ 5873967 h 6462953"/>
              <a:gd name="connsiteX15" fmla="*/ 11562334 w 11578768"/>
              <a:gd name="connsiteY15" fmla="*/ 5869852 h 6462953"/>
              <a:gd name="connsiteX16" fmla="*/ 11571244 w 11578768"/>
              <a:gd name="connsiteY16" fmla="*/ 2573275 h 6462953"/>
              <a:gd name="connsiteX17" fmla="*/ 11572643 w 11578768"/>
              <a:gd name="connsiteY17" fmla="*/ 213068 h 6462953"/>
              <a:gd name="connsiteX18" fmla="*/ 11386303 w 11578768"/>
              <a:gd name="connsiteY18" fmla="*/ 34886 h 6462953"/>
              <a:gd name="connsiteX19" fmla="*/ 10689999 w 11578768"/>
              <a:gd name="connsiteY19" fmla="*/ 22192 h 6462953"/>
              <a:gd name="connsiteX20" fmla="*/ 7599878 w 11578768"/>
              <a:gd name="connsiteY20" fmla="*/ 27511 h 6462953"/>
              <a:gd name="connsiteX21" fmla="*/ 1999684 w 11578768"/>
              <a:gd name="connsiteY21" fmla="*/ 0 h 6462953"/>
              <a:gd name="connsiteX0" fmla="*/ 1999684 w 11578769"/>
              <a:gd name="connsiteY0" fmla="*/ 0 h 6462953"/>
              <a:gd name="connsiteX1" fmla="*/ 561320 w 11578769"/>
              <a:gd name="connsiteY1" fmla="*/ 10760 h 6462953"/>
              <a:gd name="connsiteX2" fmla="*/ 0 w 11578769"/>
              <a:gd name="connsiteY2" fmla="*/ 72136 h 6462953"/>
              <a:gd name="connsiteX3" fmla="*/ 0 w 11578769"/>
              <a:gd name="connsiteY3" fmla="*/ 860747 h 6462953"/>
              <a:gd name="connsiteX4" fmla="*/ 4597 w 11578769"/>
              <a:gd name="connsiteY4" fmla="*/ 860747 h 6462953"/>
              <a:gd name="connsiteX5" fmla="*/ 8569 w 11578769"/>
              <a:gd name="connsiteY5" fmla="*/ 1393284 h 6462953"/>
              <a:gd name="connsiteX6" fmla="*/ 67470 w 11578769"/>
              <a:gd name="connsiteY6" fmla="*/ 4886549 h 6462953"/>
              <a:gd name="connsiteX7" fmla="*/ 148480 w 11578769"/>
              <a:gd name="connsiteY7" fmla="*/ 5882442 h 6462953"/>
              <a:gd name="connsiteX8" fmla="*/ 5484139 w 11578769"/>
              <a:gd name="connsiteY8" fmla="*/ 5874336 h 6462953"/>
              <a:gd name="connsiteX9" fmla="*/ 8071632 w 11578769"/>
              <a:gd name="connsiteY9" fmla="*/ 5853608 h 6462953"/>
              <a:gd name="connsiteX10" fmla="*/ 8314590 w 11578769"/>
              <a:gd name="connsiteY10" fmla="*/ 5877326 h 6462953"/>
              <a:gd name="connsiteX11" fmla="*/ 8469786 w 11578769"/>
              <a:gd name="connsiteY11" fmla="*/ 6462953 h 6462953"/>
              <a:gd name="connsiteX12" fmla="*/ 8926264 w 11578769"/>
              <a:gd name="connsiteY12" fmla="*/ 5864484 h 6462953"/>
              <a:gd name="connsiteX13" fmla="*/ 9774882 w 11578769"/>
              <a:gd name="connsiteY13" fmla="*/ 5851061 h 6462953"/>
              <a:gd name="connsiteX14" fmla="*/ 10927227 w 11578769"/>
              <a:gd name="connsiteY14" fmla="*/ 5873967 h 6462953"/>
              <a:gd name="connsiteX15" fmla="*/ 11562334 w 11578769"/>
              <a:gd name="connsiteY15" fmla="*/ 5869852 h 6462953"/>
              <a:gd name="connsiteX16" fmla="*/ 11571244 w 11578769"/>
              <a:gd name="connsiteY16" fmla="*/ 2573275 h 6462953"/>
              <a:gd name="connsiteX17" fmla="*/ 11572643 w 11578769"/>
              <a:gd name="connsiteY17" fmla="*/ 213068 h 6462953"/>
              <a:gd name="connsiteX18" fmla="*/ 11386303 w 11578769"/>
              <a:gd name="connsiteY18" fmla="*/ 34886 h 6462953"/>
              <a:gd name="connsiteX19" fmla="*/ 10689999 w 11578769"/>
              <a:gd name="connsiteY19" fmla="*/ 22192 h 6462953"/>
              <a:gd name="connsiteX20" fmla="*/ 7599878 w 11578769"/>
              <a:gd name="connsiteY20" fmla="*/ 27511 h 6462953"/>
              <a:gd name="connsiteX21" fmla="*/ 1999684 w 11578769"/>
              <a:gd name="connsiteY21" fmla="*/ 0 h 6462953"/>
              <a:gd name="connsiteX0" fmla="*/ 1999684 w 11578769"/>
              <a:gd name="connsiteY0" fmla="*/ 0 h 6654630"/>
              <a:gd name="connsiteX1" fmla="*/ 561320 w 11578769"/>
              <a:gd name="connsiteY1" fmla="*/ 10760 h 6654630"/>
              <a:gd name="connsiteX2" fmla="*/ 0 w 11578769"/>
              <a:gd name="connsiteY2" fmla="*/ 72136 h 6654630"/>
              <a:gd name="connsiteX3" fmla="*/ 0 w 11578769"/>
              <a:gd name="connsiteY3" fmla="*/ 860747 h 6654630"/>
              <a:gd name="connsiteX4" fmla="*/ 4597 w 11578769"/>
              <a:gd name="connsiteY4" fmla="*/ 860747 h 6654630"/>
              <a:gd name="connsiteX5" fmla="*/ 8569 w 11578769"/>
              <a:gd name="connsiteY5" fmla="*/ 1393284 h 6654630"/>
              <a:gd name="connsiteX6" fmla="*/ 67470 w 11578769"/>
              <a:gd name="connsiteY6" fmla="*/ 4886549 h 6654630"/>
              <a:gd name="connsiteX7" fmla="*/ 148480 w 11578769"/>
              <a:gd name="connsiteY7" fmla="*/ 5882442 h 6654630"/>
              <a:gd name="connsiteX8" fmla="*/ 5484139 w 11578769"/>
              <a:gd name="connsiteY8" fmla="*/ 5874336 h 6654630"/>
              <a:gd name="connsiteX9" fmla="*/ 8071632 w 11578769"/>
              <a:gd name="connsiteY9" fmla="*/ 5853608 h 6654630"/>
              <a:gd name="connsiteX10" fmla="*/ 8314590 w 11578769"/>
              <a:gd name="connsiteY10" fmla="*/ 5877326 h 6654630"/>
              <a:gd name="connsiteX11" fmla="*/ 8570471 w 11578769"/>
              <a:gd name="connsiteY11" fmla="*/ 6654630 h 6654630"/>
              <a:gd name="connsiteX12" fmla="*/ 8926264 w 11578769"/>
              <a:gd name="connsiteY12" fmla="*/ 5864484 h 6654630"/>
              <a:gd name="connsiteX13" fmla="*/ 9774882 w 11578769"/>
              <a:gd name="connsiteY13" fmla="*/ 5851061 h 6654630"/>
              <a:gd name="connsiteX14" fmla="*/ 10927227 w 11578769"/>
              <a:gd name="connsiteY14" fmla="*/ 5873967 h 6654630"/>
              <a:gd name="connsiteX15" fmla="*/ 11562334 w 11578769"/>
              <a:gd name="connsiteY15" fmla="*/ 5869852 h 6654630"/>
              <a:gd name="connsiteX16" fmla="*/ 11571244 w 11578769"/>
              <a:gd name="connsiteY16" fmla="*/ 2573275 h 6654630"/>
              <a:gd name="connsiteX17" fmla="*/ 11572643 w 11578769"/>
              <a:gd name="connsiteY17" fmla="*/ 213068 h 6654630"/>
              <a:gd name="connsiteX18" fmla="*/ 11386303 w 11578769"/>
              <a:gd name="connsiteY18" fmla="*/ 34886 h 6654630"/>
              <a:gd name="connsiteX19" fmla="*/ 10689999 w 11578769"/>
              <a:gd name="connsiteY19" fmla="*/ 22192 h 6654630"/>
              <a:gd name="connsiteX20" fmla="*/ 7599878 w 11578769"/>
              <a:gd name="connsiteY20" fmla="*/ 27511 h 6654630"/>
              <a:gd name="connsiteX21" fmla="*/ 1999684 w 11578769"/>
              <a:gd name="connsiteY21" fmla="*/ 0 h 6654630"/>
              <a:gd name="connsiteX0" fmla="*/ 1999684 w 11578769"/>
              <a:gd name="connsiteY0" fmla="*/ 0 h 6809341"/>
              <a:gd name="connsiteX1" fmla="*/ 561320 w 11578769"/>
              <a:gd name="connsiteY1" fmla="*/ 10760 h 6809341"/>
              <a:gd name="connsiteX2" fmla="*/ 0 w 11578769"/>
              <a:gd name="connsiteY2" fmla="*/ 72136 h 6809341"/>
              <a:gd name="connsiteX3" fmla="*/ 0 w 11578769"/>
              <a:gd name="connsiteY3" fmla="*/ 860747 h 6809341"/>
              <a:gd name="connsiteX4" fmla="*/ 4597 w 11578769"/>
              <a:gd name="connsiteY4" fmla="*/ 860747 h 6809341"/>
              <a:gd name="connsiteX5" fmla="*/ 8569 w 11578769"/>
              <a:gd name="connsiteY5" fmla="*/ 1393284 h 6809341"/>
              <a:gd name="connsiteX6" fmla="*/ 67470 w 11578769"/>
              <a:gd name="connsiteY6" fmla="*/ 4886549 h 6809341"/>
              <a:gd name="connsiteX7" fmla="*/ 148480 w 11578769"/>
              <a:gd name="connsiteY7" fmla="*/ 5882442 h 6809341"/>
              <a:gd name="connsiteX8" fmla="*/ 5484139 w 11578769"/>
              <a:gd name="connsiteY8" fmla="*/ 5874336 h 6809341"/>
              <a:gd name="connsiteX9" fmla="*/ 8071632 w 11578769"/>
              <a:gd name="connsiteY9" fmla="*/ 5853608 h 6809341"/>
              <a:gd name="connsiteX10" fmla="*/ 8314590 w 11578769"/>
              <a:gd name="connsiteY10" fmla="*/ 5877326 h 6809341"/>
              <a:gd name="connsiteX11" fmla="*/ 8575475 w 11578769"/>
              <a:gd name="connsiteY11" fmla="*/ 6809341 h 6809341"/>
              <a:gd name="connsiteX12" fmla="*/ 8926264 w 11578769"/>
              <a:gd name="connsiteY12" fmla="*/ 5864484 h 6809341"/>
              <a:gd name="connsiteX13" fmla="*/ 9774882 w 11578769"/>
              <a:gd name="connsiteY13" fmla="*/ 5851061 h 6809341"/>
              <a:gd name="connsiteX14" fmla="*/ 10927227 w 11578769"/>
              <a:gd name="connsiteY14" fmla="*/ 5873967 h 6809341"/>
              <a:gd name="connsiteX15" fmla="*/ 11562334 w 11578769"/>
              <a:gd name="connsiteY15" fmla="*/ 5869852 h 6809341"/>
              <a:gd name="connsiteX16" fmla="*/ 11571244 w 11578769"/>
              <a:gd name="connsiteY16" fmla="*/ 2573275 h 6809341"/>
              <a:gd name="connsiteX17" fmla="*/ 11572643 w 11578769"/>
              <a:gd name="connsiteY17" fmla="*/ 213068 h 6809341"/>
              <a:gd name="connsiteX18" fmla="*/ 11386303 w 11578769"/>
              <a:gd name="connsiteY18" fmla="*/ 34886 h 6809341"/>
              <a:gd name="connsiteX19" fmla="*/ 10689999 w 11578769"/>
              <a:gd name="connsiteY19" fmla="*/ 22192 h 6809341"/>
              <a:gd name="connsiteX20" fmla="*/ 7599878 w 11578769"/>
              <a:gd name="connsiteY20" fmla="*/ 27511 h 6809341"/>
              <a:gd name="connsiteX21" fmla="*/ 1999684 w 11578769"/>
              <a:gd name="connsiteY21" fmla="*/ 0 h 6809341"/>
              <a:gd name="connsiteX0" fmla="*/ 1999684 w 11578769"/>
              <a:gd name="connsiteY0" fmla="*/ 0 h 6809341"/>
              <a:gd name="connsiteX1" fmla="*/ 561320 w 11578769"/>
              <a:gd name="connsiteY1" fmla="*/ 10760 h 6809341"/>
              <a:gd name="connsiteX2" fmla="*/ 0 w 11578769"/>
              <a:gd name="connsiteY2" fmla="*/ 72136 h 6809341"/>
              <a:gd name="connsiteX3" fmla="*/ 0 w 11578769"/>
              <a:gd name="connsiteY3" fmla="*/ 860747 h 6809341"/>
              <a:gd name="connsiteX4" fmla="*/ 4597 w 11578769"/>
              <a:gd name="connsiteY4" fmla="*/ 860747 h 6809341"/>
              <a:gd name="connsiteX5" fmla="*/ 8569 w 11578769"/>
              <a:gd name="connsiteY5" fmla="*/ 1393284 h 6809341"/>
              <a:gd name="connsiteX6" fmla="*/ 67470 w 11578769"/>
              <a:gd name="connsiteY6" fmla="*/ 4886549 h 6809341"/>
              <a:gd name="connsiteX7" fmla="*/ 148480 w 11578769"/>
              <a:gd name="connsiteY7" fmla="*/ 5882442 h 6809341"/>
              <a:gd name="connsiteX8" fmla="*/ 5484139 w 11578769"/>
              <a:gd name="connsiteY8" fmla="*/ 5874336 h 6809341"/>
              <a:gd name="connsiteX9" fmla="*/ 8071632 w 11578769"/>
              <a:gd name="connsiteY9" fmla="*/ 5853608 h 6809341"/>
              <a:gd name="connsiteX10" fmla="*/ 8314590 w 11578769"/>
              <a:gd name="connsiteY10" fmla="*/ 5877326 h 6809341"/>
              <a:gd name="connsiteX11" fmla="*/ 8575475 w 11578769"/>
              <a:gd name="connsiteY11" fmla="*/ 6809341 h 6809341"/>
              <a:gd name="connsiteX12" fmla="*/ 8926264 w 11578769"/>
              <a:gd name="connsiteY12" fmla="*/ 5864484 h 6809341"/>
              <a:gd name="connsiteX13" fmla="*/ 9774882 w 11578769"/>
              <a:gd name="connsiteY13" fmla="*/ 5851061 h 6809341"/>
              <a:gd name="connsiteX14" fmla="*/ 10927227 w 11578769"/>
              <a:gd name="connsiteY14" fmla="*/ 5873967 h 6809341"/>
              <a:gd name="connsiteX15" fmla="*/ 11562334 w 11578769"/>
              <a:gd name="connsiteY15" fmla="*/ 5869852 h 6809341"/>
              <a:gd name="connsiteX16" fmla="*/ 11571244 w 11578769"/>
              <a:gd name="connsiteY16" fmla="*/ 2573275 h 6809341"/>
              <a:gd name="connsiteX17" fmla="*/ 11572643 w 11578769"/>
              <a:gd name="connsiteY17" fmla="*/ 213068 h 6809341"/>
              <a:gd name="connsiteX18" fmla="*/ 11386303 w 11578769"/>
              <a:gd name="connsiteY18" fmla="*/ 34886 h 6809341"/>
              <a:gd name="connsiteX19" fmla="*/ 10689999 w 11578769"/>
              <a:gd name="connsiteY19" fmla="*/ 22192 h 6809341"/>
              <a:gd name="connsiteX20" fmla="*/ 7599878 w 11578769"/>
              <a:gd name="connsiteY20" fmla="*/ 27511 h 6809341"/>
              <a:gd name="connsiteX21" fmla="*/ 1999684 w 11578769"/>
              <a:gd name="connsiteY21" fmla="*/ 0 h 6809341"/>
              <a:gd name="connsiteX0" fmla="*/ 1999684 w 11578769"/>
              <a:gd name="connsiteY0" fmla="*/ 0 h 6809341"/>
              <a:gd name="connsiteX1" fmla="*/ 561320 w 11578769"/>
              <a:gd name="connsiteY1" fmla="*/ 10760 h 6809341"/>
              <a:gd name="connsiteX2" fmla="*/ 0 w 11578769"/>
              <a:gd name="connsiteY2" fmla="*/ 72136 h 6809341"/>
              <a:gd name="connsiteX3" fmla="*/ 0 w 11578769"/>
              <a:gd name="connsiteY3" fmla="*/ 860747 h 6809341"/>
              <a:gd name="connsiteX4" fmla="*/ 4597 w 11578769"/>
              <a:gd name="connsiteY4" fmla="*/ 860747 h 6809341"/>
              <a:gd name="connsiteX5" fmla="*/ 8569 w 11578769"/>
              <a:gd name="connsiteY5" fmla="*/ 1393284 h 6809341"/>
              <a:gd name="connsiteX6" fmla="*/ 67470 w 11578769"/>
              <a:gd name="connsiteY6" fmla="*/ 4886549 h 6809341"/>
              <a:gd name="connsiteX7" fmla="*/ 148480 w 11578769"/>
              <a:gd name="connsiteY7" fmla="*/ 5882442 h 6809341"/>
              <a:gd name="connsiteX8" fmla="*/ 5484139 w 11578769"/>
              <a:gd name="connsiteY8" fmla="*/ 5874336 h 6809341"/>
              <a:gd name="connsiteX9" fmla="*/ 8071632 w 11578769"/>
              <a:gd name="connsiteY9" fmla="*/ 5853608 h 6809341"/>
              <a:gd name="connsiteX10" fmla="*/ 8314590 w 11578769"/>
              <a:gd name="connsiteY10" fmla="*/ 5877326 h 6809341"/>
              <a:gd name="connsiteX11" fmla="*/ 8575475 w 11578769"/>
              <a:gd name="connsiteY11" fmla="*/ 6809341 h 6809341"/>
              <a:gd name="connsiteX12" fmla="*/ 8926264 w 11578769"/>
              <a:gd name="connsiteY12" fmla="*/ 5864484 h 6809341"/>
              <a:gd name="connsiteX13" fmla="*/ 9774882 w 11578769"/>
              <a:gd name="connsiteY13" fmla="*/ 5851061 h 6809341"/>
              <a:gd name="connsiteX14" fmla="*/ 10927227 w 11578769"/>
              <a:gd name="connsiteY14" fmla="*/ 5873967 h 6809341"/>
              <a:gd name="connsiteX15" fmla="*/ 11562334 w 11578769"/>
              <a:gd name="connsiteY15" fmla="*/ 5869852 h 6809341"/>
              <a:gd name="connsiteX16" fmla="*/ 11571244 w 11578769"/>
              <a:gd name="connsiteY16" fmla="*/ 2573275 h 6809341"/>
              <a:gd name="connsiteX17" fmla="*/ 11572643 w 11578769"/>
              <a:gd name="connsiteY17" fmla="*/ 213068 h 6809341"/>
              <a:gd name="connsiteX18" fmla="*/ 11386303 w 11578769"/>
              <a:gd name="connsiteY18" fmla="*/ 34886 h 6809341"/>
              <a:gd name="connsiteX19" fmla="*/ 10689999 w 11578769"/>
              <a:gd name="connsiteY19" fmla="*/ 22192 h 6809341"/>
              <a:gd name="connsiteX20" fmla="*/ 7599878 w 11578769"/>
              <a:gd name="connsiteY20" fmla="*/ 27511 h 6809341"/>
              <a:gd name="connsiteX21" fmla="*/ 1999684 w 11578769"/>
              <a:gd name="connsiteY21" fmla="*/ 0 h 6809341"/>
              <a:gd name="connsiteX0" fmla="*/ 1999684 w 11578769"/>
              <a:gd name="connsiteY0" fmla="*/ 0 h 6809341"/>
              <a:gd name="connsiteX1" fmla="*/ 561320 w 11578769"/>
              <a:gd name="connsiteY1" fmla="*/ 10760 h 6809341"/>
              <a:gd name="connsiteX2" fmla="*/ 0 w 11578769"/>
              <a:gd name="connsiteY2" fmla="*/ 72136 h 6809341"/>
              <a:gd name="connsiteX3" fmla="*/ 0 w 11578769"/>
              <a:gd name="connsiteY3" fmla="*/ 860747 h 6809341"/>
              <a:gd name="connsiteX4" fmla="*/ 4597 w 11578769"/>
              <a:gd name="connsiteY4" fmla="*/ 860747 h 6809341"/>
              <a:gd name="connsiteX5" fmla="*/ 8569 w 11578769"/>
              <a:gd name="connsiteY5" fmla="*/ 1393284 h 6809341"/>
              <a:gd name="connsiteX6" fmla="*/ 67470 w 11578769"/>
              <a:gd name="connsiteY6" fmla="*/ 4886549 h 6809341"/>
              <a:gd name="connsiteX7" fmla="*/ 148480 w 11578769"/>
              <a:gd name="connsiteY7" fmla="*/ 5882442 h 6809341"/>
              <a:gd name="connsiteX8" fmla="*/ 5484139 w 11578769"/>
              <a:gd name="connsiteY8" fmla="*/ 5874336 h 6809341"/>
              <a:gd name="connsiteX9" fmla="*/ 8071632 w 11578769"/>
              <a:gd name="connsiteY9" fmla="*/ 5853608 h 6809341"/>
              <a:gd name="connsiteX10" fmla="*/ 8314590 w 11578769"/>
              <a:gd name="connsiteY10" fmla="*/ 5877326 h 6809341"/>
              <a:gd name="connsiteX11" fmla="*/ 8575475 w 11578769"/>
              <a:gd name="connsiteY11" fmla="*/ 6809341 h 6809341"/>
              <a:gd name="connsiteX12" fmla="*/ 8926264 w 11578769"/>
              <a:gd name="connsiteY12" fmla="*/ 5864484 h 6809341"/>
              <a:gd name="connsiteX13" fmla="*/ 9774882 w 11578769"/>
              <a:gd name="connsiteY13" fmla="*/ 5851061 h 6809341"/>
              <a:gd name="connsiteX14" fmla="*/ 10927227 w 11578769"/>
              <a:gd name="connsiteY14" fmla="*/ 5873967 h 6809341"/>
              <a:gd name="connsiteX15" fmla="*/ 11562334 w 11578769"/>
              <a:gd name="connsiteY15" fmla="*/ 5869852 h 6809341"/>
              <a:gd name="connsiteX16" fmla="*/ 11571244 w 11578769"/>
              <a:gd name="connsiteY16" fmla="*/ 2573275 h 6809341"/>
              <a:gd name="connsiteX17" fmla="*/ 11572643 w 11578769"/>
              <a:gd name="connsiteY17" fmla="*/ 213068 h 6809341"/>
              <a:gd name="connsiteX18" fmla="*/ 11386303 w 11578769"/>
              <a:gd name="connsiteY18" fmla="*/ 34886 h 6809341"/>
              <a:gd name="connsiteX19" fmla="*/ 10689999 w 11578769"/>
              <a:gd name="connsiteY19" fmla="*/ 22192 h 6809341"/>
              <a:gd name="connsiteX20" fmla="*/ 7599878 w 11578769"/>
              <a:gd name="connsiteY20" fmla="*/ 27511 h 6809341"/>
              <a:gd name="connsiteX21" fmla="*/ 1999684 w 11578769"/>
              <a:gd name="connsiteY21" fmla="*/ 0 h 6809341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0 w 11578769"/>
              <a:gd name="connsiteY2" fmla="*/ 72136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213068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0 w 11578769"/>
              <a:gd name="connsiteY2" fmla="*/ 72136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213068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0 w 11578769"/>
              <a:gd name="connsiteY2" fmla="*/ 72136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213068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80739"/>
              <a:gd name="connsiteY0" fmla="*/ 0 h 6964048"/>
              <a:gd name="connsiteX1" fmla="*/ 561320 w 11580739"/>
              <a:gd name="connsiteY1" fmla="*/ 10760 h 6964048"/>
              <a:gd name="connsiteX2" fmla="*/ 0 w 11580739"/>
              <a:gd name="connsiteY2" fmla="*/ 72136 h 6964048"/>
              <a:gd name="connsiteX3" fmla="*/ 0 w 11580739"/>
              <a:gd name="connsiteY3" fmla="*/ 860747 h 6964048"/>
              <a:gd name="connsiteX4" fmla="*/ 4597 w 11580739"/>
              <a:gd name="connsiteY4" fmla="*/ 860747 h 6964048"/>
              <a:gd name="connsiteX5" fmla="*/ 8569 w 11580739"/>
              <a:gd name="connsiteY5" fmla="*/ 1393284 h 6964048"/>
              <a:gd name="connsiteX6" fmla="*/ 67470 w 11580739"/>
              <a:gd name="connsiteY6" fmla="*/ 4886549 h 6964048"/>
              <a:gd name="connsiteX7" fmla="*/ 148480 w 11580739"/>
              <a:gd name="connsiteY7" fmla="*/ 5882442 h 6964048"/>
              <a:gd name="connsiteX8" fmla="*/ 5484139 w 11580739"/>
              <a:gd name="connsiteY8" fmla="*/ 5874336 h 6964048"/>
              <a:gd name="connsiteX9" fmla="*/ 8071632 w 11580739"/>
              <a:gd name="connsiteY9" fmla="*/ 5853608 h 6964048"/>
              <a:gd name="connsiteX10" fmla="*/ 8314590 w 11580739"/>
              <a:gd name="connsiteY10" fmla="*/ 5877326 h 6964048"/>
              <a:gd name="connsiteX11" fmla="*/ 8575475 w 11580739"/>
              <a:gd name="connsiteY11" fmla="*/ 6964048 h 6964048"/>
              <a:gd name="connsiteX12" fmla="*/ 8926264 w 11580739"/>
              <a:gd name="connsiteY12" fmla="*/ 5864484 h 6964048"/>
              <a:gd name="connsiteX13" fmla="*/ 9774882 w 11580739"/>
              <a:gd name="connsiteY13" fmla="*/ 5851061 h 6964048"/>
              <a:gd name="connsiteX14" fmla="*/ 10927227 w 11580739"/>
              <a:gd name="connsiteY14" fmla="*/ 5873967 h 6964048"/>
              <a:gd name="connsiteX15" fmla="*/ 11562334 w 11580739"/>
              <a:gd name="connsiteY15" fmla="*/ 5869852 h 6964048"/>
              <a:gd name="connsiteX16" fmla="*/ 11571244 w 11580739"/>
              <a:gd name="connsiteY16" fmla="*/ 2573275 h 6964048"/>
              <a:gd name="connsiteX17" fmla="*/ 11572643 w 11580739"/>
              <a:gd name="connsiteY17" fmla="*/ 213068 h 6964048"/>
              <a:gd name="connsiteX18" fmla="*/ 11386303 w 11580739"/>
              <a:gd name="connsiteY18" fmla="*/ 34886 h 6964048"/>
              <a:gd name="connsiteX19" fmla="*/ 10689999 w 11580739"/>
              <a:gd name="connsiteY19" fmla="*/ 22192 h 6964048"/>
              <a:gd name="connsiteX20" fmla="*/ 7599878 w 11580739"/>
              <a:gd name="connsiteY20" fmla="*/ 27511 h 6964048"/>
              <a:gd name="connsiteX21" fmla="*/ 1999684 w 11580739"/>
              <a:gd name="connsiteY21" fmla="*/ 0 h 6964048"/>
              <a:gd name="connsiteX0" fmla="*/ 1999684 w 11580739"/>
              <a:gd name="connsiteY0" fmla="*/ 0 h 6964048"/>
              <a:gd name="connsiteX1" fmla="*/ 561320 w 11580739"/>
              <a:gd name="connsiteY1" fmla="*/ 10760 h 6964048"/>
              <a:gd name="connsiteX2" fmla="*/ 0 w 11580739"/>
              <a:gd name="connsiteY2" fmla="*/ 72136 h 6964048"/>
              <a:gd name="connsiteX3" fmla="*/ 0 w 11580739"/>
              <a:gd name="connsiteY3" fmla="*/ 860747 h 6964048"/>
              <a:gd name="connsiteX4" fmla="*/ 4597 w 11580739"/>
              <a:gd name="connsiteY4" fmla="*/ 860747 h 6964048"/>
              <a:gd name="connsiteX5" fmla="*/ 8569 w 11580739"/>
              <a:gd name="connsiteY5" fmla="*/ 1393284 h 6964048"/>
              <a:gd name="connsiteX6" fmla="*/ 67470 w 11580739"/>
              <a:gd name="connsiteY6" fmla="*/ 4886549 h 6964048"/>
              <a:gd name="connsiteX7" fmla="*/ 148480 w 11580739"/>
              <a:gd name="connsiteY7" fmla="*/ 5882442 h 6964048"/>
              <a:gd name="connsiteX8" fmla="*/ 5484139 w 11580739"/>
              <a:gd name="connsiteY8" fmla="*/ 5874336 h 6964048"/>
              <a:gd name="connsiteX9" fmla="*/ 8071632 w 11580739"/>
              <a:gd name="connsiteY9" fmla="*/ 5853608 h 6964048"/>
              <a:gd name="connsiteX10" fmla="*/ 8314590 w 11580739"/>
              <a:gd name="connsiteY10" fmla="*/ 5877326 h 6964048"/>
              <a:gd name="connsiteX11" fmla="*/ 8575475 w 11580739"/>
              <a:gd name="connsiteY11" fmla="*/ 6964048 h 6964048"/>
              <a:gd name="connsiteX12" fmla="*/ 8926264 w 11580739"/>
              <a:gd name="connsiteY12" fmla="*/ 5864484 h 6964048"/>
              <a:gd name="connsiteX13" fmla="*/ 9774882 w 11580739"/>
              <a:gd name="connsiteY13" fmla="*/ 5851061 h 6964048"/>
              <a:gd name="connsiteX14" fmla="*/ 10927227 w 11580739"/>
              <a:gd name="connsiteY14" fmla="*/ 5873967 h 6964048"/>
              <a:gd name="connsiteX15" fmla="*/ 11562334 w 11580739"/>
              <a:gd name="connsiteY15" fmla="*/ 5869852 h 6964048"/>
              <a:gd name="connsiteX16" fmla="*/ 11571244 w 11580739"/>
              <a:gd name="connsiteY16" fmla="*/ 2573275 h 6964048"/>
              <a:gd name="connsiteX17" fmla="*/ 11572643 w 11580739"/>
              <a:gd name="connsiteY17" fmla="*/ 135715 h 6964048"/>
              <a:gd name="connsiteX18" fmla="*/ 11386303 w 11580739"/>
              <a:gd name="connsiteY18" fmla="*/ 34886 h 6964048"/>
              <a:gd name="connsiteX19" fmla="*/ 10689999 w 11580739"/>
              <a:gd name="connsiteY19" fmla="*/ 22192 h 6964048"/>
              <a:gd name="connsiteX20" fmla="*/ 7599878 w 11580739"/>
              <a:gd name="connsiteY20" fmla="*/ 27511 h 6964048"/>
              <a:gd name="connsiteX21" fmla="*/ 1999684 w 1158073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0 w 11578769"/>
              <a:gd name="connsiteY2" fmla="*/ 72136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48480 w 11578769"/>
              <a:gd name="connsiteY7" fmla="*/ 5882442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28464 w 11578769"/>
              <a:gd name="connsiteY7" fmla="*/ 5882443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9 h 6964048"/>
              <a:gd name="connsiteX7" fmla="*/ 128464 w 11578769"/>
              <a:gd name="connsiteY7" fmla="*/ 5882443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4597 w 11578769"/>
              <a:gd name="connsiteY4" fmla="*/ 860747 h 6964048"/>
              <a:gd name="connsiteX5" fmla="*/ 8569 w 11578769"/>
              <a:gd name="connsiteY5" fmla="*/ 1393284 h 6964048"/>
              <a:gd name="connsiteX6" fmla="*/ 67470 w 11578769"/>
              <a:gd name="connsiteY6" fmla="*/ 4886548 h 6964048"/>
              <a:gd name="connsiteX7" fmla="*/ 128464 w 11578769"/>
              <a:gd name="connsiteY7" fmla="*/ 5882443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39624 w 11578769"/>
              <a:gd name="connsiteY4" fmla="*/ 860749 h 6964048"/>
              <a:gd name="connsiteX5" fmla="*/ 8569 w 11578769"/>
              <a:gd name="connsiteY5" fmla="*/ 1393284 h 6964048"/>
              <a:gd name="connsiteX6" fmla="*/ 67470 w 11578769"/>
              <a:gd name="connsiteY6" fmla="*/ 4886548 h 6964048"/>
              <a:gd name="connsiteX7" fmla="*/ 128464 w 11578769"/>
              <a:gd name="connsiteY7" fmla="*/ 5882443 h 6964048"/>
              <a:gd name="connsiteX8" fmla="*/ 5484139 w 11578769"/>
              <a:gd name="connsiteY8" fmla="*/ 5874336 h 6964048"/>
              <a:gd name="connsiteX9" fmla="*/ 8071632 w 11578769"/>
              <a:gd name="connsiteY9" fmla="*/ 5853608 h 6964048"/>
              <a:gd name="connsiteX10" fmla="*/ 8314590 w 11578769"/>
              <a:gd name="connsiteY10" fmla="*/ 5877326 h 6964048"/>
              <a:gd name="connsiteX11" fmla="*/ 8575475 w 11578769"/>
              <a:gd name="connsiteY11" fmla="*/ 6964048 h 6964048"/>
              <a:gd name="connsiteX12" fmla="*/ 8926264 w 11578769"/>
              <a:gd name="connsiteY12" fmla="*/ 5864484 h 6964048"/>
              <a:gd name="connsiteX13" fmla="*/ 9774882 w 11578769"/>
              <a:gd name="connsiteY13" fmla="*/ 5851061 h 6964048"/>
              <a:gd name="connsiteX14" fmla="*/ 10927227 w 11578769"/>
              <a:gd name="connsiteY14" fmla="*/ 5873967 h 6964048"/>
              <a:gd name="connsiteX15" fmla="*/ 11562334 w 11578769"/>
              <a:gd name="connsiteY15" fmla="*/ 5869852 h 6964048"/>
              <a:gd name="connsiteX16" fmla="*/ 11571244 w 11578769"/>
              <a:gd name="connsiteY16" fmla="*/ 2573275 h 6964048"/>
              <a:gd name="connsiteX17" fmla="*/ 11572643 w 11578769"/>
              <a:gd name="connsiteY17" fmla="*/ 135715 h 6964048"/>
              <a:gd name="connsiteX18" fmla="*/ 11386303 w 11578769"/>
              <a:gd name="connsiteY18" fmla="*/ 34886 h 6964048"/>
              <a:gd name="connsiteX19" fmla="*/ 10689999 w 11578769"/>
              <a:gd name="connsiteY19" fmla="*/ 22192 h 6964048"/>
              <a:gd name="connsiteX20" fmla="*/ 7599878 w 11578769"/>
              <a:gd name="connsiteY20" fmla="*/ 27511 h 6964048"/>
              <a:gd name="connsiteX21" fmla="*/ 1999684 w 11578769"/>
              <a:gd name="connsiteY21" fmla="*/ 0 h 6964048"/>
              <a:gd name="connsiteX0" fmla="*/ 1999684 w 11578769"/>
              <a:gd name="connsiteY0" fmla="*/ 0 h 6964048"/>
              <a:gd name="connsiteX1" fmla="*/ 561320 w 11578769"/>
              <a:gd name="connsiteY1" fmla="*/ 10760 h 6964048"/>
              <a:gd name="connsiteX2" fmla="*/ 20015 w 11578769"/>
              <a:gd name="connsiteY2" fmla="*/ 56664 h 6964048"/>
              <a:gd name="connsiteX3" fmla="*/ 0 w 11578769"/>
              <a:gd name="connsiteY3" fmla="*/ 860747 h 6964048"/>
              <a:gd name="connsiteX4" fmla="*/ 8569 w 11578769"/>
              <a:gd name="connsiteY4" fmla="*/ 1393284 h 6964048"/>
              <a:gd name="connsiteX5" fmla="*/ 67470 w 11578769"/>
              <a:gd name="connsiteY5" fmla="*/ 4886548 h 6964048"/>
              <a:gd name="connsiteX6" fmla="*/ 128464 w 11578769"/>
              <a:gd name="connsiteY6" fmla="*/ 5882443 h 6964048"/>
              <a:gd name="connsiteX7" fmla="*/ 5484139 w 11578769"/>
              <a:gd name="connsiteY7" fmla="*/ 5874336 h 6964048"/>
              <a:gd name="connsiteX8" fmla="*/ 8071632 w 11578769"/>
              <a:gd name="connsiteY8" fmla="*/ 5853608 h 6964048"/>
              <a:gd name="connsiteX9" fmla="*/ 8314590 w 11578769"/>
              <a:gd name="connsiteY9" fmla="*/ 5877326 h 6964048"/>
              <a:gd name="connsiteX10" fmla="*/ 8575475 w 11578769"/>
              <a:gd name="connsiteY10" fmla="*/ 6964048 h 6964048"/>
              <a:gd name="connsiteX11" fmla="*/ 8926264 w 11578769"/>
              <a:gd name="connsiteY11" fmla="*/ 5864484 h 6964048"/>
              <a:gd name="connsiteX12" fmla="*/ 9774882 w 11578769"/>
              <a:gd name="connsiteY12" fmla="*/ 5851061 h 6964048"/>
              <a:gd name="connsiteX13" fmla="*/ 10927227 w 11578769"/>
              <a:gd name="connsiteY13" fmla="*/ 5873967 h 6964048"/>
              <a:gd name="connsiteX14" fmla="*/ 11562334 w 11578769"/>
              <a:gd name="connsiteY14" fmla="*/ 5869852 h 6964048"/>
              <a:gd name="connsiteX15" fmla="*/ 11571244 w 11578769"/>
              <a:gd name="connsiteY15" fmla="*/ 2573275 h 6964048"/>
              <a:gd name="connsiteX16" fmla="*/ 11572643 w 11578769"/>
              <a:gd name="connsiteY16" fmla="*/ 135715 h 6964048"/>
              <a:gd name="connsiteX17" fmla="*/ 11386303 w 11578769"/>
              <a:gd name="connsiteY17" fmla="*/ 34886 h 6964048"/>
              <a:gd name="connsiteX18" fmla="*/ 10689999 w 11578769"/>
              <a:gd name="connsiteY18" fmla="*/ 22192 h 6964048"/>
              <a:gd name="connsiteX19" fmla="*/ 7599878 w 11578769"/>
              <a:gd name="connsiteY19" fmla="*/ 27511 h 6964048"/>
              <a:gd name="connsiteX20" fmla="*/ 1999684 w 11578769"/>
              <a:gd name="connsiteY20" fmla="*/ 0 h 6964048"/>
              <a:gd name="connsiteX0" fmla="*/ 1991115 w 11570200"/>
              <a:gd name="connsiteY0" fmla="*/ 0 h 6964048"/>
              <a:gd name="connsiteX1" fmla="*/ 552751 w 11570200"/>
              <a:gd name="connsiteY1" fmla="*/ 10760 h 6964048"/>
              <a:gd name="connsiteX2" fmla="*/ 11446 w 11570200"/>
              <a:gd name="connsiteY2" fmla="*/ 56664 h 6964048"/>
              <a:gd name="connsiteX3" fmla="*/ 6442 w 11570200"/>
              <a:gd name="connsiteY3" fmla="*/ 845281 h 6964048"/>
              <a:gd name="connsiteX4" fmla="*/ 0 w 11570200"/>
              <a:gd name="connsiteY4" fmla="*/ 1393284 h 6964048"/>
              <a:gd name="connsiteX5" fmla="*/ 58901 w 11570200"/>
              <a:gd name="connsiteY5" fmla="*/ 4886548 h 6964048"/>
              <a:gd name="connsiteX6" fmla="*/ 119895 w 11570200"/>
              <a:gd name="connsiteY6" fmla="*/ 5882443 h 6964048"/>
              <a:gd name="connsiteX7" fmla="*/ 5475570 w 11570200"/>
              <a:gd name="connsiteY7" fmla="*/ 5874336 h 6964048"/>
              <a:gd name="connsiteX8" fmla="*/ 8063063 w 11570200"/>
              <a:gd name="connsiteY8" fmla="*/ 5853608 h 6964048"/>
              <a:gd name="connsiteX9" fmla="*/ 8306021 w 11570200"/>
              <a:gd name="connsiteY9" fmla="*/ 5877326 h 6964048"/>
              <a:gd name="connsiteX10" fmla="*/ 8566906 w 11570200"/>
              <a:gd name="connsiteY10" fmla="*/ 6964048 h 6964048"/>
              <a:gd name="connsiteX11" fmla="*/ 8917695 w 11570200"/>
              <a:gd name="connsiteY11" fmla="*/ 5864484 h 6964048"/>
              <a:gd name="connsiteX12" fmla="*/ 9766313 w 11570200"/>
              <a:gd name="connsiteY12" fmla="*/ 5851061 h 6964048"/>
              <a:gd name="connsiteX13" fmla="*/ 10918658 w 11570200"/>
              <a:gd name="connsiteY13" fmla="*/ 5873967 h 6964048"/>
              <a:gd name="connsiteX14" fmla="*/ 11553765 w 11570200"/>
              <a:gd name="connsiteY14" fmla="*/ 5869852 h 6964048"/>
              <a:gd name="connsiteX15" fmla="*/ 11562675 w 11570200"/>
              <a:gd name="connsiteY15" fmla="*/ 2573275 h 6964048"/>
              <a:gd name="connsiteX16" fmla="*/ 11564074 w 11570200"/>
              <a:gd name="connsiteY16" fmla="*/ 135715 h 6964048"/>
              <a:gd name="connsiteX17" fmla="*/ 11377734 w 11570200"/>
              <a:gd name="connsiteY17" fmla="*/ 34886 h 6964048"/>
              <a:gd name="connsiteX18" fmla="*/ 10681430 w 11570200"/>
              <a:gd name="connsiteY18" fmla="*/ 22192 h 6964048"/>
              <a:gd name="connsiteX19" fmla="*/ 7591309 w 11570200"/>
              <a:gd name="connsiteY19" fmla="*/ 27511 h 6964048"/>
              <a:gd name="connsiteX20" fmla="*/ 1991115 w 11570200"/>
              <a:gd name="connsiteY20" fmla="*/ 0 h 6964048"/>
              <a:gd name="connsiteX0" fmla="*/ 1984916 w 11564001"/>
              <a:gd name="connsiteY0" fmla="*/ 0 h 6964048"/>
              <a:gd name="connsiteX1" fmla="*/ 546552 w 11564001"/>
              <a:gd name="connsiteY1" fmla="*/ 10760 h 6964048"/>
              <a:gd name="connsiteX2" fmla="*/ 5247 w 11564001"/>
              <a:gd name="connsiteY2" fmla="*/ 56664 h 6964048"/>
              <a:gd name="connsiteX3" fmla="*/ 243 w 11564001"/>
              <a:gd name="connsiteY3" fmla="*/ 845281 h 6964048"/>
              <a:gd name="connsiteX4" fmla="*/ 8812 w 11564001"/>
              <a:gd name="connsiteY4" fmla="*/ 1671759 h 6964048"/>
              <a:gd name="connsiteX5" fmla="*/ 52702 w 11564001"/>
              <a:gd name="connsiteY5" fmla="*/ 4886548 h 6964048"/>
              <a:gd name="connsiteX6" fmla="*/ 113696 w 11564001"/>
              <a:gd name="connsiteY6" fmla="*/ 5882443 h 6964048"/>
              <a:gd name="connsiteX7" fmla="*/ 5469371 w 11564001"/>
              <a:gd name="connsiteY7" fmla="*/ 5874336 h 6964048"/>
              <a:gd name="connsiteX8" fmla="*/ 8056864 w 11564001"/>
              <a:gd name="connsiteY8" fmla="*/ 5853608 h 6964048"/>
              <a:gd name="connsiteX9" fmla="*/ 8299822 w 11564001"/>
              <a:gd name="connsiteY9" fmla="*/ 5877326 h 6964048"/>
              <a:gd name="connsiteX10" fmla="*/ 8560707 w 11564001"/>
              <a:gd name="connsiteY10" fmla="*/ 6964048 h 6964048"/>
              <a:gd name="connsiteX11" fmla="*/ 8911496 w 11564001"/>
              <a:gd name="connsiteY11" fmla="*/ 5864484 h 6964048"/>
              <a:gd name="connsiteX12" fmla="*/ 9760114 w 11564001"/>
              <a:gd name="connsiteY12" fmla="*/ 5851061 h 6964048"/>
              <a:gd name="connsiteX13" fmla="*/ 10912459 w 11564001"/>
              <a:gd name="connsiteY13" fmla="*/ 5873967 h 6964048"/>
              <a:gd name="connsiteX14" fmla="*/ 11547566 w 11564001"/>
              <a:gd name="connsiteY14" fmla="*/ 5869852 h 6964048"/>
              <a:gd name="connsiteX15" fmla="*/ 11556476 w 11564001"/>
              <a:gd name="connsiteY15" fmla="*/ 2573275 h 6964048"/>
              <a:gd name="connsiteX16" fmla="*/ 11557875 w 11564001"/>
              <a:gd name="connsiteY16" fmla="*/ 135715 h 6964048"/>
              <a:gd name="connsiteX17" fmla="*/ 11371535 w 11564001"/>
              <a:gd name="connsiteY17" fmla="*/ 34886 h 6964048"/>
              <a:gd name="connsiteX18" fmla="*/ 10675231 w 11564001"/>
              <a:gd name="connsiteY18" fmla="*/ 22192 h 6964048"/>
              <a:gd name="connsiteX19" fmla="*/ 7585110 w 11564001"/>
              <a:gd name="connsiteY19" fmla="*/ 27511 h 6964048"/>
              <a:gd name="connsiteX20" fmla="*/ 1984916 w 11564001"/>
              <a:gd name="connsiteY20" fmla="*/ 0 h 6964048"/>
              <a:gd name="connsiteX0" fmla="*/ 1984673 w 11563758"/>
              <a:gd name="connsiteY0" fmla="*/ 0 h 6964048"/>
              <a:gd name="connsiteX1" fmla="*/ 546309 w 11563758"/>
              <a:gd name="connsiteY1" fmla="*/ 10760 h 6964048"/>
              <a:gd name="connsiteX2" fmla="*/ 5004 w 11563758"/>
              <a:gd name="connsiteY2" fmla="*/ 56664 h 6964048"/>
              <a:gd name="connsiteX3" fmla="*/ 0 w 11563758"/>
              <a:gd name="connsiteY3" fmla="*/ 845281 h 6964048"/>
              <a:gd name="connsiteX4" fmla="*/ 52459 w 11563758"/>
              <a:gd name="connsiteY4" fmla="*/ 4886548 h 6964048"/>
              <a:gd name="connsiteX5" fmla="*/ 113453 w 11563758"/>
              <a:gd name="connsiteY5" fmla="*/ 5882443 h 6964048"/>
              <a:gd name="connsiteX6" fmla="*/ 5469128 w 11563758"/>
              <a:gd name="connsiteY6" fmla="*/ 5874336 h 6964048"/>
              <a:gd name="connsiteX7" fmla="*/ 8056621 w 11563758"/>
              <a:gd name="connsiteY7" fmla="*/ 5853608 h 6964048"/>
              <a:gd name="connsiteX8" fmla="*/ 8299579 w 11563758"/>
              <a:gd name="connsiteY8" fmla="*/ 5877326 h 6964048"/>
              <a:gd name="connsiteX9" fmla="*/ 8560464 w 11563758"/>
              <a:gd name="connsiteY9" fmla="*/ 6964048 h 6964048"/>
              <a:gd name="connsiteX10" fmla="*/ 8911253 w 11563758"/>
              <a:gd name="connsiteY10" fmla="*/ 5864484 h 6964048"/>
              <a:gd name="connsiteX11" fmla="*/ 9759871 w 11563758"/>
              <a:gd name="connsiteY11" fmla="*/ 5851061 h 6964048"/>
              <a:gd name="connsiteX12" fmla="*/ 10912216 w 11563758"/>
              <a:gd name="connsiteY12" fmla="*/ 5873967 h 6964048"/>
              <a:gd name="connsiteX13" fmla="*/ 11547323 w 11563758"/>
              <a:gd name="connsiteY13" fmla="*/ 5869852 h 6964048"/>
              <a:gd name="connsiteX14" fmla="*/ 11556233 w 11563758"/>
              <a:gd name="connsiteY14" fmla="*/ 2573275 h 6964048"/>
              <a:gd name="connsiteX15" fmla="*/ 11557632 w 11563758"/>
              <a:gd name="connsiteY15" fmla="*/ 135715 h 6964048"/>
              <a:gd name="connsiteX16" fmla="*/ 11371292 w 11563758"/>
              <a:gd name="connsiteY16" fmla="*/ 34886 h 6964048"/>
              <a:gd name="connsiteX17" fmla="*/ 10674988 w 11563758"/>
              <a:gd name="connsiteY17" fmla="*/ 22192 h 6964048"/>
              <a:gd name="connsiteX18" fmla="*/ 7584867 w 11563758"/>
              <a:gd name="connsiteY18" fmla="*/ 27511 h 6964048"/>
              <a:gd name="connsiteX19" fmla="*/ 1984673 w 11563758"/>
              <a:gd name="connsiteY19" fmla="*/ 0 h 6964048"/>
              <a:gd name="connsiteX0" fmla="*/ 1979669 w 11558754"/>
              <a:gd name="connsiteY0" fmla="*/ 0 h 6964048"/>
              <a:gd name="connsiteX1" fmla="*/ 541305 w 11558754"/>
              <a:gd name="connsiteY1" fmla="*/ 10760 h 6964048"/>
              <a:gd name="connsiteX2" fmla="*/ 0 w 11558754"/>
              <a:gd name="connsiteY2" fmla="*/ 56664 h 6964048"/>
              <a:gd name="connsiteX3" fmla="*/ 10007 w 11558754"/>
              <a:gd name="connsiteY3" fmla="*/ 907167 h 6964048"/>
              <a:gd name="connsiteX4" fmla="*/ 47455 w 11558754"/>
              <a:gd name="connsiteY4" fmla="*/ 4886548 h 6964048"/>
              <a:gd name="connsiteX5" fmla="*/ 108449 w 11558754"/>
              <a:gd name="connsiteY5" fmla="*/ 5882443 h 6964048"/>
              <a:gd name="connsiteX6" fmla="*/ 5464124 w 11558754"/>
              <a:gd name="connsiteY6" fmla="*/ 5874336 h 6964048"/>
              <a:gd name="connsiteX7" fmla="*/ 8051617 w 11558754"/>
              <a:gd name="connsiteY7" fmla="*/ 5853608 h 6964048"/>
              <a:gd name="connsiteX8" fmla="*/ 8294575 w 11558754"/>
              <a:gd name="connsiteY8" fmla="*/ 5877326 h 6964048"/>
              <a:gd name="connsiteX9" fmla="*/ 8555460 w 11558754"/>
              <a:gd name="connsiteY9" fmla="*/ 6964048 h 6964048"/>
              <a:gd name="connsiteX10" fmla="*/ 8906249 w 11558754"/>
              <a:gd name="connsiteY10" fmla="*/ 5864484 h 6964048"/>
              <a:gd name="connsiteX11" fmla="*/ 9754867 w 11558754"/>
              <a:gd name="connsiteY11" fmla="*/ 5851061 h 6964048"/>
              <a:gd name="connsiteX12" fmla="*/ 10907212 w 11558754"/>
              <a:gd name="connsiteY12" fmla="*/ 5873967 h 6964048"/>
              <a:gd name="connsiteX13" fmla="*/ 11542319 w 11558754"/>
              <a:gd name="connsiteY13" fmla="*/ 5869852 h 6964048"/>
              <a:gd name="connsiteX14" fmla="*/ 11551229 w 11558754"/>
              <a:gd name="connsiteY14" fmla="*/ 2573275 h 6964048"/>
              <a:gd name="connsiteX15" fmla="*/ 11552628 w 11558754"/>
              <a:gd name="connsiteY15" fmla="*/ 135715 h 6964048"/>
              <a:gd name="connsiteX16" fmla="*/ 11366288 w 11558754"/>
              <a:gd name="connsiteY16" fmla="*/ 34886 h 6964048"/>
              <a:gd name="connsiteX17" fmla="*/ 10669984 w 11558754"/>
              <a:gd name="connsiteY17" fmla="*/ 22192 h 6964048"/>
              <a:gd name="connsiteX18" fmla="*/ 7579863 w 11558754"/>
              <a:gd name="connsiteY18" fmla="*/ 27511 h 6964048"/>
              <a:gd name="connsiteX19" fmla="*/ 1979669 w 11558754"/>
              <a:gd name="connsiteY19" fmla="*/ 0 h 6964048"/>
              <a:gd name="connsiteX0" fmla="*/ 1969662 w 11548747"/>
              <a:gd name="connsiteY0" fmla="*/ 0 h 6964048"/>
              <a:gd name="connsiteX1" fmla="*/ 531298 w 11548747"/>
              <a:gd name="connsiteY1" fmla="*/ 10760 h 6964048"/>
              <a:gd name="connsiteX2" fmla="*/ 10008 w 11548747"/>
              <a:gd name="connsiteY2" fmla="*/ 41197 h 6964048"/>
              <a:gd name="connsiteX3" fmla="*/ 0 w 11548747"/>
              <a:gd name="connsiteY3" fmla="*/ 907167 h 6964048"/>
              <a:gd name="connsiteX4" fmla="*/ 37448 w 11548747"/>
              <a:gd name="connsiteY4" fmla="*/ 4886548 h 6964048"/>
              <a:gd name="connsiteX5" fmla="*/ 98442 w 11548747"/>
              <a:gd name="connsiteY5" fmla="*/ 5882443 h 6964048"/>
              <a:gd name="connsiteX6" fmla="*/ 5454117 w 11548747"/>
              <a:gd name="connsiteY6" fmla="*/ 5874336 h 6964048"/>
              <a:gd name="connsiteX7" fmla="*/ 8041610 w 11548747"/>
              <a:gd name="connsiteY7" fmla="*/ 5853608 h 6964048"/>
              <a:gd name="connsiteX8" fmla="*/ 8284568 w 11548747"/>
              <a:gd name="connsiteY8" fmla="*/ 5877326 h 6964048"/>
              <a:gd name="connsiteX9" fmla="*/ 8545453 w 11548747"/>
              <a:gd name="connsiteY9" fmla="*/ 6964048 h 6964048"/>
              <a:gd name="connsiteX10" fmla="*/ 8896242 w 11548747"/>
              <a:gd name="connsiteY10" fmla="*/ 5864484 h 6964048"/>
              <a:gd name="connsiteX11" fmla="*/ 9744860 w 11548747"/>
              <a:gd name="connsiteY11" fmla="*/ 5851061 h 6964048"/>
              <a:gd name="connsiteX12" fmla="*/ 10897205 w 11548747"/>
              <a:gd name="connsiteY12" fmla="*/ 5873967 h 6964048"/>
              <a:gd name="connsiteX13" fmla="*/ 11532312 w 11548747"/>
              <a:gd name="connsiteY13" fmla="*/ 5869852 h 6964048"/>
              <a:gd name="connsiteX14" fmla="*/ 11541222 w 11548747"/>
              <a:gd name="connsiteY14" fmla="*/ 2573275 h 6964048"/>
              <a:gd name="connsiteX15" fmla="*/ 11542621 w 11548747"/>
              <a:gd name="connsiteY15" fmla="*/ 135715 h 6964048"/>
              <a:gd name="connsiteX16" fmla="*/ 11356281 w 11548747"/>
              <a:gd name="connsiteY16" fmla="*/ 34886 h 6964048"/>
              <a:gd name="connsiteX17" fmla="*/ 10659977 w 11548747"/>
              <a:gd name="connsiteY17" fmla="*/ 22192 h 6964048"/>
              <a:gd name="connsiteX18" fmla="*/ 7569856 w 11548747"/>
              <a:gd name="connsiteY18" fmla="*/ 27511 h 6964048"/>
              <a:gd name="connsiteX19" fmla="*/ 1969662 w 11548747"/>
              <a:gd name="connsiteY19" fmla="*/ 0 h 6964048"/>
              <a:gd name="connsiteX0" fmla="*/ 1969662 w 11548747"/>
              <a:gd name="connsiteY0" fmla="*/ 0 h 6964048"/>
              <a:gd name="connsiteX1" fmla="*/ 531298 w 11548747"/>
              <a:gd name="connsiteY1" fmla="*/ 10760 h 6964048"/>
              <a:gd name="connsiteX2" fmla="*/ 10008 w 11548747"/>
              <a:gd name="connsiteY2" fmla="*/ 41197 h 6964048"/>
              <a:gd name="connsiteX3" fmla="*/ 0 w 11548747"/>
              <a:gd name="connsiteY3" fmla="*/ 907167 h 6964048"/>
              <a:gd name="connsiteX4" fmla="*/ 37448 w 11548747"/>
              <a:gd name="connsiteY4" fmla="*/ 4886548 h 6964048"/>
              <a:gd name="connsiteX5" fmla="*/ 98442 w 11548747"/>
              <a:gd name="connsiteY5" fmla="*/ 5882443 h 6964048"/>
              <a:gd name="connsiteX6" fmla="*/ 5454117 w 11548747"/>
              <a:gd name="connsiteY6" fmla="*/ 5874336 h 6964048"/>
              <a:gd name="connsiteX7" fmla="*/ 8041610 w 11548747"/>
              <a:gd name="connsiteY7" fmla="*/ 5853608 h 6964048"/>
              <a:gd name="connsiteX8" fmla="*/ 8284568 w 11548747"/>
              <a:gd name="connsiteY8" fmla="*/ 5877326 h 6964048"/>
              <a:gd name="connsiteX9" fmla="*/ 8545453 w 11548747"/>
              <a:gd name="connsiteY9" fmla="*/ 6964048 h 6964048"/>
              <a:gd name="connsiteX10" fmla="*/ 8896242 w 11548747"/>
              <a:gd name="connsiteY10" fmla="*/ 5864484 h 6964048"/>
              <a:gd name="connsiteX11" fmla="*/ 9744860 w 11548747"/>
              <a:gd name="connsiteY11" fmla="*/ 5851061 h 6964048"/>
              <a:gd name="connsiteX12" fmla="*/ 10897205 w 11548747"/>
              <a:gd name="connsiteY12" fmla="*/ 5873967 h 6964048"/>
              <a:gd name="connsiteX13" fmla="*/ 11532312 w 11548747"/>
              <a:gd name="connsiteY13" fmla="*/ 5869852 h 6964048"/>
              <a:gd name="connsiteX14" fmla="*/ 11541222 w 11548747"/>
              <a:gd name="connsiteY14" fmla="*/ 2573275 h 6964048"/>
              <a:gd name="connsiteX15" fmla="*/ 11542621 w 11548747"/>
              <a:gd name="connsiteY15" fmla="*/ 135715 h 6964048"/>
              <a:gd name="connsiteX16" fmla="*/ 11356281 w 11548747"/>
              <a:gd name="connsiteY16" fmla="*/ 34886 h 6964048"/>
              <a:gd name="connsiteX17" fmla="*/ 10659977 w 11548747"/>
              <a:gd name="connsiteY17" fmla="*/ 22192 h 6964048"/>
              <a:gd name="connsiteX18" fmla="*/ 7569856 w 11548747"/>
              <a:gd name="connsiteY18" fmla="*/ 27511 h 6964048"/>
              <a:gd name="connsiteX19" fmla="*/ 1969662 w 11548747"/>
              <a:gd name="connsiteY19" fmla="*/ 0 h 6964048"/>
              <a:gd name="connsiteX0" fmla="*/ 1969662 w 11548747"/>
              <a:gd name="connsiteY0" fmla="*/ 0 h 6964048"/>
              <a:gd name="connsiteX1" fmla="*/ 531298 w 11548747"/>
              <a:gd name="connsiteY1" fmla="*/ 10760 h 6964048"/>
              <a:gd name="connsiteX2" fmla="*/ 10008 w 11548747"/>
              <a:gd name="connsiteY2" fmla="*/ 41197 h 6964048"/>
              <a:gd name="connsiteX3" fmla="*/ 0 w 11548747"/>
              <a:gd name="connsiteY3" fmla="*/ 907167 h 6964048"/>
              <a:gd name="connsiteX4" fmla="*/ 37448 w 11548747"/>
              <a:gd name="connsiteY4" fmla="*/ 4886548 h 6964048"/>
              <a:gd name="connsiteX5" fmla="*/ 98442 w 11548747"/>
              <a:gd name="connsiteY5" fmla="*/ 5882443 h 6964048"/>
              <a:gd name="connsiteX6" fmla="*/ 5454117 w 11548747"/>
              <a:gd name="connsiteY6" fmla="*/ 5874336 h 6964048"/>
              <a:gd name="connsiteX7" fmla="*/ 8041610 w 11548747"/>
              <a:gd name="connsiteY7" fmla="*/ 5853608 h 6964048"/>
              <a:gd name="connsiteX8" fmla="*/ 8284568 w 11548747"/>
              <a:gd name="connsiteY8" fmla="*/ 5877326 h 6964048"/>
              <a:gd name="connsiteX9" fmla="*/ 8545453 w 11548747"/>
              <a:gd name="connsiteY9" fmla="*/ 6964048 h 6964048"/>
              <a:gd name="connsiteX10" fmla="*/ 8896242 w 11548747"/>
              <a:gd name="connsiteY10" fmla="*/ 5864484 h 6964048"/>
              <a:gd name="connsiteX11" fmla="*/ 9744860 w 11548747"/>
              <a:gd name="connsiteY11" fmla="*/ 5851061 h 6964048"/>
              <a:gd name="connsiteX12" fmla="*/ 10897205 w 11548747"/>
              <a:gd name="connsiteY12" fmla="*/ 5873967 h 6964048"/>
              <a:gd name="connsiteX13" fmla="*/ 11532312 w 11548747"/>
              <a:gd name="connsiteY13" fmla="*/ 5869852 h 6964048"/>
              <a:gd name="connsiteX14" fmla="*/ 11541222 w 11548747"/>
              <a:gd name="connsiteY14" fmla="*/ 2573275 h 6964048"/>
              <a:gd name="connsiteX15" fmla="*/ 11542621 w 11548747"/>
              <a:gd name="connsiteY15" fmla="*/ 135715 h 6964048"/>
              <a:gd name="connsiteX16" fmla="*/ 11356281 w 11548747"/>
              <a:gd name="connsiteY16" fmla="*/ 34886 h 6964048"/>
              <a:gd name="connsiteX17" fmla="*/ 10659977 w 11548747"/>
              <a:gd name="connsiteY17" fmla="*/ 22192 h 6964048"/>
              <a:gd name="connsiteX18" fmla="*/ 7569856 w 11548747"/>
              <a:gd name="connsiteY18" fmla="*/ 27511 h 6964048"/>
              <a:gd name="connsiteX19" fmla="*/ 1969662 w 11548747"/>
              <a:gd name="connsiteY19" fmla="*/ 0 h 6964048"/>
              <a:gd name="connsiteX0" fmla="*/ 1969662 w 13176852"/>
              <a:gd name="connsiteY0" fmla="*/ 0 h 6964048"/>
              <a:gd name="connsiteX1" fmla="*/ 531298 w 13176852"/>
              <a:gd name="connsiteY1" fmla="*/ 10760 h 6964048"/>
              <a:gd name="connsiteX2" fmla="*/ 10008 w 13176852"/>
              <a:gd name="connsiteY2" fmla="*/ 41197 h 6964048"/>
              <a:gd name="connsiteX3" fmla="*/ 0 w 13176852"/>
              <a:gd name="connsiteY3" fmla="*/ 907167 h 6964048"/>
              <a:gd name="connsiteX4" fmla="*/ 37448 w 13176852"/>
              <a:gd name="connsiteY4" fmla="*/ 4886548 h 6964048"/>
              <a:gd name="connsiteX5" fmla="*/ 98442 w 13176852"/>
              <a:gd name="connsiteY5" fmla="*/ 5882443 h 6964048"/>
              <a:gd name="connsiteX6" fmla="*/ 5454117 w 13176852"/>
              <a:gd name="connsiteY6" fmla="*/ 5874336 h 6964048"/>
              <a:gd name="connsiteX7" fmla="*/ 8041610 w 13176852"/>
              <a:gd name="connsiteY7" fmla="*/ 5853608 h 6964048"/>
              <a:gd name="connsiteX8" fmla="*/ 8284568 w 13176852"/>
              <a:gd name="connsiteY8" fmla="*/ 5877326 h 6964048"/>
              <a:gd name="connsiteX9" fmla="*/ 8545453 w 13176852"/>
              <a:gd name="connsiteY9" fmla="*/ 6964048 h 6964048"/>
              <a:gd name="connsiteX10" fmla="*/ 8896242 w 13176852"/>
              <a:gd name="connsiteY10" fmla="*/ 5864484 h 6964048"/>
              <a:gd name="connsiteX11" fmla="*/ 9744860 w 13176852"/>
              <a:gd name="connsiteY11" fmla="*/ 5851061 h 6964048"/>
              <a:gd name="connsiteX12" fmla="*/ 10897205 w 13176852"/>
              <a:gd name="connsiteY12" fmla="*/ 5873967 h 6964048"/>
              <a:gd name="connsiteX13" fmla="*/ 13176205 w 13176852"/>
              <a:gd name="connsiteY13" fmla="*/ 6004789 h 6964048"/>
              <a:gd name="connsiteX14" fmla="*/ 11541222 w 13176852"/>
              <a:gd name="connsiteY14" fmla="*/ 2573275 h 6964048"/>
              <a:gd name="connsiteX15" fmla="*/ 11542621 w 13176852"/>
              <a:gd name="connsiteY15" fmla="*/ 135715 h 6964048"/>
              <a:gd name="connsiteX16" fmla="*/ 11356281 w 13176852"/>
              <a:gd name="connsiteY16" fmla="*/ 34886 h 6964048"/>
              <a:gd name="connsiteX17" fmla="*/ 10659977 w 13176852"/>
              <a:gd name="connsiteY17" fmla="*/ 22192 h 6964048"/>
              <a:gd name="connsiteX18" fmla="*/ 7569856 w 13176852"/>
              <a:gd name="connsiteY18" fmla="*/ 27511 h 6964048"/>
              <a:gd name="connsiteX19" fmla="*/ 1969662 w 13176852"/>
              <a:gd name="connsiteY19" fmla="*/ 0 h 6964048"/>
              <a:gd name="connsiteX0" fmla="*/ 1969662 w 13257988"/>
              <a:gd name="connsiteY0" fmla="*/ 0 h 6964048"/>
              <a:gd name="connsiteX1" fmla="*/ 531298 w 13257988"/>
              <a:gd name="connsiteY1" fmla="*/ 10760 h 6964048"/>
              <a:gd name="connsiteX2" fmla="*/ 10008 w 13257988"/>
              <a:gd name="connsiteY2" fmla="*/ 41197 h 6964048"/>
              <a:gd name="connsiteX3" fmla="*/ 0 w 13257988"/>
              <a:gd name="connsiteY3" fmla="*/ 907167 h 6964048"/>
              <a:gd name="connsiteX4" fmla="*/ 37448 w 13257988"/>
              <a:gd name="connsiteY4" fmla="*/ 4886548 h 6964048"/>
              <a:gd name="connsiteX5" fmla="*/ 98442 w 13257988"/>
              <a:gd name="connsiteY5" fmla="*/ 5882443 h 6964048"/>
              <a:gd name="connsiteX6" fmla="*/ 5454117 w 13257988"/>
              <a:gd name="connsiteY6" fmla="*/ 5874336 h 6964048"/>
              <a:gd name="connsiteX7" fmla="*/ 8041610 w 13257988"/>
              <a:gd name="connsiteY7" fmla="*/ 5853608 h 6964048"/>
              <a:gd name="connsiteX8" fmla="*/ 8284568 w 13257988"/>
              <a:gd name="connsiteY8" fmla="*/ 5877326 h 6964048"/>
              <a:gd name="connsiteX9" fmla="*/ 8545453 w 13257988"/>
              <a:gd name="connsiteY9" fmla="*/ 6964048 h 6964048"/>
              <a:gd name="connsiteX10" fmla="*/ 8896242 w 13257988"/>
              <a:gd name="connsiteY10" fmla="*/ 5864484 h 6964048"/>
              <a:gd name="connsiteX11" fmla="*/ 9744860 w 13257988"/>
              <a:gd name="connsiteY11" fmla="*/ 5851061 h 6964048"/>
              <a:gd name="connsiteX12" fmla="*/ 10897205 w 13257988"/>
              <a:gd name="connsiteY12" fmla="*/ 5873967 h 6964048"/>
              <a:gd name="connsiteX13" fmla="*/ 13176205 w 13257988"/>
              <a:gd name="connsiteY13" fmla="*/ 6004789 h 6964048"/>
              <a:gd name="connsiteX14" fmla="*/ 13257852 w 13257988"/>
              <a:gd name="connsiteY14" fmla="*/ 1313888 h 6964048"/>
              <a:gd name="connsiteX15" fmla="*/ 11542621 w 13257988"/>
              <a:gd name="connsiteY15" fmla="*/ 135715 h 6964048"/>
              <a:gd name="connsiteX16" fmla="*/ 11356281 w 13257988"/>
              <a:gd name="connsiteY16" fmla="*/ 34886 h 6964048"/>
              <a:gd name="connsiteX17" fmla="*/ 10659977 w 13257988"/>
              <a:gd name="connsiteY17" fmla="*/ 22192 h 6964048"/>
              <a:gd name="connsiteX18" fmla="*/ 7569856 w 13257988"/>
              <a:gd name="connsiteY18" fmla="*/ 27511 h 6964048"/>
              <a:gd name="connsiteX19" fmla="*/ 1969662 w 13257988"/>
              <a:gd name="connsiteY19" fmla="*/ 0 h 6964048"/>
              <a:gd name="connsiteX0" fmla="*/ 1969662 w 13266257"/>
              <a:gd name="connsiteY0" fmla="*/ 10977443 h 17941491"/>
              <a:gd name="connsiteX1" fmla="*/ 531298 w 13266257"/>
              <a:gd name="connsiteY1" fmla="*/ 10988203 h 17941491"/>
              <a:gd name="connsiteX2" fmla="*/ 10008 w 13266257"/>
              <a:gd name="connsiteY2" fmla="*/ 11018640 h 17941491"/>
              <a:gd name="connsiteX3" fmla="*/ 0 w 13266257"/>
              <a:gd name="connsiteY3" fmla="*/ 11884610 h 17941491"/>
              <a:gd name="connsiteX4" fmla="*/ 37448 w 13266257"/>
              <a:gd name="connsiteY4" fmla="*/ 15863991 h 17941491"/>
              <a:gd name="connsiteX5" fmla="*/ 98442 w 13266257"/>
              <a:gd name="connsiteY5" fmla="*/ 16859886 h 17941491"/>
              <a:gd name="connsiteX6" fmla="*/ 5454117 w 13266257"/>
              <a:gd name="connsiteY6" fmla="*/ 16851779 h 17941491"/>
              <a:gd name="connsiteX7" fmla="*/ 8041610 w 13266257"/>
              <a:gd name="connsiteY7" fmla="*/ 16831051 h 17941491"/>
              <a:gd name="connsiteX8" fmla="*/ 8284568 w 13266257"/>
              <a:gd name="connsiteY8" fmla="*/ 16854769 h 17941491"/>
              <a:gd name="connsiteX9" fmla="*/ 8545453 w 13266257"/>
              <a:gd name="connsiteY9" fmla="*/ 17941491 h 17941491"/>
              <a:gd name="connsiteX10" fmla="*/ 8896242 w 13266257"/>
              <a:gd name="connsiteY10" fmla="*/ 16841927 h 17941491"/>
              <a:gd name="connsiteX11" fmla="*/ 9744860 w 13266257"/>
              <a:gd name="connsiteY11" fmla="*/ 16828504 h 17941491"/>
              <a:gd name="connsiteX12" fmla="*/ 10897205 w 13266257"/>
              <a:gd name="connsiteY12" fmla="*/ 16851410 h 17941491"/>
              <a:gd name="connsiteX13" fmla="*/ 13176205 w 13266257"/>
              <a:gd name="connsiteY13" fmla="*/ 16982232 h 17941491"/>
              <a:gd name="connsiteX14" fmla="*/ 13257852 w 13266257"/>
              <a:gd name="connsiteY14" fmla="*/ 12291331 h 17941491"/>
              <a:gd name="connsiteX15" fmla="*/ 12982846 w 13266257"/>
              <a:gd name="connsiteY15" fmla="*/ 3572 h 17941491"/>
              <a:gd name="connsiteX16" fmla="*/ 11356281 w 13266257"/>
              <a:gd name="connsiteY16" fmla="*/ 11012329 h 17941491"/>
              <a:gd name="connsiteX17" fmla="*/ 10659977 w 13266257"/>
              <a:gd name="connsiteY17" fmla="*/ 10999635 h 17941491"/>
              <a:gd name="connsiteX18" fmla="*/ 7569856 w 13266257"/>
              <a:gd name="connsiteY18" fmla="*/ 11004954 h 17941491"/>
              <a:gd name="connsiteX19" fmla="*/ 1969662 w 13266257"/>
              <a:gd name="connsiteY19" fmla="*/ 10977443 h 17941491"/>
              <a:gd name="connsiteX0" fmla="*/ 1969662 w 13266257"/>
              <a:gd name="connsiteY0" fmla="*/ 10977443 h 17941491"/>
              <a:gd name="connsiteX1" fmla="*/ 531298 w 13266257"/>
              <a:gd name="connsiteY1" fmla="*/ 10988203 h 17941491"/>
              <a:gd name="connsiteX2" fmla="*/ 10008 w 13266257"/>
              <a:gd name="connsiteY2" fmla="*/ 11018640 h 17941491"/>
              <a:gd name="connsiteX3" fmla="*/ 0 w 13266257"/>
              <a:gd name="connsiteY3" fmla="*/ 11884610 h 17941491"/>
              <a:gd name="connsiteX4" fmla="*/ 37448 w 13266257"/>
              <a:gd name="connsiteY4" fmla="*/ 15863991 h 17941491"/>
              <a:gd name="connsiteX5" fmla="*/ 98442 w 13266257"/>
              <a:gd name="connsiteY5" fmla="*/ 16859886 h 17941491"/>
              <a:gd name="connsiteX6" fmla="*/ 5454117 w 13266257"/>
              <a:gd name="connsiteY6" fmla="*/ 16851779 h 17941491"/>
              <a:gd name="connsiteX7" fmla="*/ 8041610 w 13266257"/>
              <a:gd name="connsiteY7" fmla="*/ 16831051 h 17941491"/>
              <a:gd name="connsiteX8" fmla="*/ 8284568 w 13266257"/>
              <a:gd name="connsiteY8" fmla="*/ 16854769 h 17941491"/>
              <a:gd name="connsiteX9" fmla="*/ 8545453 w 13266257"/>
              <a:gd name="connsiteY9" fmla="*/ 17941491 h 17941491"/>
              <a:gd name="connsiteX10" fmla="*/ 8896242 w 13266257"/>
              <a:gd name="connsiteY10" fmla="*/ 16841927 h 17941491"/>
              <a:gd name="connsiteX11" fmla="*/ 9744860 w 13266257"/>
              <a:gd name="connsiteY11" fmla="*/ 16828504 h 17941491"/>
              <a:gd name="connsiteX12" fmla="*/ 10897205 w 13266257"/>
              <a:gd name="connsiteY12" fmla="*/ 16851410 h 17941491"/>
              <a:gd name="connsiteX13" fmla="*/ 13176205 w 13266257"/>
              <a:gd name="connsiteY13" fmla="*/ 16982232 h 17941491"/>
              <a:gd name="connsiteX14" fmla="*/ 13257852 w 13266257"/>
              <a:gd name="connsiteY14" fmla="*/ 12291331 h 17941491"/>
              <a:gd name="connsiteX15" fmla="*/ 12982846 w 13266257"/>
              <a:gd name="connsiteY15" fmla="*/ 3572 h 17941491"/>
              <a:gd name="connsiteX16" fmla="*/ 11356281 w 13266257"/>
              <a:gd name="connsiteY16" fmla="*/ 11012329 h 17941491"/>
              <a:gd name="connsiteX17" fmla="*/ 7569856 w 13266257"/>
              <a:gd name="connsiteY17" fmla="*/ 11004954 h 17941491"/>
              <a:gd name="connsiteX18" fmla="*/ 1969662 w 13266257"/>
              <a:gd name="connsiteY18" fmla="*/ 10977443 h 17941491"/>
              <a:gd name="connsiteX0" fmla="*/ 1969662 w 13265043"/>
              <a:gd name="connsiteY0" fmla="*/ 11860808 h 18824856"/>
              <a:gd name="connsiteX1" fmla="*/ 531298 w 13265043"/>
              <a:gd name="connsiteY1" fmla="*/ 11871568 h 18824856"/>
              <a:gd name="connsiteX2" fmla="*/ 10008 w 13265043"/>
              <a:gd name="connsiteY2" fmla="*/ 11902005 h 18824856"/>
              <a:gd name="connsiteX3" fmla="*/ 0 w 13265043"/>
              <a:gd name="connsiteY3" fmla="*/ 12767975 h 18824856"/>
              <a:gd name="connsiteX4" fmla="*/ 37448 w 13265043"/>
              <a:gd name="connsiteY4" fmla="*/ 16747356 h 18824856"/>
              <a:gd name="connsiteX5" fmla="*/ 98442 w 13265043"/>
              <a:gd name="connsiteY5" fmla="*/ 17743251 h 18824856"/>
              <a:gd name="connsiteX6" fmla="*/ 5454117 w 13265043"/>
              <a:gd name="connsiteY6" fmla="*/ 17735144 h 18824856"/>
              <a:gd name="connsiteX7" fmla="*/ 8041610 w 13265043"/>
              <a:gd name="connsiteY7" fmla="*/ 17714416 h 18824856"/>
              <a:gd name="connsiteX8" fmla="*/ 8284568 w 13265043"/>
              <a:gd name="connsiteY8" fmla="*/ 17738134 h 18824856"/>
              <a:gd name="connsiteX9" fmla="*/ 8545453 w 13265043"/>
              <a:gd name="connsiteY9" fmla="*/ 18824856 h 18824856"/>
              <a:gd name="connsiteX10" fmla="*/ 8896242 w 13265043"/>
              <a:gd name="connsiteY10" fmla="*/ 17725292 h 18824856"/>
              <a:gd name="connsiteX11" fmla="*/ 9744860 w 13265043"/>
              <a:gd name="connsiteY11" fmla="*/ 17711869 h 18824856"/>
              <a:gd name="connsiteX12" fmla="*/ 10897205 w 13265043"/>
              <a:gd name="connsiteY12" fmla="*/ 17734775 h 18824856"/>
              <a:gd name="connsiteX13" fmla="*/ 13176205 w 13265043"/>
              <a:gd name="connsiteY13" fmla="*/ 17865597 h 18824856"/>
              <a:gd name="connsiteX14" fmla="*/ 13257852 w 13265043"/>
              <a:gd name="connsiteY14" fmla="*/ 13174696 h 18824856"/>
              <a:gd name="connsiteX15" fmla="*/ 12982846 w 13265043"/>
              <a:gd name="connsiteY15" fmla="*/ 886937 h 18824856"/>
              <a:gd name="connsiteX16" fmla="*/ 11414472 w 13265043"/>
              <a:gd name="connsiteY16" fmla="*/ 2180430 h 18824856"/>
              <a:gd name="connsiteX17" fmla="*/ 7569856 w 13265043"/>
              <a:gd name="connsiteY17" fmla="*/ 11888319 h 18824856"/>
              <a:gd name="connsiteX18" fmla="*/ 1969662 w 13265043"/>
              <a:gd name="connsiteY18" fmla="*/ 11860808 h 18824856"/>
              <a:gd name="connsiteX0" fmla="*/ 1969662 w 13265043"/>
              <a:gd name="connsiteY0" fmla="*/ 11542377 h 18506425"/>
              <a:gd name="connsiteX1" fmla="*/ 531298 w 13265043"/>
              <a:gd name="connsiteY1" fmla="*/ 11553137 h 18506425"/>
              <a:gd name="connsiteX2" fmla="*/ 10008 w 13265043"/>
              <a:gd name="connsiteY2" fmla="*/ 11583574 h 18506425"/>
              <a:gd name="connsiteX3" fmla="*/ 0 w 13265043"/>
              <a:gd name="connsiteY3" fmla="*/ 12449544 h 18506425"/>
              <a:gd name="connsiteX4" fmla="*/ 37448 w 13265043"/>
              <a:gd name="connsiteY4" fmla="*/ 16428925 h 18506425"/>
              <a:gd name="connsiteX5" fmla="*/ 98442 w 13265043"/>
              <a:gd name="connsiteY5" fmla="*/ 17424820 h 18506425"/>
              <a:gd name="connsiteX6" fmla="*/ 5454117 w 13265043"/>
              <a:gd name="connsiteY6" fmla="*/ 17416713 h 18506425"/>
              <a:gd name="connsiteX7" fmla="*/ 8041610 w 13265043"/>
              <a:gd name="connsiteY7" fmla="*/ 17395985 h 18506425"/>
              <a:gd name="connsiteX8" fmla="*/ 8284568 w 13265043"/>
              <a:gd name="connsiteY8" fmla="*/ 17419703 h 18506425"/>
              <a:gd name="connsiteX9" fmla="*/ 8545453 w 13265043"/>
              <a:gd name="connsiteY9" fmla="*/ 18506425 h 18506425"/>
              <a:gd name="connsiteX10" fmla="*/ 8896242 w 13265043"/>
              <a:gd name="connsiteY10" fmla="*/ 17406861 h 18506425"/>
              <a:gd name="connsiteX11" fmla="*/ 9744860 w 13265043"/>
              <a:gd name="connsiteY11" fmla="*/ 17393438 h 18506425"/>
              <a:gd name="connsiteX12" fmla="*/ 10897205 w 13265043"/>
              <a:gd name="connsiteY12" fmla="*/ 17416344 h 18506425"/>
              <a:gd name="connsiteX13" fmla="*/ 13176205 w 13265043"/>
              <a:gd name="connsiteY13" fmla="*/ 17547166 h 18506425"/>
              <a:gd name="connsiteX14" fmla="*/ 13257852 w 13265043"/>
              <a:gd name="connsiteY14" fmla="*/ 12856265 h 18506425"/>
              <a:gd name="connsiteX15" fmla="*/ 12982846 w 13265043"/>
              <a:gd name="connsiteY15" fmla="*/ 568506 h 18506425"/>
              <a:gd name="connsiteX16" fmla="*/ 11414472 w 13265043"/>
              <a:gd name="connsiteY16" fmla="*/ 1861999 h 18506425"/>
              <a:gd name="connsiteX17" fmla="*/ 7526213 w 13265043"/>
              <a:gd name="connsiteY17" fmla="*/ 190437 h 18506425"/>
              <a:gd name="connsiteX18" fmla="*/ 1969662 w 13265043"/>
              <a:gd name="connsiteY18" fmla="*/ 11542377 h 18506425"/>
              <a:gd name="connsiteX0" fmla="*/ 2056949 w 13265043"/>
              <a:gd name="connsiteY0" fmla="*/ 0 h 18703324"/>
              <a:gd name="connsiteX1" fmla="*/ 531298 w 13265043"/>
              <a:gd name="connsiteY1" fmla="*/ 11750036 h 18703324"/>
              <a:gd name="connsiteX2" fmla="*/ 10008 w 13265043"/>
              <a:gd name="connsiteY2" fmla="*/ 11780473 h 18703324"/>
              <a:gd name="connsiteX3" fmla="*/ 0 w 13265043"/>
              <a:gd name="connsiteY3" fmla="*/ 12646443 h 18703324"/>
              <a:gd name="connsiteX4" fmla="*/ 37448 w 13265043"/>
              <a:gd name="connsiteY4" fmla="*/ 16625824 h 18703324"/>
              <a:gd name="connsiteX5" fmla="*/ 98442 w 13265043"/>
              <a:gd name="connsiteY5" fmla="*/ 17621719 h 18703324"/>
              <a:gd name="connsiteX6" fmla="*/ 5454117 w 13265043"/>
              <a:gd name="connsiteY6" fmla="*/ 17613612 h 18703324"/>
              <a:gd name="connsiteX7" fmla="*/ 8041610 w 13265043"/>
              <a:gd name="connsiteY7" fmla="*/ 17592884 h 18703324"/>
              <a:gd name="connsiteX8" fmla="*/ 8284568 w 13265043"/>
              <a:gd name="connsiteY8" fmla="*/ 17616602 h 18703324"/>
              <a:gd name="connsiteX9" fmla="*/ 8545453 w 13265043"/>
              <a:gd name="connsiteY9" fmla="*/ 18703324 h 18703324"/>
              <a:gd name="connsiteX10" fmla="*/ 8896242 w 13265043"/>
              <a:gd name="connsiteY10" fmla="*/ 17603760 h 18703324"/>
              <a:gd name="connsiteX11" fmla="*/ 9744860 w 13265043"/>
              <a:gd name="connsiteY11" fmla="*/ 17590337 h 18703324"/>
              <a:gd name="connsiteX12" fmla="*/ 10897205 w 13265043"/>
              <a:gd name="connsiteY12" fmla="*/ 17613243 h 18703324"/>
              <a:gd name="connsiteX13" fmla="*/ 13176205 w 13265043"/>
              <a:gd name="connsiteY13" fmla="*/ 17744065 h 18703324"/>
              <a:gd name="connsiteX14" fmla="*/ 13257852 w 13265043"/>
              <a:gd name="connsiteY14" fmla="*/ 13053164 h 18703324"/>
              <a:gd name="connsiteX15" fmla="*/ 12982846 w 13265043"/>
              <a:gd name="connsiteY15" fmla="*/ 765405 h 18703324"/>
              <a:gd name="connsiteX16" fmla="*/ 11414472 w 13265043"/>
              <a:gd name="connsiteY16" fmla="*/ 2058898 h 18703324"/>
              <a:gd name="connsiteX17" fmla="*/ 7526213 w 13265043"/>
              <a:gd name="connsiteY17" fmla="*/ 387336 h 18703324"/>
              <a:gd name="connsiteX18" fmla="*/ 2056949 w 13265043"/>
              <a:gd name="connsiteY18" fmla="*/ 0 h 18703324"/>
              <a:gd name="connsiteX0" fmla="*/ 2209737 w 13417831"/>
              <a:gd name="connsiteY0" fmla="*/ 0 h 18703324"/>
              <a:gd name="connsiteX1" fmla="*/ 29438 w 13417831"/>
              <a:gd name="connsiteY1" fmla="*/ 280629 h 18703324"/>
              <a:gd name="connsiteX2" fmla="*/ 162796 w 13417831"/>
              <a:gd name="connsiteY2" fmla="*/ 11780473 h 18703324"/>
              <a:gd name="connsiteX3" fmla="*/ 152788 w 13417831"/>
              <a:gd name="connsiteY3" fmla="*/ 12646443 h 18703324"/>
              <a:gd name="connsiteX4" fmla="*/ 190236 w 13417831"/>
              <a:gd name="connsiteY4" fmla="*/ 16625824 h 18703324"/>
              <a:gd name="connsiteX5" fmla="*/ 251230 w 13417831"/>
              <a:gd name="connsiteY5" fmla="*/ 17621719 h 18703324"/>
              <a:gd name="connsiteX6" fmla="*/ 5606905 w 13417831"/>
              <a:gd name="connsiteY6" fmla="*/ 17613612 h 18703324"/>
              <a:gd name="connsiteX7" fmla="*/ 8194398 w 13417831"/>
              <a:gd name="connsiteY7" fmla="*/ 17592884 h 18703324"/>
              <a:gd name="connsiteX8" fmla="*/ 8437356 w 13417831"/>
              <a:gd name="connsiteY8" fmla="*/ 17616602 h 18703324"/>
              <a:gd name="connsiteX9" fmla="*/ 8698241 w 13417831"/>
              <a:gd name="connsiteY9" fmla="*/ 18703324 h 18703324"/>
              <a:gd name="connsiteX10" fmla="*/ 9049030 w 13417831"/>
              <a:gd name="connsiteY10" fmla="*/ 17603760 h 18703324"/>
              <a:gd name="connsiteX11" fmla="*/ 9897648 w 13417831"/>
              <a:gd name="connsiteY11" fmla="*/ 17590337 h 18703324"/>
              <a:gd name="connsiteX12" fmla="*/ 11049993 w 13417831"/>
              <a:gd name="connsiteY12" fmla="*/ 17613243 h 18703324"/>
              <a:gd name="connsiteX13" fmla="*/ 13328993 w 13417831"/>
              <a:gd name="connsiteY13" fmla="*/ 17744065 h 18703324"/>
              <a:gd name="connsiteX14" fmla="*/ 13410640 w 13417831"/>
              <a:gd name="connsiteY14" fmla="*/ 13053164 h 18703324"/>
              <a:gd name="connsiteX15" fmla="*/ 13135634 w 13417831"/>
              <a:gd name="connsiteY15" fmla="*/ 765405 h 18703324"/>
              <a:gd name="connsiteX16" fmla="*/ 11567260 w 13417831"/>
              <a:gd name="connsiteY16" fmla="*/ 2058898 h 18703324"/>
              <a:gd name="connsiteX17" fmla="*/ 7679001 w 13417831"/>
              <a:gd name="connsiteY17" fmla="*/ 387336 h 18703324"/>
              <a:gd name="connsiteX18" fmla="*/ 2209737 w 13417831"/>
              <a:gd name="connsiteY18" fmla="*/ 0 h 18703324"/>
              <a:gd name="connsiteX0" fmla="*/ 2209737 w 13417289"/>
              <a:gd name="connsiteY0" fmla="*/ 228521 h 18931845"/>
              <a:gd name="connsiteX1" fmla="*/ 29438 w 13417289"/>
              <a:gd name="connsiteY1" fmla="*/ 509150 h 18931845"/>
              <a:gd name="connsiteX2" fmla="*/ 162796 w 13417289"/>
              <a:gd name="connsiteY2" fmla="*/ 12008994 h 18931845"/>
              <a:gd name="connsiteX3" fmla="*/ 152788 w 13417289"/>
              <a:gd name="connsiteY3" fmla="*/ 12874964 h 18931845"/>
              <a:gd name="connsiteX4" fmla="*/ 190236 w 13417289"/>
              <a:gd name="connsiteY4" fmla="*/ 16854345 h 18931845"/>
              <a:gd name="connsiteX5" fmla="*/ 251230 w 13417289"/>
              <a:gd name="connsiteY5" fmla="*/ 17850240 h 18931845"/>
              <a:gd name="connsiteX6" fmla="*/ 5606905 w 13417289"/>
              <a:gd name="connsiteY6" fmla="*/ 17842133 h 18931845"/>
              <a:gd name="connsiteX7" fmla="*/ 8194398 w 13417289"/>
              <a:gd name="connsiteY7" fmla="*/ 17821405 h 18931845"/>
              <a:gd name="connsiteX8" fmla="*/ 8437356 w 13417289"/>
              <a:gd name="connsiteY8" fmla="*/ 17845123 h 18931845"/>
              <a:gd name="connsiteX9" fmla="*/ 8698241 w 13417289"/>
              <a:gd name="connsiteY9" fmla="*/ 18931845 h 18931845"/>
              <a:gd name="connsiteX10" fmla="*/ 9049030 w 13417289"/>
              <a:gd name="connsiteY10" fmla="*/ 17832281 h 18931845"/>
              <a:gd name="connsiteX11" fmla="*/ 9897648 w 13417289"/>
              <a:gd name="connsiteY11" fmla="*/ 17818858 h 18931845"/>
              <a:gd name="connsiteX12" fmla="*/ 11049993 w 13417289"/>
              <a:gd name="connsiteY12" fmla="*/ 17841764 h 18931845"/>
              <a:gd name="connsiteX13" fmla="*/ 13328993 w 13417289"/>
              <a:gd name="connsiteY13" fmla="*/ 17972586 h 18931845"/>
              <a:gd name="connsiteX14" fmla="*/ 13410640 w 13417289"/>
              <a:gd name="connsiteY14" fmla="*/ 13281685 h 18931845"/>
              <a:gd name="connsiteX15" fmla="*/ 13135634 w 13417289"/>
              <a:gd name="connsiteY15" fmla="*/ 993926 h 18931845"/>
              <a:gd name="connsiteX16" fmla="*/ 11596356 w 13417289"/>
              <a:gd name="connsiteY16" fmla="*/ 713186 h 18931845"/>
              <a:gd name="connsiteX17" fmla="*/ 7679001 w 13417289"/>
              <a:gd name="connsiteY17" fmla="*/ 615857 h 18931845"/>
              <a:gd name="connsiteX18" fmla="*/ 2209737 w 13417289"/>
              <a:gd name="connsiteY18" fmla="*/ 228521 h 18931845"/>
              <a:gd name="connsiteX0" fmla="*/ 2209737 w 13935641"/>
              <a:gd name="connsiteY0" fmla="*/ 129186 h 18832510"/>
              <a:gd name="connsiteX1" fmla="*/ 29438 w 13935641"/>
              <a:gd name="connsiteY1" fmla="*/ 409815 h 18832510"/>
              <a:gd name="connsiteX2" fmla="*/ 162796 w 13935641"/>
              <a:gd name="connsiteY2" fmla="*/ 11909659 h 18832510"/>
              <a:gd name="connsiteX3" fmla="*/ 152788 w 13935641"/>
              <a:gd name="connsiteY3" fmla="*/ 12775629 h 18832510"/>
              <a:gd name="connsiteX4" fmla="*/ 190236 w 13935641"/>
              <a:gd name="connsiteY4" fmla="*/ 16755010 h 18832510"/>
              <a:gd name="connsiteX5" fmla="*/ 251230 w 13935641"/>
              <a:gd name="connsiteY5" fmla="*/ 17750905 h 18832510"/>
              <a:gd name="connsiteX6" fmla="*/ 5606905 w 13935641"/>
              <a:gd name="connsiteY6" fmla="*/ 17742798 h 18832510"/>
              <a:gd name="connsiteX7" fmla="*/ 8194398 w 13935641"/>
              <a:gd name="connsiteY7" fmla="*/ 17722070 h 18832510"/>
              <a:gd name="connsiteX8" fmla="*/ 8437356 w 13935641"/>
              <a:gd name="connsiteY8" fmla="*/ 17745788 h 18832510"/>
              <a:gd name="connsiteX9" fmla="*/ 8698241 w 13935641"/>
              <a:gd name="connsiteY9" fmla="*/ 18832510 h 18832510"/>
              <a:gd name="connsiteX10" fmla="*/ 9049030 w 13935641"/>
              <a:gd name="connsiteY10" fmla="*/ 17732946 h 18832510"/>
              <a:gd name="connsiteX11" fmla="*/ 9897648 w 13935641"/>
              <a:gd name="connsiteY11" fmla="*/ 17719523 h 18832510"/>
              <a:gd name="connsiteX12" fmla="*/ 11049993 w 13935641"/>
              <a:gd name="connsiteY12" fmla="*/ 17742429 h 18832510"/>
              <a:gd name="connsiteX13" fmla="*/ 13328993 w 13935641"/>
              <a:gd name="connsiteY13" fmla="*/ 17873251 h 18832510"/>
              <a:gd name="connsiteX14" fmla="*/ 13410640 w 13935641"/>
              <a:gd name="connsiteY14" fmla="*/ 13182350 h 18832510"/>
              <a:gd name="connsiteX15" fmla="*/ 13863020 w 13935641"/>
              <a:gd name="connsiteY15" fmla="*/ 1029527 h 18832510"/>
              <a:gd name="connsiteX16" fmla="*/ 11596356 w 13935641"/>
              <a:gd name="connsiteY16" fmla="*/ 613851 h 18832510"/>
              <a:gd name="connsiteX17" fmla="*/ 7679001 w 13935641"/>
              <a:gd name="connsiteY17" fmla="*/ 516522 h 18832510"/>
              <a:gd name="connsiteX18" fmla="*/ 2209737 w 13935641"/>
              <a:gd name="connsiteY18" fmla="*/ 129186 h 18832510"/>
              <a:gd name="connsiteX0" fmla="*/ 2209737 w 13969129"/>
              <a:gd name="connsiteY0" fmla="*/ 0 h 18703324"/>
              <a:gd name="connsiteX1" fmla="*/ 29438 w 13969129"/>
              <a:gd name="connsiteY1" fmla="*/ 280629 h 18703324"/>
              <a:gd name="connsiteX2" fmla="*/ 162796 w 13969129"/>
              <a:gd name="connsiteY2" fmla="*/ 11780473 h 18703324"/>
              <a:gd name="connsiteX3" fmla="*/ 152788 w 13969129"/>
              <a:gd name="connsiteY3" fmla="*/ 12646443 h 18703324"/>
              <a:gd name="connsiteX4" fmla="*/ 190236 w 13969129"/>
              <a:gd name="connsiteY4" fmla="*/ 16625824 h 18703324"/>
              <a:gd name="connsiteX5" fmla="*/ 251230 w 13969129"/>
              <a:gd name="connsiteY5" fmla="*/ 17621719 h 18703324"/>
              <a:gd name="connsiteX6" fmla="*/ 5606905 w 13969129"/>
              <a:gd name="connsiteY6" fmla="*/ 17613612 h 18703324"/>
              <a:gd name="connsiteX7" fmla="*/ 8194398 w 13969129"/>
              <a:gd name="connsiteY7" fmla="*/ 17592884 h 18703324"/>
              <a:gd name="connsiteX8" fmla="*/ 8437356 w 13969129"/>
              <a:gd name="connsiteY8" fmla="*/ 17616602 h 18703324"/>
              <a:gd name="connsiteX9" fmla="*/ 8698241 w 13969129"/>
              <a:gd name="connsiteY9" fmla="*/ 18703324 h 18703324"/>
              <a:gd name="connsiteX10" fmla="*/ 9049030 w 13969129"/>
              <a:gd name="connsiteY10" fmla="*/ 17603760 h 18703324"/>
              <a:gd name="connsiteX11" fmla="*/ 9897648 w 13969129"/>
              <a:gd name="connsiteY11" fmla="*/ 17590337 h 18703324"/>
              <a:gd name="connsiteX12" fmla="*/ 11049993 w 13969129"/>
              <a:gd name="connsiteY12" fmla="*/ 17613243 h 18703324"/>
              <a:gd name="connsiteX13" fmla="*/ 13328993 w 13969129"/>
              <a:gd name="connsiteY13" fmla="*/ 17744065 h 18703324"/>
              <a:gd name="connsiteX14" fmla="*/ 13410640 w 13969129"/>
              <a:gd name="connsiteY14" fmla="*/ 13053164 h 18703324"/>
              <a:gd name="connsiteX15" fmla="*/ 13863020 w 13969129"/>
              <a:gd name="connsiteY15" fmla="*/ 900341 h 18703324"/>
              <a:gd name="connsiteX16" fmla="*/ 11596356 w 13969129"/>
              <a:gd name="connsiteY16" fmla="*/ 484665 h 18703324"/>
              <a:gd name="connsiteX17" fmla="*/ 7679001 w 13969129"/>
              <a:gd name="connsiteY17" fmla="*/ 387336 h 18703324"/>
              <a:gd name="connsiteX18" fmla="*/ 2209737 w 13969129"/>
              <a:gd name="connsiteY18" fmla="*/ 0 h 18703324"/>
              <a:gd name="connsiteX0" fmla="*/ 2209737 w 13955995"/>
              <a:gd name="connsiteY0" fmla="*/ 0 h 18703324"/>
              <a:gd name="connsiteX1" fmla="*/ 29438 w 13955995"/>
              <a:gd name="connsiteY1" fmla="*/ 280629 h 18703324"/>
              <a:gd name="connsiteX2" fmla="*/ 162796 w 13955995"/>
              <a:gd name="connsiteY2" fmla="*/ 11780473 h 18703324"/>
              <a:gd name="connsiteX3" fmla="*/ 152788 w 13955995"/>
              <a:gd name="connsiteY3" fmla="*/ 12646443 h 18703324"/>
              <a:gd name="connsiteX4" fmla="*/ 190236 w 13955995"/>
              <a:gd name="connsiteY4" fmla="*/ 16625824 h 18703324"/>
              <a:gd name="connsiteX5" fmla="*/ 251230 w 13955995"/>
              <a:gd name="connsiteY5" fmla="*/ 17621719 h 18703324"/>
              <a:gd name="connsiteX6" fmla="*/ 5606905 w 13955995"/>
              <a:gd name="connsiteY6" fmla="*/ 17613612 h 18703324"/>
              <a:gd name="connsiteX7" fmla="*/ 8194398 w 13955995"/>
              <a:gd name="connsiteY7" fmla="*/ 17592884 h 18703324"/>
              <a:gd name="connsiteX8" fmla="*/ 8437356 w 13955995"/>
              <a:gd name="connsiteY8" fmla="*/ 17616602 h 18703324"/>
              <a:gd name="connsiteX9" fmla="*/ 8698241 w 13955995"/>
              <a:gd name="connsiteY9" fmla="*/ 18703324 h 18703324"/>
              <a:gd name="connsiteX10" fmla="*/ 9049030 w 13955995"/>
              <a:gd name="connsiteY10" fmla="*/ 17603760 h 18703324"/>
              <a:gd name="connsiteX11" fmla="*/ 9897648 w 13955995"/>
              <a:gd name="connsiteY11" fmla="*/ 17590337 h 18703324"/>
              <a:gd name="connsiteX12" fmla="*/ 11049993 w 13955995"/>
              <a:gd name="connsiteY12" fmla="*/ 17613243 h 18703324"/>
              <a:gd name="connsiteX13" fmla="*/ 13328993 w 13955995"/>
              <a:gd name="connsiteY13" fmla="*/ 17744065 h 18703324"/>
              <a:gd name="connsiteX14" fmla="*/ 13410640 w 13955995"/>
              <a:gd name="connsiteY14" fmla="*/ 13053164 h 18703324"/>
              <a:gd name="connsiteX15" fmla="*/ 13848472 w 13955995"/>
              <a:gd name="connsiteY15" fmla="*/ 495539 h 18703324"/>
              <a:gd name="connsiteX16" fmla="*/ 11596356 w 13955995"/>
              <a:gd name="connsiteY16" fmla="*/ 484665 h 18703324"/>
              <a:gd name="connsiteX17" fmla="*/ 7679001 w 13955995"/>
              <a:gd name="connsiteY17" fmla="*/ 387336 h 18703324"/>
              <a:gd name="connsiteX18" fmla="*/ 2209737 w 13955995"/>
              <a:gd name="connsiteY18" fmla="*/ 0 h 18703324"/>
              <a:gd name="connsiteX0" fmla="*/ 2209737 w 13970835"/>
              <a:gd name="connsiteY0" fmla="*/ 0 h 18703324"/>
              <a:gd name="connsiteX1" fmla="*/ 29438 w 13970835"/>
              <a:gd name="connsiteY1" fmla="*/ 280629 h 18703324"/>
              <a:gd name="connsiteX2" fmla="*/ 162796 w 13970835"/>
              <a:gd name="connsiteY2" fmla="*/ 11780473 h 18703324"/>
              <a:gd name="connsiteX3" fmla="*/ 152788 w 13970835"/>
              <a:gd name="connsiteY3" fmla="*/ 12646443 h 18703324"/>
              <a:gd name="connsiteX4" fmla="*/ 190236 w 13970835"/>
              <a:gd name="connsiteY4" fmla="*/ 16625824 h 18703324"/>
              <a:gd name="connsiteX5" fmla="*/ 251230 w 13970835"/>
              <a:gd name="connsiteY5" fmla="*/ 17621719 h 18703324"/>
              <a:gd name="connsiteX6" fmla="*/ 5606905 w 13970835"/>
              <a:gd name="connsiteY6" fmla="*/ 17613612 h 18703324"/>
              <a:gd name="connsiteX7" fmla="*/ 8194398 w 13970835"/>
              <a:gd name="connsiteY7" fmla="*/ 17592884 h 18703324"/>
              <a:gd name="connsiteX8" fmla="*/ 8437356 w 13970835"/>
              <a:gd name="connsiteY8" fmla="*/ 17616602 h 18703324"/>
              <a:gd name="connsiteX9" fmla="*/ 8698241 w 13970835"/>
              <a:gd name="connsiteY9" fmla="*/ 18703324 h 18703324"/>
              <a:gd name="connsiteX10" fmla="*/ 9049030 w 13970835"/>
              <a:gd name="connsiteY10" fmla="*/ 17603760 h 18703324"/>
              <a:gd name="connsiteX11" fmla="*/ 9897648 w 13970835"/>
              <a:gd name="connsiteY11" fmla="*/ 17590337 h 18703324"/>
              <a:gd name="connsiteX12" fmla="*/ 11049993 w 13970835"/>
              <a:gd name="connsiteY12" fmla="*/ 17613243 h 18703324"/>
              <a:gd name="connsiteX13" fmla="*/ 13969093 w 13970835"/>
              <a:gd name="connsiteY13" fmla="*/ 17429217 h 18703324"/>
              <a:gd name="connsiteX14" fmla="*/ 13410640 w 13970835"/>
              <a:gd name="connsiteY14" fmla="*/ 13053164 h 18703324"/>
              <a:gd name="connsiteX15" fmla="*/ 13848472 w 13970835"/>
              <a:gd name="connsiteY15" fmla="*/ 495539 h 18703324"/>
              <a:gd name="connsiteX16" fmla="*/ 11596356 w 13970835"/>
              <a:gd name="connsiteY16" fmla="*/ 484665 h 18703324"/>
              <a:gd name="connsiteX17" fmla="*/ 7679001 w 13970835"/>
              <a:gd name="connsiteY17" fmla="*/ 387336 h 18703324"/>
              <a:gd name="connsiteX18" fmla="*/ 2209737 w 13970835"/>
              <a:gd name="connsiteY18" fmla="*/ 0 h 18703324"/>
              <a:gd name="connsiteX0" fmla="*/ 2209737 w 14109074"/>
              <a:gd name="connsiteY0" fmla="*/ 404285 h 19107609"/>
              <a:gd name="connsiteX1" fmla="*/ 29438 w 14109074"/>
              <a:gd name="connsiteY1" fmla="*/ 684914 h 19107609"/>
              <a:gd name="connsiteX2" fmla="*/ 162796 w 14109074"/>
              <a:gd name="connsiteY2" fmla="*/ 12184758 h 19107609"/>
              <a:gd name="connsiteX3" fmla="*/ 152788 w 14109074"/>
              <a:gd name="connsiteY3" fmla="*/ 13050728 h 19107609"/>
              <a:gd name="connsiteX4" fmla="*/ 190236 w 14109074"/>
              <a:gd name="connsiteY4" fmla="*/ 17030109 h 19107609"/>
              <a:gd name="connsiteX5" fmla="*/ 251230 w 14109074"/>
              <a:gd name="connsiteY5" fmla="*/ 18026004 h 19107609"/>
              <a:gd name="connsiteX6" fmla="*/ 5606905 w 14109074"/>
              <a:gd name="connsiteY6" fmla="*/ 18017897 h 19107609"/>
              <a:gd name="connsiteX7" fmla="*/ 8194398 w 14109074"/>
              <a:gd name="connsiteY7" fmla="*/ 17997169 h 19107609"/>
              <a:gd name="connsiteX8" fmla="*/ 8437356 w 14109074"/>
              <a:gd name="connsiteY8" fmla="*/ 18020887 h 19107609"/>
              <a:gd name="connsiteX9" fmla="*/ 8698241 w 14109074"/>
              <a:gd name="connsiteY9" fmla="*/ 19107609 h 19107609"/>
              <a:gd name="connsiteX10" fmla="*/ 9049030 w 14109074"/>
              <a:gd name="connsiteY10" fmla="*/ 18008045 h 19107609"/>
              <a:gd name="connsiteX11" fmla="*/ 9897648 w 14109074"/>
              <a:gd name="connsiteY11" fmla="*/ 17994622 h 19107609"/>
              <a:gd name="connsiteX12" fmla="*/ 11049993 w 14109074"/>
              <a:gd name="connsiteY12" fmla="*/ 18017528 h 19107609"/>
              <a:gd name="connsiteX13" fmla="*/ 13969093 w 14109074"/>
              <a:gd name="connsiteY13" fmla="*/ 17833502 h 19107609"/>
              <a:gd name="connsiteX14" fmla="*/ 14050741 w 14109074"/>
              <a:gd name="connsiteY14" fmla="*/ 13052648 h 19107609"/>
              <a:gd name="connsiteX15" fmla="*/ 13848472 w 14109074"/>
              <a:gd name="connsiteY15" fmla="*/ 899824 h 19107609"/>
              <a:gd name="connsiteX16" fmla="*/ 11596356 w 14109074"/>
              <a:gd name="connsiteY16" fmla="*/ 888950 h 19107609"/>
              <a:gd name="connsiteX17" fmla="*/ 7679001 w 14109074"/>
              <a:gd name="connsiteY17" fmla="*/ 791621 h 19107609"/>
              <a:gd name="connsiteX18" fmla="*/ 2209737 w 14109074"/>
              <a:gd name="connsiteY18" fmla="*/ 404285 h 19107609"/>
              <a:gd name="connsiteX0" fmla="*/ 2209737 w 14393631"/>
              <a:gd name="connsiteY0" fmla="*/ 404289 h 19107613"/>
              <a:gd name="connsiteX1" fmla="*/ 29438 w 14393631"/>
              <a:gd name="connsiteY1" fmla="*/ 684918 h 19107613"/>
              <a:gd name="connsiteX2" fmla="*/ 162796 w 14393631"/>
              <a:gd name="connsiteY2" fmla="*/ 12184762 h 19107613"/>
              <a:gd name="connsiteX3" fmla="*/ 152788 w 14393631"/>
              <a:gd name="connsiteY3" fmla="*/ 13050732 h 19107613"/>
              <a:gd name="connsiteX4" fmla="*/ 190236 w 14393631"/>
              <a:gd name="connsiteY4" fmla="*/ 17030113 h 19107613"/>
              <a:gd name="connsiteX5" fmla="*/ 251230 w 14393631"/>
              <a:gd name="connsiteY5" fmla="*/ 18026008 h 19107613"/>
              <a:gd name="connsiteX6" fmla="*/ 5606905 w 14393631"/>
              <a:gd name="connsiteY6" fmla="*/ 18017901 h 19107613"/>
              <a:gd name="connsiteX7" fmla="*/ 8194398 w 14393631"/>
              <a:gd name="connsiteY7" fmla="*/ 17997173 h 19107613"/>
              <a:gd name="connsiteX8" fmla="*/ 8437356 w 14393631"/>
              <a:gd name="connsiteY8" fmla="*/ 18020891 h 19107613"/>
              <a:gd name="connsiteX9" fmla="*/ 8698241 w 14393631"/>
              <a:gd name="connsiteY9" fmla="*/ 19107613 h 19107613"/>
              <a:gd name="connsiteX10" fmla="*/ 9049030 w 14393631"/>
              <a:gd name="connsiteY10" fmla="*/ 18008049 h 19107613"/>
              <a:gd name="connsiteX11" fmla="*/ 9897648 w 14393631"/>
              <a:gd name="connsiteY11" fmla="*/ 17994626 h 19107613"/>
              <a:gd name="connsiteX12" fmla="*/ 11049993 w 14393631"/>
              <a:gd name="connsiteY12" fmla="*/ 18017532 h 19107613"/>
              <a:gd name="connsiteX13" fmla="*/ 14390977 w 14393631"/>
              <a:gd name="connsiteY13" fmla="*/ 18016424 h 19107613"/>
              <a:gd name="connsiteX14" fmla="*/ 14050741 w 14393631"/>
              <a:gd name="connsiteY14" fmla="*/ 13052652 h 19107613"/>
              <a:gd name="connsiteX15" fmla="*/ 13848472 w 14393631"/>
              <a:gd name="connsiteY15" fmla="*/ 899828 h 19107613"/>
              <a:gd name="connsiteX16" fmla="*/ 11596356 w 14393631"/>
              <a:gd name="connsiteY16" fmla="*/ 888954 h 19107613"/>
              <a:gd name="connsiteX17" fmla="*/ 7679001 w 14393631"/>
              <a:gd name="connsiteY17" fmla="*/ 791625 h 19107613"/>
              <a:gd name="connsiteX18" fmla="*/ 2209737 w 14393631"/>
              <a:gd name="connsiteY18" fmla="*/ 404289 h 19107613"/>
              <a:gd name="connsiteX0" fmla="*/ 2209737 w 14459237"/>
              <a:gd name="connsiteY0" fmla="*/ 390738 h 19094062"/>
              <a:gd name="connsiteX1" fmla="*/ 29438 w 14459237"/>
              <a:gd name="connsiteY1" fmla="*/ 671367 h 19094062"/>
              <a:gd name="connsiteX2" fmla="*/ 162796 w 14459237"/>
              <a:gd name="connsiteY2" fmla="*/ 12171211 h 19094062"/>
              <a:gd name="connsiteX3" fmla="*/ 152788 w 14459237"/>
              <a:gd name="connsiteY3" fmla="*/ 13037181 h 19094062"/>
              <a:gd name="connsiteX4" fmla="*/ 190236 w 14459237"/>
              <a:gd name="connsiteY4" fmla="*/ 17016562 h 19094062"/>
              <a:gd name="connsiteX5" fmla="*/ 251230 w 14459237"/>
              <a:gd name="connsiteY5" fmla="*/ 18012457 h 19094062"/>
              <a:gd name="connsiteX6" fmla="*/ 5606905 w 14459237"/>
              <a:gd name="connsiteY6" fmla="*/ 18004350 h 19094062"/>
              <a:gd name="connsiteX7" fmla="*/ 8194398 w 14459237"/>
              <a:gd name="connsiteY7" fmla="*/ 17983622 h 19094062"/>
              <a:gd name="connsiteX8" fmla="*/ 8437356 w 14459237"/>
              <a:gd name="connsiteY8" fmla="*/ 18007340 h 19094062"/>
              <a:gd name="connsiteX9" fmla="*/ 8698241 w 14459237"/>
              <a:gd name="connsiteY9" fmla="*/ 19094062 h 19094062"/>
              <a:gd name="connsiteX10" fmla="*/ 9049030 w 14459237"/>
              <a:gd name="connsiteY10" fmla="*/ 17994498 h 19094062"/>
              <a:gd name="connsiteX11" fmla="*/ 9897648 w 14459237"/>
              <a:gd name="connsiteY11" fmla="*/ 17981075 h 19094062"/>
              <a:gd name="connsiteX12" fmla="*/ 11049993 w 14459237"/>
              <a:gd name="connsiteY12" fmla="*/ 18003981 h 19094062"/>
              <a:gd name="connsiteX13" fmla="*/ 14390977 w 14459237"/>
              <a:gd name="connsiteY13" fmla="*/ 18002873 h 19094062"/>
              <a:gd name="connsiteX14" fmla="*/ 14458076 w 14459237"/>
              <a:gd name="connsiteY14" fmla="*/ 12856182 h 19094062"/>
              <a:gd name="connsiteX15" fmla="*/ 13848472 w 14459237"/>
              <a:gd name="connsiteY15" fmla="*/ 886277 h 19094062"/>
              <a:gd name="connsiteX16" fmla="*/ 11596356 w 14459237"/>
              <a:gd name="connsiteY16" fmla="*/ 875403 h 19094062"/>
              <a:gd name="connsiteX17" fmla="*/ 7679001 w 14459237"/>
              <a:gd name="connsiteY17" fmla="*/ 778074 h 19094062"/>
              <a:gd name="connsiteX18" fmla="*/ 2209737 w 14459237"/>
              <a:gd name="connsiteY18" fmla="*/ 390738 h 19094062"/>
              <a:gd name="connsiteX0" fmla="*/ 2209737 w 14633152"/>
              <a:gd name="connsiteY0" fmla="*/ 250403 h 18953727"/>
              <a:gd name="connsiteX1" fmla="*/ 29438 w 14633152"/>
              <a:gd name="connsiteY1" fmla="*/ 531032 h 18953727"/>
              <a:gd name="connsiteX2" fmla="*/ 162796 w 14633152"/>
              <a:gd name="connsiteY2" fmla="*/ 12030876 h 18953727"/>
              <a:gd name="connsiteX3" fmla="*/ 152788 w 14633152"/>
              <a:gd name="connsiteY3" fmla="*/ 12896846 h 18953727"/>
              <a:gd name="connsiteX4" fmla="*/ 190236 w 14633152"/>
              <a:gd name="connsiteY4" fmla="*/ 16876227 h 18953727"/>
              <a:gd name="connsiteX5" fmla="*/ 251230 w 14633152"/>
              <a:gd name="connsiteY5" fmla="*/ 17872122 h 18953727"/>
              <a:gd name="connsiteX6" fmla="*/ 5606905 w 14633152"/>
              <a:gd name="connsiteY6" fmla="*/ 17864015 h 18953727"/>
              <a:gd name="connsiteX7" fmla="*/ 8194398 w 14633152"/>
              <a:gd name="connsiteY7" fmla="*/ 17843287 h 18953727"/>
              <a:gd name="connsiteX8" fmla="*/ 8437356 w 14633152"/>
              <a:gd name="connsiteY8" fmla="*/ 17867005 h 18953727"/>
              <a:gd name="connsiteX9" fmla="*/ 8698241 w 14633152"/>
              <a:gd name="connsiteY9" fmla="*/ 18953727 h 18953727"/>
              <a:gd name="connsiteX10" fmla="*/ 9049030 w 14633152"/>
              <a:gd name="connsiteY10" fmla="*/ 17854163 h 18953727"/>
              <a:gd name="connsiteX11" fmla="*/ 9897648 w 14633152"/>
              <a:gd name="connsiteY11" fmla="*/ 17840740 h 18953727"/>
              <a:gd name="connsiteX12" fmla="*/ 11049993 w 14633152"/>
              <a:gd name="connsiteY12" fmla="*/ 17863646 h 18953727"/>
              <a:gd name="connsiteX13" fmla="*/ 14390977 w 14633152"/>
              <a:gd name="connsiteY13" fmla="*/ 17862538 h 18953727"/>
              <a:gd name="connsiteX14" fmla="*/ 14458076 w 14633152"/>
              <a:gd name="connsiteY14" fmla="*/ 12715847 h 18953727"/>
              <a:gd name="connsiteX15" fmla="*/ 14401285 w 14633152"/>
              <a:gd name="connsiteY15" fmla="*/ 928860 h 18953727"/>
              <a:gd name="connsiteX16" fmla="*/ 11596356 w 14633152"/>
              <a:gd name="connsiteY16" fmla="*/ 735068 h 18953727"/>
              <a:gd name="connsiteX17" fmla="*/ 7679001 w 14633152"/>
              <a:gd name="connsiteY17" fmla="*/ 637739 h 18953727"/>
              <a:gd name="connsiteX18" fmla="*/ 2209737 w 14633152"/>
              <a:gd name="connsiteY18" fmla="*/ 250403 h 18953727"/>
              <a:gd name="connsiteX0" fmla="*/ 2209737 w 14624506"/>
              <a:gd name="connsiteY0" fmla="*/ 0 h 18703324"/>
              <a:gd name="connsiteX1" fmla="*/ 29438 w 14624506"/>
              <a:gd name="connsiteY1" fmla="*/ 280629 h 18703324"/>
              <a:gd name="connsiteX2" fmla="*/ 162796 w 14624506"/>
              <a:gd name="connsiteY2" fmla="*/ 11780473 h 18703324"/>
              <a:gd name="connsiteX3" fmla="*/ 152788 w 14624506"/>
              <a:gd name="connsiteY3" fmla="*/ 12646443 h 18703324"/>
              <a:gd name="connsiteX4" fmla="*/ 190236 w 14624506"/>
              <a:gd name="connsiteY4" fmla="*/ 16625824 h 18703324"/>
              <a:gd name="connsiteX5" fmla="*/ 251230 w 14624506"/>
              <a:gd name="connsiteY5" fmla="*/ 17621719 h 18703324"/>
              <a:gd name="connsiteX6" fmla="*/ 5606905 w 14624506"/>
              <a:gd name="connsiteY6" fmla="*/ 17613612 h 18703324"/>
              <a:gd name="connsiteX7" fmla="*/ 8194398 w 14624506"/>
              <a:gd name="connsiteY7" fmla="*/ 17592884 h 18703324"/>
              <a:gd name="connsiteX8" fmla="*/ 8437356 w 14624506"/>
              <a:gd name="connsiteY8" fmla="*/ 17616602 h 18703324"/>
              <a:gd name="connsiteX9" fmla="*/ 8698241 w 14624506"/>
              <a:gd name="connsiteY9" fmla="*/ 18703324 h 18703324"/>
              <a:gd name="connsiteX10" fmla="*/ 9049030 w 14624506"/>
              <a:gd name="connsiteY10" fmla="*/ 17603760 h 18703324"/>
              <a:gd name="connsiteX11" fmla="*/ 9897648 w 14624506"/>
              <a:gd name="connsiteY11" fmla="*/ 17590337 h 18703324"/>
              <a:gd name="connsiteX12" fmla="*/ 11049993 w 14624506"/>
              <a:gd name="connsiteY12" fmla="*/ 17613243 h 18703324"/>
              <a:gd name="connsiteX13" fmla="*/ 14390977 w 14624506"/>
              <a:gd name="connsiteY13" fmla="*/ 17612135 h 18703324"/>
              <a:gd name="connsiteX14" fmla="*/ 14458076 w 14624506"/>
              <a:gd name="connsiteY14" fmla="*/ 12465444 h 18703324"/>
              <a:gd name="connsiteX15" fmla="*/ 14452054 w 14624506"/>
              <a:gd name="connsiteY15" fmla="*/ 1691913 h 18703324"/>
              <a:gd name="connsiteX16" fmla="*/ 14401285 w 14624506"/>
              <a:gd name="connsiteY16" fmla="*/ 678457 h 18703324"/>
              <a:gd name="connsiteX17" fmla="*/ 11596356 w 14624506"/>
              <a:gd name="connsiteY17" fmla="*/ 484665 h 18703324"/>
              <a:gd name="connsiteX18" fmla="*/ 7679001 w 14624506"/>
              <a:gd name="connsiteY18" fmla="*/ 387336 h 18703324"/>
              <a:gd name="connsiteX19" fmla="*/ 2209737 w 14624506"/>
              <a:gd name="connsiteY19" fmla="*/ 0 h 18703324"/>
              <a:gd name="connsiteX0" fmla="*/ 2209737 w 14628098"/>
              <a:gd name="connsiteY0" fmla="*/ 0 h 18703324"/>
              <a:gd name="connsiteX1" fmla="*/ 29438 w 14628098"/>
              <a:gd name="connsiteY1" fmla="*/ 280629 h 18703324"/>
              <a:gd name="connsiteX2" fmla="*/ 162796 w 14628098"/>
              <a:gd name="connsiteY2" fmla="*/ 11780473 h 18703324"/>
              <a:gd name="connsiteX3" fmla="*/ 152788 w 14628098"/>
              <a:gd name="connsiteY3" fmla="*/ 12646443 h 18703324"/>
              <a:gd name="connsiteX4" fmla="*/ 190236 w 14628098"/>
              <a:gd name="connsiteY4" fmla="*/ 16625824 h 18703324"/>
              <a:gd name="connsiteX5" fmla="*/ 251230 w 14628098"/>
              <a:gd name="connsiteY5" fmla="*/ 17621719 h 18703324"/>
              <a:gd name="connsiteX6" fmla="*/ 5606905 w 14628098"/>
              <a:gd name="connsiteY6" fmla="*/ 17613612 h 18703324"/>
              <a:gd name="connsiteX7" fmla="*/ 8194398 w 14628098"/>
              <a:gd name="connsiteY7" fmla="*/ 17592884 h 18703324"/>
              <a:gd name="connsiteX8" fmla="*/ 8437356 w 14628098"/>
              <a:gd name="connsiteY8" fmla="*/ 17616602 h 18703324"/>
              <a:gd name="connsiteX9" fmla="*/ 8698241 w 14628098"/>
              <a:gd name="connsiteY9" fmla="*/ 18703324 h 18703324"/>
              <a:gd name="connsiteX10" fmla="*/ 9049030 w 14628098"/>
              <a:gd name="connsiteY10" fmla="*/ 17603760 h 18703324"/>
              <a:gd name="connsiteX11" fmla="*/ 9897648 w 14628098"/>
              <a:gd name="connsiteY11" fmla="*/ 17590337 h 18703324"/>
              <a:gd name="connsiteX12" fmla="*/ 11049993 w 14628098"/>
              <a:gd name="connsiteY12" fmla="*/ 17613243 h 18703324"/>
              <a:gd name="connsiteX13" fmla="*/ 14390977 w 14628098"/>
              <a:gd name="connsiteY13" fmla="*/ 17612135 h 18703324"/>
              <a:gd name="connsiteX14" fmla="*/ 14458076 w 14628098"/>
              <a:gd name="connsiteY14" fmla="*/ 12465444 h 18703324"/>
              <a:gd name="connsiteX15" fmla="*/ 14452054 w 14628098"/>
              <a:gd name="connsiteY15" fmla="*/ 1691913 h 18703324"/>
              <a:gd name="connsiteX16" fmla="*/ 14401285 w 14628098"/>
              <a:gd name="connsiteY16" fmla="*/ 678457 h 18703324"/>
              <a:gd name="connsiteX17" fmla="*/ 11596356 w 14628098"/>
              <a:gd name="connsiteY17" fmla="*/ 484665 h 18703324"/>
              <a:gd name="connsiteX18" fmla="*/ 7679001 w 14628098"/>
              <a:gd name="connsiteY18" fmla="*/ 387336 h 18703324"/>
              <a:gd name="connsiteX19" fmla="*/ 2209737 w 14628098"/>
              <a:gd name="connsiteY19" fmla="*/ 0 h 18703324"/>
              <a:gd name="connsiteX0" fmla="*/ 2209737 w 14458076"/>
              <a:gd name="connsiteY0" fmla="*/ 0 h 18703324"/>
              <a:gd name="connsiteX1" fmla="*/ 29438 w 14458076"/>
              <a:gd name="connsiteY1" fmla="*/ 280629 h 18703324"/>
              <a:gd name="connsiteX2" fmla="*/ 162796 w 14458076"/>
              <a:gd name="connsiteY2" fmla="*/ 11780473 h 18703324"/>
              <a:gd name="connsiteX3" fmla="*/ 152788 w 14458076"/>
              <a:gd name="connsiteY3" fmla="*/ 12646443 h 18703324"/>
              <a:gd name="connsiteX4" fmla="*/ 190236 w 14458076"/>
              <a:gd name="connsiteY4" fmla="*/ 16625824 h 18703324"/>
              <a:gd name="connsiteX5" fmla="*/ 251230 w 14458076"/>
              <a:gd name="connsiteY5" fmla="*/ 17621719 h 18703324"/>
              <a:gd name="connsiteX6" fmla="*/ 5606905 w 14458076"/>
              <a:gd name="connsiteY6" fmla="*/ 17613612 h 18703324"/>
              <a:gd name="connsiteX7" fmla="*/ 8194398 w 14458076"/>
              <a:gd name="connsiteY7" fmla="*/ 17592884 h 18703324"/>
              <a:gd name="connsiteX8" fmla="*/ 8437356 w 14458076"/>
              <a:gd name="connsiteY8" fmla="*/ 17616602 h 18703324"/>
              <a:gd name="connsiteX9" fmla="*/ 8698241 w 14458076"/>
              <a:gd name="connsiteY9" fmla="*/ 18703324 h 18703324"/>
              <a:gd name="connsiteX10" fmla="*/ 9049030 w 14458076"/>
              <a:gd name="connsiteY10" fmla="*/ 17603760 h 18703324"/>
              <a:gd name="connsiteX11" fmla="*/ 9897648 w 14458076"/>
              <a:gd name="connsiteY11" fmla="*/ 17590337 h 18703324"/>
              <a:gd name="connsiteX12" fmla="*/ 11049993 w 14458076"/>
              <a:gd name="connsiteY12" fmla="*/ 17613243 h 18703324"/>
              <a:gd name="connsiteX13" fmla="*/ 14390977 w 14458076"/>
              <a:gd name="connsiteY13" fmla="*/ 17612135 h 18703324"/>
              <a:gd name="connsiteX14" fmla="*/ 14458076 w 14458076"/>
              <a:gd name="connsiteY14" fmla="*/ 12465444 h 18703324"/>
              <a:gd name="connsiteX15" fmla="*/ 14452054 w 14458076"/>
              <a:gd name="connsiteY15" fmla="*/ 1691913 h 18703324"/>
              <a:gd name="connsiteX16" fmla="*/ 14401285 w 14458076"/>
              <a:gd name="connsiteY16" fmla="*/ 678457 h 18703324"/>
              <a:gd name="connsiteX17" fmla="*/ 11596356 w 14458076"/>
              <a:gd name="connsiteY17" fmla="*/ 484665 h 18703324"/>
              <a:gd name="connsiteX18" fmla="*/ 7679001 w 14458076"/>
              <a:gd name="connsiteY18" fmla="*/ 387336 h 18703324"/>
              <a:gd name="connsiteX19" fmla="*/ 2209737 w 14458076"/>
              <a:gd name="connsiteY19" fmla="*/ 0 h 18703324"/>
              <a:gd name="connsiteX0" fmla="*/ 2209737 w 14458076"/>
              <a:gd name="connsiteY0" fmla="*/ 0 h 18703324"/>
              <a:gd name="connsiteX1" fmla="*/ 29438 w 14458076"/>
              <a:gd name="connsiteY1" fmla="*/ 280629 h 18703324"/>
              <a:gd name="connsiteX2" fmla="*/ 162796 w 14458076"/>
              <a:gd name="connsiteY2" fmla="*/ 11780473 h 18703324"/>
              <a:gd name="connsiteX3" fmla="*/ 152788 w 14458076"/>
              <a:gd name="connsiteY3" fmla="*/ 12646443 h 18703324"/>
              <a:gd name="connsiteX4" fmla="*/ 190236 w 14458076"/>
              <a:gd name="connsiteY4" fmla="*/ 16625824 h 18703324"/>
              <a:gd name="connsiteX5" fmla="*/ 251230 w 14458076"/>
              <a:gd name="connsiteY5" fmla="*/ 17621719 h 18703324"/>
              <a:gd name="connsiteX6" fmla="*/ 5606905 w 14458076"/>
              <a:gd name="connsiteY6" fmla="*/ 17613612 h 18703324"/>
              <a:gd name="connsiteX7" fmla="*/ 8194398 w 14458076"/>
              <a:gd name="connsiteY7" fmla="*/ 17592884 h 18703324"/>
              <a:gd name="connsiteX8" fmla="*/ 8437356 w 14458076"/>
              <a:gd name="connsiteY8" fmla="*/ 17616602 h 18703324"/>
              <a:gd name="connsiteX9" fmla="*/ 8698241 w 14458076"/>
              <a:gd name="connsiteY9" fmla="*/ 18703324 h 18703324"/>
              <a:gd name="connsiteX10" fmla="*/ 9049030 w 14458076"/>
              <a:gd name="connsiteY10" fmla="*/ 17603760 h 18703324"/>
              <a:gd name="connsiteX11" fmla="*/ 9897648 w 14458076"/>
              <a:gd name="connsiteY11" fmla="*/ 17590337 h 18703324"/>
              <a:gd name="connsiteX12" fmla="*/ 11049993 w 14458076"/>
              <a:gd name="connsiteY12" fmla="*/ 17613243 h 18703324"/>
              <a:gd name="connsiteX13" fmla="*/ 14390977 w 14458076"/>
              <a:gd name="connsiteY13" fmla="*/ 17612135 h 18703324"/>
              <a:gd name="connsiteX14" fmla="*/ 14458076 w 14458076"/>
              <a:gd name="connsiteY14" fmla="*/ 12465444 h 18703324"/>
              <a:gd name="connsiteX15" fmla="*/ 14452054 w 14458076"/>
              <a:gd name="connsiteY15" fmla="*/ 1691913 h 18703324"/>
              <a:gd name="connsiteX16" fmla="*/ 14386737 w 14458076"/>
              <a:gd name="connsiteY16" fmla="*/ 83974 h 18703324"/>
              <a:gd name="connsiteX17" fmla="*/ 11596356 w 14458076"/>
              <a:gd name="connsiteY17" fmla="*/ 484665 h 18703324"/>
              <a:gd name="connsiteX18" fmla="*/ 7679001 w 14458076"/>
              <a:gd name="connsiteY18" fmla="*/ 387336 h 18703324"/>
              <a:gd name="connsiteX19" fmla="*/ 2209737 w 14458076"/>
              <a:gd name="connsiteY19" fmla="*/ 0 h 18703324"/>
              <a:gd name="connsiteX0" fmla="*/ 2209737 w 14617946"/>
              <a:gd name="connsiteY0" fmla="*/ 51366 h 18754690"/>
              <a:gd name="connsiteX1" fmla="*/ 29438 w 14617946"/>
              <a:gd name="connsiteY1" fmla="*/ 331995 h 18754690"/>
              <a:gd name="connsiteX2" fmla="*/ 162796 w 14617946"/>
              <a:gd name="connsiteY2" fmla="*/ 11831839 h 18754690"/>
              <a:gd name="connsiteX3" fmla="*/ 152788 w 14617946"/>
              <a:gd name="connsiteY3" fmla="*/ 12697809 h 18754690"/>
              <a:gd name="connsiteX4" fmla="*/ 190236 w 14617946"/>
              <a:gd name="connsiteY4" fmla="*/ 16677190 h 18754690"/>
              <a:gd name="connsiteX5" fmla="*/ 251230 w 14617946"/>
              <a:gd name="connsiteY5" fmla="*/ 17673085 h 18754690"/>
              <a:gd name="connsiteX6" fmla="*/ 5606905 w 14617946"/>
              <a:gd name="connsiteY6" fmla="*/ 17664978 h 18754690"/>
              <a:gd name="connsiteX7" fmla="*/ 8194398 w 14617946"/>
              <a:gd name="connsiteY7" fmla="*/ 17644250 h 18754690"/>
              <a:gd name="connsiteX8" fmla="*/ 8437356 w 14617946"/>
              <a:gd name="connsiteY8" fmla="*/ 17667968 h 18754690"/>
              <a:gd name="connsiteX9" fmla="*/ 8698241 w 14617946"/>
              <a:gd name="connsiteY9" fmla="*/ 18754690 h 18754690"/>
              <a:gd name="connsiteX10" fmla="*/ 9049030 w 14617946"/>
              <a:gd name="connsiteY10" fmla="*/ 17655126 h 18754690"/>
              <a:gd name="connsiteX11" fmla="*/ 9897648 w 14617946"/>
              <a:gd name="connsiteY11" fmla="*/ 17641703 h 18754690"/>
              <a:gd name="connsiteX12" fmla="*/ 11049993 w 14617946"/>
              <a:gd name="connsiteY12" fmla="*/ 17664609 h 18754690"/>
              <a:gd name="connsiteX13" fmla="*/ 14390977 w 14617946"/>
              <a:gd name="connsiteY13" fmla="*/ 17663501 h 18754690"/>
              <a:gd name="connsiteX14" fmla="*/ 14458076 w 14617946"/>
              <a:gd name="connsiteY14" fmla="*/ 12516810 h 18754690"/>
              <a:gd name="connsiteX15" fmla="*/ 14452054 w 14617946"/>
              <a:gd name="connsiteY15" fmla="*/ 1743279 h 18754690"/>
              <a:gd name="connsiteX16" fmla="*/ 14386737 w 14617946"/>
              <a:gd name="connsiteY16" fmla="*/ 135340 h 18754690"/>
              <a:gd name="connsiteX17" fmla="*/ 11596356 w 14617946"/>
              <a:gd name="connsiteY17" fmla="*/ 124465 h 18754690"/>
              <a:gd name="connsiteX18" fmla="*/ 7679001 w 14617946"/>
              <a:gd name="connsiteY18" fmla="*/ 438702 h 18754690"/>
              <a:gd name="connsiteX19" fmla="*/ 2209737 w 14617946"/>
              <a:gd name="connsiteY19" fmla="*/ 51366 h 18754690"/>
              <a:gd name="connsiteX0" fmla="*/ 2209737 w 14617946"/>
              <a:gd name="connsiteY0" fmla="*/ 38181 h 18741505"/>
              <a:gd name="connsiteX1" fmla="*/ 29438 w 14617946"/>
              <a:gd name="connsiteY1" fmla="*/ 318810 h 18741505"/>
              <a:gd name="connsiteX2" fmla="*/ 162796 w 14617946"/>
              <a:gd name="connsiteY2" fmla="*/ 11818654 h 18741505"/>
              <a:gd name="connsiteX3" fmla="*/ 152788 w 14617946"/>
              <a:gd name="connsiteY3" fmla="*/ 12684624 h 18741505"/>
              <a:gd name="connsiteX4" fmla="*/ 190236 w 14617946"/>
              <a:gd name="connsiteY4" fmla="*/ 16664005 h 18741505"/>
              <a:gd name="connsiteX5" fmla="*/ 251230 w 14617946"/>
              <a:gd name="connsiteY5" fmla="*/ 17659900 h 18741505"/>
              <a:gd name="connsiteX6" fmla="*/ 5606905 w 14617946"/>
              <a:gd name="connsiteY6" fmla="*/ 17651793 h 18741505"/>
              <a:gd name="connsiteX7" fmla="*/ 8194398 w 14617946"/>
              <a:gd name="connsiteY7" fmla="*/ 17631065 h 18741505"/>
              <a:gd name="connsiteX8" fmla="*/ 8437356 w 14617946"/>
              <a:gd name="connsiteY8" fmla="*/ 17654783 h 18741505"/>
              <a:gd name="connsiteX9" fmla="*/ 8698241 w 14617946"/>
              <a:gd name="connsiteY9" fmla="*/ 18741505 h 18741505"/>
              <a:gd name="connsiteX10" fmla="*/ 9049030 w 14617946"/>
              <a:gd name="connsiteY10" fmla="*/ 17641941 h 18741505"/>
              <a:gd name="connsiteX11" fmla="*/ 9897648 w 14617946"/>
              <a:gd name="connsiteY11" fmla="*/ 17628518 h 18741505"/>
              <a:gd name="connsiteX12" fmla="*/ 11049993 w 14617946"/>
              <a:gd name="connsiteY12" fmla="*/ 17651424 h 18741505"/>
              <a:gd name="connsiteX13" fmla="*/ 14390977 w 14617946"/>
              <a:gd name="connsiteY13" fmla="*/ 17650316 h 18741505"/>
              <a:gd name="connsiteX14" fmla="*/ 14458076 w 14617946"/>
              <a:gd name="connsiteY14" fmla="*/ 12503625 h 18741505"/>
              <a:gd name="connsiteX15" fmla="*/ 14452054 w 14617946"/>
              <a:gd name="connsiteY15" fmla="*/ 1730094 h 18741505"/>
              <a:gd name="connsiteX16" fmla="*/ 14386737 w 14617946"/>
              <a:gd name="connsiteY16" fmla="*/ 122155 h 18741505"/>
              <a:gd name="connsiteX17" fmla="*/ 11596356 w 14617946"/>
              <a:gd name="connsiteY17" fmla="*/ 111280 h 18741505"/>
              <a:gd name="connsiteX18" fmla="*/ 7664453 w 14617946"/>
              <a:gd name="connsiteY18" fmla="*/ 105409 h 18741505"/>
              <a:gd name="connsiteX19" fmla="*/ 2209737 w 14617946"/>
              <a:gd name="connsiteY19" fmla="*/ 38181 h 18741505"/>
              <a:gd name="connsiteX0" fmla="*/ 2209737 w 14468910"/>
              <a:gd name="connsiteY0" fmla="*/ 0 h 18703324"/>
              <a:gd name="connsiteX1" fmla="*/ 29438 w 14468910"/>
              <a:gd name="connsiteY1" fmla="*/ 280629 h 18703324"/>
              <a:gd name="connsiteX2" fmla="*/ 162796 w 14468910"/>
              <a:gd name="connsiteY2" fmla="*/ 11780473 h 18703324"/>
              <a:gd name="connsiteX3" fmla="*/ 152788 w 14468910"/>
              <a:gd name="connsiteY3" fmla="*/ 12646443 h 18703324"/>
              <a:gd name="connsiteX4" fmla="*/ 190236 w 14468910"/>
              <a:gd name="connsiteY4" fmla="*/ 16625824 h 18703324"/>
              <a:gd name="connsiteX5" fmla="*/ 251230 w 14468910"/>
              <a:gd name="connsiteY5" fmla="*/ 17621719 h 18703324"/>
              <a:gd name="connsiteX6" fmla="*/ 5606905 w 14468910"/>
              <a:gd name="connsiteY6" fmla="*/ 17613612 h 18703324"/>
              <a:gd name="connsiteX7" fmla="*/ 8194398 w 14468910"/>
              <a:gd name="connsiteY7" fmla="*/ 17592884 h 18703324"/>
              <a:gd name="connsiteX8" fmla="*/ 8437356 w 14468910"/>
              <a:gd name="connsiteY8" fmla="*/ 17616602 h 18703324"/>
              <a:gd name="connsiteX9" fmla="*/ 8698241 w 14468910"/>
              <a:gd name="connsiteY9" fmla="*/ 18703324 h 18703324"/>
              <a:gd name="connsiteX10" fmla="*/ 9049030 w 14468910"/>
              <a:gd name="connsiteY10" fmla="*/ 17603760 h 18703324"/>
              <a:gd name="connsiteX11" fmla="*/ 9897648 w 14468910"/>
              <a:gd name="connsiteY11" fmla="*/ 17590337 h 18703324"/>
              <a:gd name="connsiteX12" fmla="*/ 11049993 w 14468910"/>
              <a:gd name="connsiteY12" fmla="*/ 17613243 h 18703324"/>
              <a:gd name="connsiteX13" fmla="*/ 14390977 w 14468910"/>
              <a:gd name="connsiteY13" fmla="*/ 17612135 h 18703324"/>
              <a:gd name="connsiteX14" fmla="*/ 14458076 w 14468910"/>
              <a:gd name="connsiteY14" fmla="*/ 12465444 h 18703324"/>
              <a:gd name="connsiteX15" fmla="*/ 14452054 w 14468910"/>
              <a:gd name="connsiteY15" fmla="*/ 1691913 h 18703324"/>
              <a:gd name="connsiteX16" fmla="*/ 14386737 w 14468910"/>
              <a:gd name="connsiteY16" fmla="*/ 83974 h 18703324"/>
              <a:gd name="connsiteX17" fmla="*/ 11596356 w 14468910"/>
              <a:gd name="connsiteY17" fmla="*/ 73099 h 18703324"/>
              <a:gd name="connsiteX18" fmla="*/ 7664453 w 14468910"/>
              <a:gd name="connsiteY18" fmla="*/ 67228 h 18703324"/>
              <a:gd name="connsiteX19" fmla="*/ 2209737 w 14468910"/>
              <a:gd name="connsiteY19" fmla="*/ 0 h 18703324"/>
              <a:gd name="connsiteX0" fmla="*/ 2209737 w 14611190"/>
              <a:gd name="connsiteY0" fmla="*/ 0 h 18703324"/>
              <a:gd name="connsiteX1" fmla="*/ 29438 w 14611190"/>
              <a:gd name="connsiteY1" fmla="*/ 280629 h 18703324"/>
              <a:gd name="connsiteX2" fmla="*/ 162796 w 14611190"/>
              <a:gd name="connsiteY2" fmla="*/ 11780473 h 18703324"/>
              <a:gd name="connsiteX3" fmla="*/ 152788 w 14611190"/>
              <a:gd name="connsiteY3" fmla="*/ 12646443 h 18703324"/>
              <a:gd name="connsiteX4" fmla="*/ 190236 w 14611190"/>
              <a:gd name="connsiteY4" fmla="*/ 16625824 h 18703324"/>
              <a:gd name="connsiteX5" fmla="*/ 251230 w 14611190"/>
              <a:gd name="connsiteY5" fmla="*/ 17621719 h 18703324"/>
              <a:gd name="connsiteX6" fmla="*/ 5606905 w 14611190"/>
              <a:gd name="connsiteY6" fmla="*/ 17613612 h 18703324"/>
              <a:gd name="connsiteX7" fmla="*/ 8194398 w 14611190"/>
              <a:gd name="connsiteY7" fmla="*/ 17592884 h 18703324"/>
              <a:gd name="connsiteX8" fmla="*/ 8437356 w 14611190"/>
              <a:gd name="connsiteY8" fmla="*/ 17616602 h 18703324"/>
              <a:gd name="connsiteX9" fmla="*/ 8698241 w 14611190"/>
              <a:gd name="connsiteY9" fmla="*/ 18703324 h 18703324"/>
              <a:gd name="connsiteX10" fmla="*/ 9049030 w 14611190"/>
              <a:gd name="connsiteY10" fmla="*/ 17603760 h 18703324"/>
              <a:gd name="connsiteX11" fmla="*/ 9897648 w 14611190"/>
              <a:gd name="connsiteY11" fmla="*/ 17590337 h 18703324"/>
              <a:gd name="connsiteX12" fmla="*/ 11049993 w 14611190"/>
              <a:gd name="connsiteY12" fmla="*/ 17613243 h 18703324"/>
              <a:gd name="connsiteX13" fmla="*/ 14390977 w 14611190"/>
              <a:gd name="connsiteY13" fmla="*/ 17612135 h 18703324"/>
              <a:gd name="connsiteX14" fmla="*/ 14458076 w 14611190"/>
              <a:gd name="connsiteY14" fmla="*/ 12465444 h 18703324"/>
              <a:gd name="connsiteX15" fmla="*/ 14452054 w 14611190"/>
              <a:gd name="connsiteY15" fmla="*/ 1691913 h 18703324"/>
              <a:gd name="connsiteX16" fmla="*/ 14444781 w 14611190"/>
              <a:gd name="connsiteY16" fmla="*/ 502943 h 18703324"/>
              <a:gd name="connsiteX17" fmla="*/ 14386737 w 14611190"/>
              <a:gd name="connsiteY17" fmla="*/ 83974 h 18703324"/>
              <a:gd name="connsiteX18" fmla="*/ 11596356 w 14611190"/>
              <a:gd name="connsiteY18" fmla="*/ 73099 h 18703324"/>
              <a:gd name="connsiteX19" fmla="*/ 7664453 w 14611190"/>
              <a:gd name="connsiteY19" fmla="*/ 67228 h 18703324"/>
              <a:gd name="connsiteX20" fmla="*/ 2209737 w 14611190"/>
              <a:gd name="connsiteY20" fmla="*/ 0 h 18703324"/>
              <a:gd name="connsiteX0" fmla="*/ 2209737 w 14611190"/>
              <a:gd name="connsiteY0" fmla="*/ 0 h 18703324"/>
              <a:gd name="connsiteX1" fmla="*/ 29438 w 14611190"/>
              <a:gd name="connsiteY1" fmla="*/ 280629 h 18703324"/>
              <a:gd name="connsiteX2" fmla="*/ 162796 w 14611190"/>
              <a:gd name="connsiteY2" fmla="*/ 11780473 h 18703324"/>
              <a:gd name="connsiteX3" fmla="*/ 152788 w 14611190"/>
              <a:gd name="connsiteY3" fmla="*/ 12646443 h 18703324"/>
              <a:gd name="connsiteX4" fmla="*/ 190236 w 14611190"/>
              <a:gd name="connsiteY4" fmla="*/ 16625824 h 18703324"/>
              <a:gd name="connsiteX5" fmla="*/ 745853 w 14611190"/>
              <a:gd name="connsiteY5" fmla="*/ 17621722 h 18703324"/>
              <a:gd name="connsiteX6" fmla="*/ 5606905 w 14611190"/>
              <a:gd name="connsiteY6" fmla="*/ 17613612 h 18703324"/>
              <a:gd name="connsiteX7" fmla="*/ 8194398 w 14611190"/>
              <a:gd name="connsiteY7" fmla="*/ 17592884 h 18703324"/>
              <a:gd name="connsiteX8" fmla="*/ 8437356 w 14611190"/>
              <a:gd name="connsiteY8" fmla="*/ 17616602 h 18703324"/>
              <a:gd name="connsiteX9" fmla="*/ 8698241 w 14611190"/>
              <a:gd name="connsiteY9" fmla="*/ 18703324 h 18703324"/>
              <a:gd name="connsiteX10" fmla="*/ 9049030 w 14611190"/>
              <a:gd name="connsiteY10" fmla="*/ 17603760 h 18703324"/>
              <a:gd name="connsiteX11" fmla="*/ 9897648 w 14611190"/>
              <a:gd name="connsiteY11" fmla="*/ 17590337 h 18703324"/>
              <a:gd name="connsiteX12" fmla="*/ 11049993 w 14611190"/>
              <a:gd name="connsiteY12" fmla="*/ 17613243 h 18703324"/>
              <a:gd name="connsiteX13" fmla="*/ 14390977 w 14611190"/>
              <a:gd name="connsiteY13" fmla="*/ 17612135 h 18703324"/>
              <a:gd name="connsiteX14" fmla="*/ 14458076 w 14611190"/>
              <a:gd name="connsiteY14" fmla="*/ 12465444 h 18703324"/>
              <a:gd name="connsiteX15" fmla="*/ 14452054 w 14611190"/>
              <a:gd name="connsiteY15" fmla="*/ 1691913 h 18703324"/>
              <a:gd name="connsiteX16" fmla="*/ 14444781 w 14611190"/>
              <a:gd name="connsiteY16" fmla="*/ 502943 h 18703324"/>
              <a:gd name="connsiteX17" fmla="*/ 14386737 w 14611190"/>
              <a:gd name="connsiteY17" fmla="*/ 83974 h 18703324"/>
              <a:gd name="connsiteX18" fmla="*/ 11596356 w 14611190"/>
              <a:gd name="connsiteY18" fmla="*/ 73099 h 18703324"/>
              <a:gd name="connsiteX19" fmla="*/ 7664453 w 14611190"/>
              <a:gd name="connsiteY19" fmla="*/ 67228 h 18703324"/>
              <a:gd name="connsiteX20" fmla="*/ 2209737 w 14611190"/>
              <a:gd name="connsiteY20" fmla="*/ 0 h 18703324"/>
              <a:gd name="connsiteX0" fmla="*/ 2209737 w 14611190"/>
              <a:gd name="connsiteY0" fmla="*/ 0 h 18703324"/>
              <a:gd name="connsiteX1" fmla="*/ 29438 w 14611190"/>
              <a:gd name="connsiteY1" fmla="*/ 280629 h 18703324"/>
              <a:gd name="connsiteX2" fmla="*/ 162796 w 14611190"/>
              <a:gd name="connsiteY2" fmla="*/ 11780473 h 18703324"/>
              <a:gd name="connsiteX3" fmla="*/ 152788 w 14611190"/>
              <a:gd name="connsiteY3" fmla="*/ 12646443 h 18703324"/>
              <a:gd name="connsiteX4" fmla="*/ 743049 w 14611190"/>
              <a:gd name="connsiteY4" fmla="*/ 16397176 h 18703324"/>
              <a:gd name="connsiteX5" fmla="*/ 745853 w 14611190"/>
              <a:gd name="connsiteY5" fmla="*/ 17621722 h 18703324"/>
              <a:gd name="connsiteX6" fmla="*/ 5606905 w 14611190"/>
              <a:gd name="connsiteY6" fmla="*/ 17613612 h 18703324"/>
              <a:gd name="connsiteX7" fmla="*/ 8194398 w 14611190"/>
              <a:gd name="connsiteY7" fmla="*/ 17592884 h 18703324"/>
              <a:gd name="connsiteX8" fmla="*/ 8437356 w 14611190"/>
              <a:gd name="connsiteY8" fmla="*/ 17616602 h 18703324"/>
              <a:gd name="connsiteX9" fmla="*/ 8698241 w 14611190"/>
              <a:gd name="connsiteY9" fmla="*/ 18703324 h 18703324"/>
              <a:gd name="connsiteX10" fmla="*/ 9049030 w 14611190"/>
              <a:gd name="connsiteY10" fmla="*/ 17603760 h 18703324"/>
              <a:gd name="connsiteX11" fmla="*/ 9897648 w 14611190"/>
              <a:gd name="connsiteY11" fmla="*/ 17590337 h 18703324"/>
              <a:gd name="connsiteX12" fmla="*/ 11049993 w 14611190"/>
              <a:gd name="connsiteY12" fmla="*/ 17613243 h 18703324"/>
              <a:gd name="connsiteX13" fmla="*/ 14390977 w 14611190"/>
              <a:gd name="connsiteY13" fmla="*/ 17612135 h 18703324"/>
              <a:gd name="connsiteX14" fmla="*/ 14458076 w 14611190"/>
              <a:gd name="connsiteY14" fmla="*/ 12465444 h 18703324"/>
              <a:gd name="connsiteX15" fmla="*/ 14452054 w 14611190"/>
              <a:gd name="connsiteY15" fmla="*/ 1691913 h 18703324"/>
              <a:gd name="connsiteX16" fmla="*/ 14444781 w 14611190"/>
              <a:gd name="connsiteY16" fmla="*/ 502943 h 18703324"/>
              <a:gd name="connsiteX17" fmla="*/ 14386737 w 14611190"/>
              <a:gd name="connsiteY17" fmla="*/ 83974 h 18703324"/>
              <a:gd name="connsiteX18" fmla="*/ 11596356 w 14611190"/>
              <a:gd name="connsiteY18" fmla="*/ 73099 h 18703324"/>
              <a:gd name="connsiteX19" fmla="*/ 7664453 w 14611190"/>
              <a:gd name="connsiteY19" fmla="*/ 67228 h 18703324"/>
              <a:gd name="connsiteX20" fmla="*/ 2209737 w 14611190"/>
              <a:gd name="connsiteY20" fmla="*/ 0 h 18703324"/>
              <a:gd name="connsiteX0" fmla="*/ 2190630 w 14592083"/>
              <a:gd name="connsiteY0" fmla="*/ 0 h 18703324"/>
              <a:gd name="connsiteX1" fmla="*/ 10331 w 14592083"/>
              <a:gd name="connsiteY1" fmla="*/ 280629 h 18703324"/>
              <a:gd name="connsiteX2" fmla="*/ 812885 w 14592083"/>
              <a:gd name="connsiteY2" fmla="*/ 9356805 h 18703324"/>
              <a:gd name="connsiteX3" fmla="*/ 133681 w 14592083"/>
              <a:gd name="connsiteY3" fmla="*/ 12646443 h 18703324"/>
              <a:gd name="connsiteX4" fmla="*/ 723942 w 14592083"/>
              <a:gd name="connsiteY4" fmla="*/ 16397176 h 18703324"/>
              <a:gd name="connsiteX5" fmla="*/ 726746 w 14592083"/>
              <a:gd name="connsiteY5" fmla="*/ 17621722 h 18703324"/>
              <a:gd name="connsiteX6" fmla="*/ 5587798 w 14592083"/>
              <a:gd name="connsiteY6" fmla="*/ 17613612 h 18703324"/>
              <a:gd name="connsiteX7" fmla="*/ 8175291 w 14592083"/>
              <a:gd name="connsiteY7" fmla="*/ 17592884 h 18703324"/>
              <a:gd name="connsiteX8" fmla="*/ 8418249 w 14592083"/>
              <a:gd name="connsiteY8" fmla="*/ 17616602 h 18703324"/>
              <a:gd name="connsiteX9" fmla="*/ 8679134 w 14592083"/>
              <a:gd name="connsiteY9" fmla="*/ 18703324 h 18703324"/>
              <a:gd name="connsiteX10" fmla="*/ 9029923 w 14592083"/>
              <a:gd name="connsiteY10" fmla="*/ 17603760 h 18703324"/>
              <a:gd name="connsiteX11" fmla="*/ 9878541 w 14592083"/>
              <a:gd name="connsiteY11" fmla="*/ 17590337 h 18703324"/>
              <a:gd name="connsiteX12" fmla="*/ 11030886 w 14592083"/>
              <a:gd name="connsiteY12" fmla="*/ 17613243 h 18703324"/>
              <a:gd name="connsiteX13" fmla="*/ 14371870 w 14592083"/>
              <a:gd name="connsiteY13" fmla="*/ 17612135 h 18703324"/>
              <a:gd name="connsiteX14" fmla="*/ 14438969 w 14592083"/>
              <a:gd name="connsiteY14" fmla="*/ 12465444 h 18703324"/>
              <a:gd name="connsiteX15" fmla="*/ 14432947 w 14592083"/>
              <a:gd name="connsiteY15" fmla="*/ 1691913 h 18703324"/>
              <a:gd name="connsiteX16" fmla="*/ 14425674 w 14592083"/>
              <a:gd name="connsiteY16" fmla="*/ 502943 h 18703324"/>
              <a:gd name="connsiteX17" fmla="*/ 14367630 w 14592083"/>
              <a:gd name="connsiteY17" fmla="*/ 83974 h 18703324"/>
              <a:gd name="connsiteX18" fmla="*/ 11577249 w 14592083"/>
              <a:gd name="connsiteY18" fmla="*/ 73099 h 18703324"/>
              <a:gd name="connsiteX19" fmla="*/ 7645346 w 14592083"/>
              <a:gd name="connsiteY19" fmla="*/ 67228 h 18703324"/>
              <a:gd name="connsiteX20" fmla="*/ 2190630 w 14592083"/>
              <a:gd name="connsiteY20" fmla="*/ 0 h 18703324"/>
              <a:gd name="connsiteX0" fmla="*/ 2190630 w 14592083"/>
              <a:gd name="connsiteY0" fmla="*/ 0 h 18703324"/>
              <a:gd name="connsiteX1" fmla="*/ 10331 w 14592083"/>
              <a:gd name="connsiteY1" fmla="*/ 280629 h 18703324"/>
              <a:gd name="connsiteX2" fmla="*/ 812885 w 14592083"/>
              <a:gd name="connsiteY2" fmla="*/ 9356805 h 18703324"/>
              <a:gd name="connsiteX3" fmla="*/ 788329 w 14592083"/>
              <a:gd name="connsiteY3" fmla="*/ 12692177 h 18703324"/>
              <a:gd name="connsiteX4" fmla="*/ 723942 w 14592083"/>
              <a:gd name="connsiteY4" fmla="*/ 16397176 h 18703324"/>
              <a:gd name="connsiteX5" fmla="*/ 726746 w 14592083"/>
              <a:gd name="connsiteY5" fmla="*/ 17621722 h 18703324"/>
              <a:gd name="connsiteX6" fmla="*/ 5587798 w 14592083"/>
              <a:gd name="connsiteY6" fmla="*/ 17613612 h 18703324"/>
              <a:gd name="connsiteX7" fmla="*/ 8175291 w 14592083"/>
              <a:gd name="connsiteY7" fmla="*/ 17592884 h 18703324"/>
              <a:gd name="connsiteX8" fmla="*/ 8418249 w 14592083"/>
              <a:gd name="connsiteY8" fmla="*/ 17616602 h 18703324"/>
              <a:gd name="connsiteX9" fmla="*/ 8679134 w 14592083"/>
              <a:gd name="connsiteY9" fmla="*/ 18703324 h 18703324"/>
              <a:gd name="connsiteX10" fmla="*/ 9029923 w 14592083"/>
              <a:gd name="connsiteY10" fmla="*/ 17603760 h 18703324"/>
              <a:gd name="connsiteX11" fmla="*/ 9878541 w 14592083"/>
              <a:gd name="connsiteY11" fmla="*/ 17590337 h 18703324"/>
              <a:gd name="connsiteX12" fmla="*/ 11030886 w 14592083"/>
              <a:gd name="connsiteY12" fmla="*/ 17613243 h 18703324"/>
              <a:gd name="connsiteX13" fmla="*/ 14371870 w 14592083"/>
              <a:gd name="connsiteY13" fmla="*/ 17612135 h 18703324"/>
              <a:gd name="connsiteX14" fmla="*/ 14438969 w 14592083"/>
              <a:gd name="connsiteY14" fmla="*/ 12465444 h 18703324"/>
              <a:gd name="connsiteX15" fmla="*/ 14432947 w 14592083"/>
              <a:gd name="connsiteY15" fmla="*/ 1691913 h 18703324"/>
              <a:gd name="connsiteX16" fmla="*/ 14425674 w 14592083"/>
              <a:gd name="connsiteY16" fmla="*/ 502943 h 18703324"/>
              <a:gd name="connsiteX17" fmla="*/ 14367630 w 14592083"/>
              <a:gd name="connsiteY17" fmla="*/ 83974 h 18703324"/>
              <a:gd name="connsiteX18" fmla="*/ 11577249 w 14592083"/>
              <a:gd name="connsiteY18" fmla="*/ 73099 h 18703324"/>
              <a:gd name="connsiteX19" fmla="*/ 7645346 w 14592083"/>
              <a:gd name="connsiteY19" fmla="*/ 67228 h 18703324"/>
              <a:gd name="connsiteX20" fmla="*/ 2190630 w 14592083"/>
              <a:gd name="connsiteY20" fmla="*/ 0 h 18703324"/>
              <a:gd name="connsiteX0" fmla="*/ 1821326 w 14222779"/>
              <a:gd name="connsiteY0" fmla="*/ 0 h 18703324"/>
              <a:gd name="connsiteX1" fmla="*/ 412056 w 14222779"/>
              <a:gd name="connsiteY1" fmla="*/ 6249 h 18703324"/>
              <a:gd name="connsiteX2" fmla="*/ 443581 w 14222779"/>
              <a:gd name="connsiteY2" fmla="*/ 9356805 h 18703324"/>
              <a:gd name="connsiteX3" fmla="*/ 419025 w 14222779"/>
              <a:gd name="connsiteY3" fmla="*/ 12692177 h 18703324"/>
              <a:gd name="connsiteX4" fmla="*/ 354638 w 14222779"/>
              <a:gd name="connsiteY4" fmla="*/ 16397176 h 18703324"/>
              <a:gd name="connsiteX5" fmla="*/ 357442 w 14222779"/>
              <a:gd name="connsiteY5" fmla="*/ 17621722 h 18703324"/>
              <a:gd name="connsiteX6" fmla="*/ 5218494 w 14222779"/>
              <a:gd name="connsiteY6" fmla="*/ 17613612 h 18703324"/>
              <a:gd name="connsiteX7" fmla="*/ 7805987 w 14222779"/>
              <a:gd name="connsiteY7" fmla="*/ 17592884 h 18703324"/>
              <a:gd name="connsiteX8" fmla="*/ 8048945 w 14222779"/>
              <a:gd name="connsiteY8" fmla="*/ 17616602 h 18703324"/>
              <a:gd name="connsiteX9" fmla="*/ 8309830 w 14222779"/>
              <a:gd name="connsiteY9" fmla="*/ 18703324 h 18703324"/>
              <a:gd name="connsiteX10" fmla="*/ 8660619 w 14222779"/>
              <a:gd name="connsiteY10" fmla="*/ 17603760 h 18703324"/>
              <a:gd name="connsiteX11" fmla="*/ 9509237 w 14222779"/>
              <a:gd name="connsiteY11" fmla="*/ 17590337 h 18703324"/>
              <a:gd name="connsiteX12" fmla="*/ 10661582 w 14222779"/>
              <a:gd name="connsiteY12" fmla="*/ 17613243 h 18703324"/>
              <a:gd name="connsiteX13" fmla="*/ 14002566 w 14222779"/>
              <a:gd name="connsiteY13" fmla="*/ 17612135 h 18703324"/>
              <a:gd name="connsiteX14" fmla="*/ 14069665 w 14222779"/>
              <a:gd name="connsiteY14" fmla="*/ 12465444 h 18703324"/>
              <a:gd name="connsiteX15" fmla="*/ 14063643 w 14222779"/>
              <a:gd name="connsiteY15" fmla="*/ 1691913 h 18703324"/>
              <a:gd name="connsiteX16" fmla="*/ 14056370 w 14222779"/>
              <a:gd name="connsiteY16" fmla="*/ 502943 h 18703324"/>
              <a:gd name="connsiteX17" fmla="*/ 13998326 w 14222779"/>
              <a:gd name="connsiteY17" fmla="*/ 83974 h 18703324"/>
              <a:gd name="connsiteX18" fmla="*/ 11207945 w 14222779"/>
              <a:gd name="connsiteY18" fmla="*/ 73099 h 18703324"/>
              <a:gd name="connsiteX19" fmla="*/ 7276042 w 14222779"/>
              <a:gd name="connsiteY19" fmla="*/ 67228 h 18703324"/>
              <a:gd name="connsiteX20" fmla="*/ 1821326 w 14222779"/>
              <a:gd name="connsiteY20" fmla="*/ 0 h 18703324"/>
              <a:gd name="connsiteX0" fmla="*/ 1747557 w 14149010"/>
              <a:gd name="connsiteY0" fmla="*/ 0 h 18703324"/>
              <a:gd name="connsiteX1" fmla="*/ 338287 w 14149010"/>
              <a:gd name="connsiteY1" fmla="*/ 6249 h 18703324"/>
              <a:gd name="connsiteX2" fmla="*/ 369812 w 14149010"/>
              <a:gd name="connsiteY2" fmla="*/ 9356805 h 18703324"/>
              <a:gd name="connsiteX3" fmla="*/ 345256 w 14149010"/>
              <a:gd name="connsiteY3" fmla="*/ 12692177 h 18703324"/>
              <a:gd name="connsiteX4" fmla="*/ 280869 w 14149010"/>
              <a:gd name="connsiteY4" fmla="*/ 16397176 h 18703324"/>
              <a:gd name="connsiteX5" fmla="*/ 385507 w 14149010"/>
              <a:gd name="connsiteY5" fmla="*/ 17667454 h 18703324"/>
              <a:gd name="connsiteX6" fmla="*/ 5144725 w 14149010"/>
              <a:gd name="connsiteY6" fmla="*/ 17613612 h 18703324"/>
              <a:gd name="connsiteX7" fmla="*/ 7732218 w 14149010"/>
              <a:gd name="connsiteY7" fmla="*/ 17592884 h 18703324"/>
              <a:gd name="connsiteX8" fmla="*/ 7975176 w 14149010"/>
              <a:gd name="connsiteY8" fmla="*/ 17616602 h 18703324"/>
              <a:gd name="connsiteX9" fmla="*/ 8236061 w 14149010"/>
              <a:gd name="connsiteY9" fmla="*/ 18703324 h 18703324"/>
              <a:gd name="connsiteX10" fmla="*/ 8586850 w 14149010"/>
              <a:gd name="connsiteY10" fmla="*/ 17603760 h 18703324"/>
              <a:gd name="connsiteX11" fmla="*/ 9435468 w 14149010"/>
              <a:gd name="connsiteY11" fmla="*/ 17590337 h 18703324"/>
              <a:gd name="connsiteX12" fmla="*/ 10587813 w 14149010"/>
              <a:gd name="connsiteY12" fmla="*/ 17613243 h 18703324"/>
              <a:gd name="connsiteX13" fmla="*/ 13928797 w 14149010"/>
              <a:gd name="connsiteY13" fmla="*/ 17612135 h 18703324"/>
              <a:gd name="connsiteX14" fmla="*/ 13995896 w 14149010"/>
              <a:gd name="connsiteY14" fmla="*/ 12465444 h 18703324"/>
              <a:gd name="connsiteX15" fmla="*/ 13989874 w 14149010"/>
              <a:gd name="connsiteY15" fmla="*/ 1691913 h 18703324"/>
              <a:gd name="connsiteX16" fmla="*/ 13982601 w 14149010"/>
              <a:gd name="connsiteY16" fmla="*/ 502943 h 18703324"/>
              <a:gd name="connsiteX17" fmla="*/ 13924557 w 14149010"/>
              <a:gd name="connsiteY17" fmla="*/ 83974 h 18703324"/>
              <a:gd name="connsiteX18" fmla="*/ 11134176 w 14149010"/>
              <a:gd name="connsiteY18" fmla="*/ 73099 h 18703324"/>
              <a:gd name="connsiteX19" fmla="*/ 7202273 w 14149010"/>
              <a:gd name="connsiteY19" fmla="*/ 67228 h 18703324"/>
              <a:gd name="connsiteX20" fmla="*/ 1747557 w 14149010"/>
              <a:gd name="connsiteY20" fmla="*/ 0 h 18703324"/>
              <a:gd name="connsiteX0" fmla="*/ 1726705 w 14128158"/>
              <a:gd name="connsiteY0" fmla="*/ 0 h 18703324"/>
              <a:gd name="connsiteX1" fmla="*/ 317435 w 14128158"/>
              <a:gd name="connsiteY1" fmla="*/ 6249 h 18703324"/>
              <a:gd name="connsiteX2" fmla="*/ 348960 w 14128158"/>
              <a:gd name="connsiteY2" fmla="*/ 9356805 h 18703324"/>
              <a:gd name="connsiteX3" fmla="*/ 324404 w 14128158"/>
              <a:gd name="connsiteY3" fmla="*/ 12692177 h 18703324"/>
              <a:gd name="connsiteX4" fmla="*/ 318208 w 14128158"/>
              <a:gd name="connsiteY4" fmla="*/ 16397176 h 18703324"/>
              <a:gd name="connsiteX5" fmla="*/ 364655 w 14128158"/>
              <a:gd name="connsiteY5" fmla="*/ 17667454 h 18703324"/>
              <a:gd name="connsiteX6" fmla="*/ 5123873 w 14128158"/>
              <a:gd name="connsiteY6" fmla="*/ 17613612 h 18703324"/>
              <a:gd name="connsiteX7" fmla="*/ 7711366 w 14128158"/>
              <a:gd name="connsiteY7" fmla="*/ 17592884 h 18703324"/>
              <a:gd name="connsiteX8" fmla="*/ 7954324 w 14128158"/>
              <a:gd name="connsiteY8" fmla="*/ 17616602 h 18703324"/>
              <a:gd name="connsiteX9" fmla="*/ 8215209 w 14128158"/>
              <a:gd name="connsiteY9" fmla="*/ 18703324 h 18703324"/>
              <a:gd name="connsiteX10" fmla="*/ 8565998 w 14128158"/>
              <a:gd name="connsiteY10" fmla="*/ 17603760 h 18703324"/>
              <a:gd name="connsiteX11" fmla="*/ 9414616 w 14128158"/>
              <a:gd name="connsiteY11" fmla="*/ 17590337 h 18703324"/>
              <a:gd name="connsiteX12" fmla="*/ 10566961 w 14128158"/>
              <a:gd name="connsiteY12" fmla="*/ 17613243 h 18703324"/>
              <a:gd name="connsiteX13" fmla="*/ 13907945 w 14128158"/>
              <a:gd name="connsiteY13" fmla="*/ 17612135 h 18703324"/>
              <a:gd name="connsiteX14" fmla="*/ 13975044 w 14128158"/>
              <a:gd name="connsiteY14" fmla="*/ 12465444 h 18703324"/>
              <a:gd name="connsiteX15" fmla="*/ 13969022 w 14128158"/>
              <a:gd name="connsiteY15" fmla="*/ 1691913 h 18703324"/>
              <a:gd name="connsiteX16" fmla="*/ 13961749 w 14128158"/>
              <a:gd name="connsiteY16" fmla="*/ 502943 h 18703324"/>
              <a:gd name="connsiteX17" fmla="*/ 13903705 w 14128158"/>
              <a:gd name="connsiteY17" fmla="*/ 83974 h 18703324"/>
              <a:gd name="connsiteX18" fmla="*/ 11113324 w 14128158"/>
              <a:gd name="connsiteY18" fmla="*/ 73099 h 18703324"/>
              <a:gd name="connsiteX19" fmla="*/ 7181421 w 14128158"/>
              <a:gd name="connsiteY19" fmla="*/ 67228 h 18703324"/>
              <a:gd name="connsiteX20" fmla="*/ 1726705 w 14128158"/>
              <a:gd name="connsiteY20" fmla="*/ 0 h 18703324"/>
              <a:gd name="connsiteX0" fmla="*/ 1705712 w 14107165"/>
              <a:gd name="connsiteY0" fmla="*/ 0 h 18703324"/>
              <a:gd name="connsiteX1" fmla="*/ 296442 w 14107165"/>
              <a:gd name="connsiteY1" fmla="*/ 6249 h 18703324"/>
              <a:gd name="connsiteX2" fmla="*/ 327967 w 14107165"/>
              <a:gd name="connsiteY2" fmla="*/ 9356805 h 18703324"/>
              <a:gd name="connsiteX3" fmla="*/ 303411 w 14107165"/>
              <a:gd name="connsiteY3" fmla="*/ 12692177 h 18703324"/>
              <a:gd name="connsiteX4" fmla="*/ 297215 w 14107165"/>
              <a:gd name="connsiteY4" fmla="*/ 16397176 h 18703324"/>
              <a:gd name="connsiteX5" fmla="*/ 372756 w 14107165"/>
              <a:gd name="connsiteY5" fmla="*/ 17667454 h 18703324"/>
              <a:gd name="connsiteX6" fmla="*/ 5102880 w 14107165"/>
              <a:gd name="connsiteY6" fmla="*/ 17613612 h 18703324"/>
              <a:gd name="connsiteX7" fmla="*/ 7690373 w 14107165"/>
              <a:gd name="connsiteY7" fmla="*/ 17592884 h 18703324"/>
              <a:gd name="connsiteX8" fmla="*/ 7933331 w 14107165"/>
              <a:gd name="connsiteY8" fmla="*/ 17616602 h 18703324"/>
              <a:gd name="connsiteX9" fmla="*/ 8194216 w 14107165"/>
              <a:gd name="connsiteY9" fmla="*/ 18703324 h 18703324"/>
              <a:gd name="connsiteX10" fmla="*/ 8545005 w 14107165"/>
              <a:gd name="connsiteY10" fmla="*/ 17603760 h 18703324"/>
              <a:gd name="connsiteX11" fmla="*/ 9393623 w 14107165"/>
              <a:gd name="connsiteY11" fmla="*/ 17590337 h 18703324"/>
              <a:gd name="connsiteX12" fmla="*/ 10545968 w 14107165"/>
              <a:gd name="connsiteY12" fmla="*/ 17613243 h 18703324"/>
              <a:gd name="connsiteX13" fmla="*/ 13886952 w 14107165"/>
              <a:gd name="connsiteY13" fmla="*/ 17612135 h 18703324"/>
              <a:gd name="connsiteX14" fmla="*/ 13954051 w 14107165"/>
              <a:gd name="connsiteY14" fmla="*/ 12465444 h 18703324"/>
              <a:gd name="connsiteX15" fmla="*/ 13948029 w 14107165"/>
              <a:gd name="connsiteY15" fmla="*/ 1691913 h 18703324"/>
              <a:gd name="connsiteX16" fmla="*/ 13940756 w 14107165"/>
              <a:gd name="connsiteY16" fmla="*/ 502943 h 18703324"/>
              <a:gd name="connsiteX17" fmla="*/ 13882712 w 14107165"/>
              <a:gd name="connsiteY17" fmla="*/ 83974 h 18703324"/>
              <a:gd name="connsiteX18" fmla="*/ 11092331 w 14107165"/>
              <a:gd name="connsiteY18" fmla="*/ 73099 h 18703324"/>
              <a:gd name="connsiteX19" fmla="*/ 7160428 w 14107165"/>
              <a:gd name="connsiteY19" fmla="*/ 67228 h 18703324"/>
              <a:gd name="connsiteX20" fmla="*/ 1705712 w 1410716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0290558 w 13851755"/>
              <a:gd name="connsiteY12" fmla="*/ 17613243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155859 w 13851755"/>
              <a:gd name="connsiteY12" fmla="*/ 17613245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155859 w 13851755"/>
              <a:gd name="connsiteY12" fmla="*/ 17613245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956353 w 13851755"/>
              <a:gd name="connsiteY12" fmla="*/ 17637139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956353 w 13851755"/>
              <a:gd name="connsiteY12" fmla="*/ 17637139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502943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700366"/>
              <a:gd name="connsiteY0" fmla="*/ 0 h 18703324"/>
              <a:gd name="connsiteX1" fmla="*/ 41032 w 13700366"/>
              <a:gd name="connsiteY1" fmla="*/ 6249 h 18703324"/>
              <a:gd name="connsiteX2" fmla="*/ 72557 w 13700366"/>
              <a:gd name="connsiteY2" fmla="*/ 9356805 h 18703324"/>
              <a:gd name="connsiteX3" fmla="*/ 48001 w 13700366"/>
              <a:gd name="connsiteY3" fmla="*/ 12692177 h 18703324"/>
              <a:gd name="connsiteX4" fmla="*/ 41805 w 13700366"/>
              <a:gd name="connsiteY4" fmla="*/ 16397176 h 18703324"/>
              <a:gd name="connsiteX5" fmla="*/ 117346 w 13700366"/>
              <a:gd name="connsiteY5" fmla="*/ 17667454 h 18703324"/>
              <a:gd name="connsiteX6" fmla="*/ 4847470 w 13700366"/>
              <a:gd name="connsiteY6" fmla="*/ 17613612 h 18703324"/>
              <a:gd name="connsiteX7" fmla="*/ 7434963 w 13700366"/>
              <a:gd name="connsiteY7" fmla="*/ 17592884 h 18703324"/>
              <a:gd name="connsiteX8" fmla="*/ 7677921 w 13700366"/>
              <a:gd name="connsiteY8" fmla="*/ 17616602 h 18703324"/>
              <a:gd name="connsiteX9" fmla="*/ 7938806 w 13700366"/>
              <a:gd name="connsiteY9" fmla="*/ 18703324 h 18703324"/>
              <a:gd name="connsiteX10" fmla="*/ 8289595 w 13700366"/>
              <a:gd name="connsiteY10" fmla="*/ 17603760 h 18703324"/>
              <a:gd name="connsiteX11" fmla="*/ 9138213 w 13700366"/>
              <a:gd name="connsiteY11" fmla="*/ 17590337 h 18703324"/>
              <a:gd name="connsiteX12" fmla="*/ 12956353 w 13700366"/>
              <a:gd name="connsiteY12" fmla="*/ 17637139 h 18703324"/>
              <a:gd name="connsiteX13" fmla="*/ 13631542 w 13700366"/>
              <a:gd name="connsiteY13" fmla="*/ 17612135 h 18703324"/>
              <a:gd name="connsiteX14" fmla="*/ 13698641 w 13700366"/>
              <a:gd name="connsiteY14" fmla="*/ 12465444 h 18703324"/>
              <a:gd name="connsiteX15" fmla="*/ 13692619 w 13700366"/>
              <a:gd name="connsiteY15" fmla="*/ 1691913 h 18703324"/>
              <a:gd name="connsiteX16" fmla="*/ 13685346 w 13700366"/>
              <a:gd name="connsiteY16" fmla="*/ 502943 h 18703324"/>
              <a:gd name="connsiteX17" fmla="*/ 13627302 w 13700366"/>
              <a:gd name="connsiteY17" fmla="*/ 83974 h 18703324"/>
              <a:gd name="connsiteX18" fmla="*/ 10836921 w 13700366"/>
              <a:gd name="connsiteY18" fmla="*/ 73099 h 18703324"/>
              <a:gd name="connsiteX19" fmla="*/ 6905018 w 13700366"/>
              <a:gd name="connsiteY19" fmla="*/ 67228 h 18703324"/>
              <a:gd name="connsiteX20" fmla="*/ 1450302 w 13700366"/>
              <a:gd name="connsiteY20" fmla="*/ 0 h 18703324"/>
              <a:gd name="connsiteX0" fmla="*/ 1450302 w 13851755"/>
              <a:gd name="connsiteY0" fmla="*/ 0 h 18703324"/>
              <a:gd name="connsiteX1" fmla="*/ 41032 w 13851755"/>
              <a:gd name="connsiteY1" fmla="*/ 6249 h 18703324"/>
              <a:gd name="connsiteX2" fmla="*/ 72557 w 13851755"/>
              <a:gd name="connsiteY2" fmla="*/ 9356805 h 18703324"/>
              <a:gd name="connsiteX3" fmla="*/ 48001 w 13851755"/>
              <a:gd name="connsiteY3" fmla="*/ 12692177 h 18703324"/>
              <a:gd name="connsiteX4" fmla="*/ 41805 w 13851755"/>
              <a:gd name="connsiteY4" fmla="*/ 16397176 h 18703324"/>
              <a:gd name="connsiteX5" fmla="*/ 117346 w 13851755"/>
              <a:gd name="connsiteY5" fmla="*/ 17667454 h 18703324"/>
              <a:gd name="connsiteX6" fmla="*/ 4847470 w 13851755"/>
              <a:gd name="connsiteY6" fmla="*/ 17613612 h 18703324"/>
              <a:gd name="connsiteX7" fmla="*/ 7434963 w 13851755"/>
              <a:gd name="connsiteY7" fmla="*/ 17592884 h 18703324"/>
              <a:gd name="connsiteX8" fmla="*/ 7677921 w 13851755"/>
              <a:gd name="connsiteY8" fmla="*/ 17616602 h 18703324"/>
              <a:gd name="connsiteX9" fmla="*/ 7938806 w 13851755"/>
              <a:gd name="connsiteY9" fmla="*/ 18703324 h 18703324"/>
              <a:gd name="connsiteX10" fmla="*/ 8289595 w 13851755"/>
              <a:gd name="connsiteY10" fmla="*/ 17603760 h 18703324"/>
              <a:gd name="connsiteX11" fmla="*/ 9138213 w 13851755"/>
              <a:gd name="connsiteY11" fmla="*/ 17590337 h 18703324"/>
              <a:gd name="connsiteX12" fmla="*/ 12956353 w 13851755"/>
              <a:gd name="connsiteY12" fmla="*/ 17637139 h 18703324"/>
              <a:gd name="connsiteX13" fmla="*/ 13631542 w 13851755"/>
              <a:gd name="connsiteY13" fmla="*/ 17612135 h 18703324"/>
              <a:gd name="connsiteX14" fmla="*/ 13698641 w 13851755"/>
              <a:gd name="connsiteY14" fmla="*/ 12465444 h 18703324"/>
              <a:gd name="connsiteX15" fmla="*/ 13692619 w 13851755"/>
              <a:gd name="connsiteY15" fmla="*/ 1691913 h 18703324"/>
              <a:gd name="connsiteX16" fmla="*/ 13685346 w 13851755"/>
              <a:gd name="connsiteY16" fmla="*/ 694089 h 18703324"/>
              <a:gd name="connsiteX17" fmla="*/ 13627302 w 13851755"/>
              <a:gd name="connsiteY17" fmla="*/ 83974 h 18703324"/>
              <a:gd name="connsiteX18" fmla="*/ 10836921 w 13851755"/>
              <a:gd name="connsiteY18" fmla="*/ 73099 h 18703324"/>
              <a:gd name="connsiteX19" fmla="*/ 6905018 w 13851755"/>
              <a:gd name="connsiteY19" fmla="*/ 67228 h 18703324"/>
              <a:gd name="connsiteX20" fmla="*/ 1450302 w 13851755"/>
              <a:gd name="connsiteY20" fmla="*/ 0 h 18703324"/>
              <a:gd name="connsiteX0" fmla="*/ 1450302 w 13884495"/>
              <a:gd name="connsiteY0" fmla="*/ 0 h 18703324"/>
              <a:gd name="connsiteX1" fmla="*/ 41032 w 13884495"/>
              <a:gd name="connsiteY1" fmla="*/ 6249 h 18703324"/>
              <a:gd name="connsiteX2" fmla="*/ 72557 w 13884495"/>
              <a:gd name="connsiteY2" fmla="*/ 9356805 h 18703324"/>
              <a:gd name="connsiteX3" fmla="*/ 48001 w 13884495"/>
              <a:gd name="connsiteY3" fmla="*/ 12692177 h 18703324"/>
              <a:gd name="connsiteX4" fmla="*/ 41805 w 13884495"/>
              <a:gd name="connsiteY4" fmla="*/ 16397176 h 18703324"/>
              <a:gd name="connsiteX5" fmla="*/ 117346 w 13884495"/>
              <a:gd name="connsiteY5" fmla="*/ 17667454 h 18703324"/>
              <a:gd name="connsiteX6" fmla="*/ 4847470 w 13884495"/>
              <a:gd name="connsiteY6" fmla="*/ 17613612 h 18703324"/>
              <a:gd name="connsiteX7" fmla="*/ 7434963 w 13884495"/>
              <a:gd name="connsiteY7" fmla="*/ 17592884 h 18703324"/>
              <a:gd name="connsiteX8" fmla="*/ 7677921 w 13884495"/>
              <a:gd name="connsiteY8" fmla="*/ 17616602 h 18703324"/>
              <a:gd name="connsiteX9" fmla="*/ 7938806 w 13884495"/>
              <a:gd name="connsiteY9" fmla="*/ 18703324 h 18703324"/>
              <a:gd name="connsiteX10" fmla="*/ 8289595 w 13884495"/>
              <a:gd name="connsiteY10" fmla="*/ 17603760 h 18703324"/>
              <a:gd name="connsiteX11" fmla="*/ 9138213 w 13884495"/>
              <a:gd name="connsiteY11" fmla="*/ 17590337 h 18703324"/>
              <a:gd name="connsiteX12" fmla="*/ 12956353 w 13884495"/>
              <a:gd name="connsiteY12" fmla="*/ 17637139 h 18703324"/>
              <a:gd name="connsiteX13" fmla="*/ 13631542 w 13884495"/>
              <a:gd name="connsiteY13" fmla="*/ 17612135 h 18703324"/>
              <a:gd name="connsiteX14" fmla="*/ 13698641 w 13884495"/>
              <a:gd name="connsiteY14" fmla="*/ 12465444 h 18703324"/>
              <a:gd name="connsiteX15" fmla="*/ 13692619 w 13884495"/>
              <a:gd name="connsiteY15" fmla="*/ 1691913 h 18703324"/>
              <a:gd name="connsiteX16" fmla="*/ 13685346 w 13884495"/>
              <a:gd name="connsiteY16" fmla="*/ 694089 h 18703324"/>
              <a:gd name="connsiteX17" fmla="*/ 13672612 w 13884495"/>
              <a:gd name="connsiteY17" fmla="*/ 60080 h 18703324"/>
              <a:gd name="connsiteX18" fmla="*/ 10836921 w 13884495"/>
              <a:gd name="connsiteY18" fmla="*/ 73099 h 18703324"/>
              <a:gd name="connsiteX19" fmla="*/ 6905018 w 13884495"/>
              <a:gd name="connsiteY19" fmla="*/ 67228 h 18703324"/>
              <a:gd name="connsiteX20" fmla="*/ 1450302 w 13884495"/>
              <a:gd name="connsiteY20" fmla="*/ 0 h 18703324"/>
              <a:gd name="connsiteX0" fmla="*/ 1450302 w 13703294"/>
              <a:gd name="connsiteY0" fmla="*/ 0 h 18703324"/>
              <a:gd name="connsiteX1" fmla="*/ 41032 w 13703294"/>
              <a:gd name="connsiteY1" fmla="*/ 6249 h 18703324"/>
              <a:gd name="connsiteX2" fmla="*/ 72557 w 13703294"/>
              <a:gd name="connsiteY2" fmla="*/ 9356805 h 18703324"/>
              <a:gd name="connsiteX3" fmla="*/ 48001 w 13703294"/>
              <a:gd name="connsiteY3" fmla="*/ 12692177 h 18703324"/>
              <a:gd name="connsiteX4" fmla="*/ 41805 w 13703294"/>
              <a:gd name="connsiteY4" fmla="*/ 16397176 h 18703324"/>
              <a:gd name="connsiteX5" fmla="*/ 117346 w 13703294"/>
              <a:gd name="connsiteY5" fmla="*/ 17667454 h 18703324"/>
              <a:gd name="connsiteX6" fmla="*/ 4847470 w 13703294"/>
              <a:gd name="connsiteY6" fmla="*/ 17613612 h 18703324"/>
              <a:gd name="connsiteX7" fmla="*/ 7434963 w 13703294"/>
              <a:gd name="connsiteY7" fmla="*/ 17592884 h 18703324"/>
              <a:gd name="connsiteX8" fmla="*/ 7677921 w 13703294"/>
              <a:gd name="connsiteY8" fmla="*/ 17616602 h 18703324"/>
              <a:gd name="connsiteX9" fmla="*/ 7938806 w 13703294"/>
              <a:gd name="connsiteY9" fmla="*/ 18703324 h 18703324"/>
              <a:gd name="connsiteX10" fmla="*/ 8289595 w 13703294"/>
              <a:gd name="connsiteY10" fmla="*/ 17603760 h 18703324"/>
              <a:gd name="connsiteX11" fmla="*/ 9138213 w 13703294"/>
              <a:gd name="connsiteY11" fmla="*/ 17590337 h 18703324"/>
              <a:gd name="connsiteX12" fmla="*/ 12956353 w 13703294"/>
              <a:gd name="connsiteY12" fmla="*/ 17637139 h 18703324"/>
              <a:gd name="connsiteX13" fmla="*/ 13631542 w 13703294"/>
              <a:gd name="connsiteY13" fmla="*/ 17612135 h 18703324"/>
              <a:gd name="connsiteX14" fmla="*/ 13698641 w 13703294"/>
              <a:gd name="connsiteY14" fmla="*/ 12465444 h 18703324"/>
              <a:gd name="connsiteX15" fmla="*/ 13692619 w 13703294"/>
              <a:gd name="connsiteY15" fmla="*/ 1691913 h 18703324"/>
              <a:gd name="connsiteX16" fmla="*/ 13685346 w 13703294"/>
              <a:gd name="connsiteY16" fmla="*/ 694089 h 18703324"/>
              <a:gd name="connsiteX17" fmla="*/ 13672612 w 13703294"/>
              <a:gd name="connsiteY17" fmla="*/ 60080 h 18703324"/>
              <a:gd name="connsiteX18" fmla="*/ 10836921 w 13703294"/>
              <a:gd name="connsiteY18" fmla="*/ 73099 h 18703324"/>
              <a:gd name="connsiteX19" fmla="*/ 6905018 w 13703294"/>
              <a:gd name="connsiteY19" fmla="*/ 67228 h 18703324"/>
              <a:gd name="connsiteX20" fmla="*/ 1450302 w 13703294"/>
              <a:gd name="connsiteY20" fmla="*/ 0 h 18703324"/>
              <a:gd name="connsiteX0" fmla="*/ 1450302 w 13703294"/>
              <a:gd name="connsiteY0" fmla="*/ 123918 h 18827242"/>
              <a:gd name="connsiteX1" fmla="*/ 41032 w 13703294"/>
              <a:gd name="connsiteY1" fmla="*/ 130167 h 18827242"/>
              <a:gd name="connsiteX2" fmla="*/ 72557 w 13703294"/>
              <a:gd name="connsiteY2" fmla="*/ 9480723 h 18827242"/>
              <a:gd name="connsiteX3" fmla="*/ 48001 w 13703294"/>
              <a:gd name="connsiteY3" fmla="*/ 12816095 h 18827242"/>
              <a:gd name="connsiteX4" fmla="*/ 41805 w 13703294"/>
              <a:gd name="connsiteY4" fmla="*/ 16521094 h 18827242"/>
              <a:gd name="connsiteX5" fmla="*/ 117346 w 13703294"/>
              <a:gd name="connsiteY5" fmla="*/ 17791372 h 18827242"/>
              <a:gd name="connsiteX6" fmla="*/ 4847470 w 13703294"/>
              <a:gd name="connsiteY6" fmla="*/ 17737530 h 18827242"/>
              <a:gd name="connsiteX7" fmla="*/ 7434963 w 13703294"/>
              <a:gd name="connsiteY7" fmla="*/ 17716802 h 18827242"/>
              <a:gd name="connsiteX8" fmla="*/ 7677921 w 13703294"/>
              <a:gd name="connsiteY8" fmla="*/ 17740520 h 18827242"/>
              <a:gd name="connsiteX9" fmla="*/ 7938806 w 13703294"/>
              <a:gd name="connsiteY9" fmla="*/ 18827242 h 18827242"/>
              <a:gd name="connsiteX10" fmla="*/ 8289595 w 13703294"/>
              <a:gd name="connsiteY10" fmla="*/ 17727678 h 18827242"/>
              <a:gd name="connsiteX11" fmla="*/ 9138213 w 13703294"/>
              <a:gd name="connsiteY11" fmla="*/ 17714255 h 18827242"/>
              <a:gd name="connsiteX12" fmla="*/ 12956353 w 13703294"/>
              <a:gd name="connsiteY12" fmla="*/ 17761057 h 18827242"/>
              <a:gd name="connsiteX13" fmla="*/ 13631542 w 13703294"/>
              <a:gd name="connsiteY13" fmla="*/ 17736053 h 18827242"/>
              <a:gd name="connsiteX14" fmla="*/ 13698641 w 13703294"/>
              <a:gd name="connsiteY14" fmla="*/ 12589362 h 18827242"/>
              <a:gd name="connsiteX15" fmla="*/ 13692619 w 13703294"/>
              <a:gd name="connsiteY15" fmla="*/ 1815831 h 18827242"/>
              <a:gd name="connsiteX16" fmla="*/ 13685346 w 13703294"/>
              <a:gd name="connsiteY16" fmla="*/ 818007 h 18827242"/>
              <a:gd name="connsiteX17" fmla="*/ 13672612 w 13703294"/>
              <a:gd name="connsiteY17" fmla="*/ 183998 h 18827242"/>
              <a:gd name="connsiteX18" fmla="*/ 10836921 w 13703294"/>
              <a:gd name="connsiteY18" fmla="*/ 197017 h 18827242"/>
              <a:gd name="connsiteX19" fmla="*/ 6912570 w 13703294"/>
              <a:gd name="connsiteY19" fmla="*/ 0 h 18827242"/>
              <a:gd name="connsiteX20" fmla="*/ 1450302 w 13703294"/>
              <a:gd name="connsiteY20" fmla="*/ 123918 h 18827242"/>
              <a:gd name="connsiteX0" fmla="*/ 1462929 w 13715921"/>
              <a:gd name="connsiteY0" fmla="*/ 123918 h 18827242"/>
              <a:gd name="connsiteX1" fmla="*/ 53659 w 13715921"/>
              <a:gd name="connsiteY1" fmla="*/ 130167 h 18827242"/>
              <a:gd name="connsiteX2" fmla="*/ 24770 w 13715921"/>
              <a:gd name="connsiteY2" fmla="*/ 5299392 h 18827242"/>
              <a:gd name="connsiteX3" fmla="*/ 60628 w 13715921"/>
              <a:gd name="connsiteY3" fmla="*/ 12816095 h 18827242"/>
              <a:gd name="connsiteX4" fmla="*/ 54432 w 13715921"/>
              <a:gd name="connsiteY4" fmla="*/ 16521094 h 18827242"/>
              <a:gd name="connsiteX5" fmla="*/ 129973 w 13715921"/>
              <a:gd name="connsiteY5" fmla="*/ 17791372 h 18827242"/>
              <a:gd name="connsiteX6" fmla="*/ 4860097 w 13715921"/>
              <a:gd name="connsiteY6" fmla="*/ 17737530 h 18827242"/>
              <a:gd name="connsiteX7" fmla="*/ 7447590 w 13715921"/>
              <a:gd name="connsiteY7" fmla="*/ 17716802 h 18827242"/>
              <a:gd name="connsiteX8" fmla="*/ 7690548 w 13715921"/>
              <a:gd name="connsiteY8" fmla="*/ 17740520 h 18827242"/>
              <a:gd name="connsiteX9" fmla="*/ 7951433 w 13715921"/>
              <a:gd name="connsiteY9" fmla="*/ 18827242 h 18827242"/>
              <a:gd name="connsiteX10" fmla="*/ 8302222 w 13715921"/>
              <a:gd name="connsiteY10" fmla="*/ 17727678 h 18827242"/>
              <a:gd name="connsiteX11" fmla="*/ 9150840 w 13715921"/>
              <a:gd name="connsiteY11" fmla="*/ 17714255 h 18827242"/>
              <a:gd name="connsiteX12" fmla="*/ 12968980 w 13715921"/>
              <a:gd name="connsiteY12" fmla="*/ 17761057 h 18827242"/>
              <a:gd name="connsiteX13" fmla="*/ 13644169 w 13715921"/>
              <a:gd name="connsiteY13" fmla="*/ 17736053 h 18827242"/>
              <a:gd name="connsiteX14" fmla="*/ 13711268 w 13715921"/>
              <a:gd name="connsiteY14" fmla="*/ 12589362 h 18827242"/>
              <a:gd name="connsiteX15" fmla="*/ 13705246 w 13715921"/>
              <a:gd name="connsiteY15" fmla="*/ 1815831 h 18827242"/>
              <a:gd name="connsiteX16" fmla="*/ 13697973 w 13715921"/>
              <a:gd name="connsiteY16" fmla="*/ 818007 h 18827242"/>
              <a:gd name="connsiteX17" fmla="*/ 13685239 w 13715921"/>
              <a:gd name="connsiteY17" fmla="*/ 183998 h 18827242"/>
              <a:gd name="connsiteX18" fmla="*/ 10849548 w 13715921"/>
              <a:gd name="connsiteY18" fmla="*/ 197017 h 18827242"/>
              <a:gd name="connsiteX19" fmla="*/ 6925197 w 13715921"/>
              <a:gd name="connsiteY19" fmla="*/ 0 h 18827242"/>
              <a:gd name="connsiteX20" fmla="*/ 1462929 w 13715921"/>
              <a:gd name="connsiteY20" fmla="*/ 123918 h 18827242"/>
              <a:gd name="connsiteX0" fmla="*/ 1462929 w 13715921"/>
              <a:gd name="connsiteY0" fmla="*/ 123918 h 18827242"/>
              <a:gd name="connsiteX1" fmla="*/ 53659 w 13715921"/>
              <a:gd name="connsiteY1" fmla="*/ 130167 h 18827242"/>
              <a:gd name="connsiteX2" fmla="*/ 24770 w 13715921"/>
              <a:gd name="connsiteY2" fmla="*/ 5299392 h 18827242"/>
              <a:gd name="connsiteX3" fmla="*/ 60628 w 13715921"/>
              <a:gd name="connsiteY3" fmla="*/ 12816095 h 18827242"/>
              <a:gd name="connsiteX4" fmla="*/ 54432 w 13715921"/>
              <a:gd name="connsiteY4" fmla="*/ 16521094 h 18827242"/>
              <a:gd name="connsiteX5" fmla="*/ 129973 w 13715921"/>
              <a:gd name="connsiteY5" fmla="*/ 17791372 h 18827242"/>
              <a:gd name="connsiteX6" fmla="*/ 4860097 w 13715921"/>
              <a:gd name="connsiteY6" fmla="*/ 17737530 h 18827242"/>
              <a:gd name="connsiteX7" fmla="*/ 7447590 w 13715921"/>
              <a:gd name="connsiteY7" fmla="*/ 17716802 h 18827242"/>
              <a:gd name="connsiteX8" fmla="*/ 7690548 w 13715921"/>
              <a:gd name="connsiteY8" fmla="*/ 17740520 h 18827242"/>
              <a:gd name="connsiteX9" fmla="*/ 7951433 w 13715921"/>
              <a:gd name="connsiteY9" fmla="*/ 18827242 h 18827242"/>
              <a:gd name="connsiteX10" fmla="*/ 8302222 w 13715921"/>
              <a:gd name="connsiteY10" fmla="*/ 17727678 h 18827242"/>
              <a:gd name="connsiteX11" fmla="*/ 9150840 w 13715921"/>
              <a:gd name="connsiteY11" fmla="*/ 17714255 h 18827242"/>
              <a:gd name="connsiteX12" fmla="*/ 12968980 w 13715921"/>
              <a:gd name="connsiteY12" fmla="*/ 17761057 h 18827242"/>
              <a:gd name="connsiteX13" fmla="*/ 13644169 w 13715921"/>
              <a:gd name="connsiteY13" fmla="*/ 17736053 h 18827242"/>
              <a:gd name="connsiteX14" fmla="*/ 13711268 w 13715921"/>
              <a:gd name="connsiteY14" fmla="*/ 12589362 h 18827242"/>
              <a:gd name="connsiteX15" fmla="*/ 13705246 w 13715921"/>
              <a:gd name="connsiteY15" fmla="*/ 1815831 h 18827242"/>
              <a:gd name="connsiteX16" fmla="*/ 13697973 w 13715921"/>
              <a:gd name="connsiteY16" fmla="*/ 818007 h 18827242"/>
              <a:gd name="connsiteX17" fmla="*/ 13685239 w 13715921"/>
              <a:gd name="connsiteY17" fmla="*/ 183998 h 18827242"/>
              <a:gd name="connsiteX18" fmla="*/ 10849548 w 13715921"/>
              <a:gd name="connsiteY18" fmla="*/ 197017 h 18827242"/>
              <a:gd name="connsiteX19" fmla="*/ 6925197 w 13715921"/>
              <a:gd name="connsiteY19" fmla="*/ 0 h 18827242"/>
              <a:gd name="connsiteX20" fmla="*/ 1462929 w 13715921"/>
              <a:gd name="connsiteY20" fmla="*/ 123918 h 18827242"/>
              <a:gd name="connsiteX0" fmla="*/ 1634507 w 13887499"/>
              <a:gd name="connsiteY0" fmla="*/ 123918 h 18827242"/>
              <a:gd name="connsiteX1" fmla="*/ 225237 w 13887499"/>
              <a:gd name="connsiteY1" fmla="*/ 130167 h 18827242"/>
              <a:gd name="connsiteX2" fmla="*/ 0 w 13887499"/>
              <a:gd name="connsiteY2" fmla="*/ 3005632 h 18827242"/>
              <a:gd name="connsiteX3" fmla="*/ 232206 w 13887499"/>
              <a:gd name="connsiteY3" fmla="*/ 12816095 h 18827242"/>
              <a:gd name="connsiteX4" fmla="*/ 226010 w 13887499"/>
              <a:gd name="connsiteY4" fmla="*/ 16521094 h 18827242"/>
              <a:gd name="connsiteX5" fmla="*/ 301551 w 13887499"/>
              <a:gd name="connsiteY5" fmla="*/ 17791372 h 18827242"/>
              <a:gd name="connsiteX6" fmla="*/ 5031675 w 13887499"/>
              <a:gd name="connsiteY6" fmla="*/ 17737530 h 18827242"/>
              <a:gd name="connsiteX7" fmla="*/ 7619168 w 13887499"/>
              <a:gd name="connsiteY7" fmla="*/ 17716802 h 18827242"/>
              <a:gd name="connsiteX8" fmla="*/ 7862126 w 13887499"/>
              <a:gd name="connsiteY8" fmla="*/ 17740520 h 18827242"/>
              <a:gd name="connsiteX9" fmla="*/ 8123011 w 13887499"/>
              <a:gd name="connsiteY9" fmla="*/ 18827242 h 18827242"/>
              <a:gd name="connsiteX10" fmla="*/ 8473800 w 13887499"/>
              <a:gd name="connsiteY10" fmla="*/ 17727678 h 18827242"/>
              <a:gd name="connsiteX11" fmla="*/ 9322418 w 13887499"/>
              <a:gd name="connsiteY11" fmla="*/ 17714255 h 18827242"/>
              <a:gd name="connsiteX12" fmla="*/ 13140558 w 13887499"/>
              <a:gd name="connsiteY12" fmla="*/ 17761057 h 18827242"/>
              <a:gd name="connsiteX13" fmla="*/ 13815747 w 13887499"/>
              <a:gd name="connsiteY13" fmla="*/ 17736053 h 18827242"/>
              <a:gd name="connsiteX14" fmla="*/ 13882846 w 13887499"/>
              <a:gd name="connsiteY14" fmla="*/ 12589362 h 18827242"/>
              <a:gd name="connsiteX15" fmla="*/ 13876824 w 13887499"/>
              <a:gd name="connsiteY15" fmla="*/ 1815831 h 18827242"/>
              <a:gd name="connsiteX16" fmla="*/ 13869551 w 13887499"/>
              <a:gd name="connsiteY16" fmla="*/ 818007 h 18827242"/>
              <a:gd name="connsiteX17" fmla="*/ 13856817 w 13887499"/>
              <a:gd name="connsiteY17" fmla="*/ 183998 h 18827242"/>
              <a:gd name="connsiteX18" fmla="*/ 11021126 w 13887499"/>
              <a:gd name="connsiteY18" fmla="*/ 197017 h 18827242"/>
              <a:gd name="connsiteX19" fmla="*/ 7096775 w 13887499"/>
              <a:gd name="connsiteY19" fmla="*/ 0 h 18827242"/>
              <a:gd name="connsiteX20" fmla="*/ 1634507 w 13887499"/>
              <a:gd name="connsiteY20" fmla="*/ 123918 h 18827242"/>
              <a:gd name="connsiteX0" fmla="*/ 1543884 w 13796876"/>
              <a:gd name="connsiteY0" fmla="*/ 123918 h 18827242"/>
              <a:gd name="connsiteX1" fmla="*/ 134614 w 13796876"/>
              <a:gd name="connsiteY1" fmla="*/ 130167 h 18827242"/>
              <a:gd name="connsiteX2" fmla="*/ 0 w 13796876"/>
              <a:gd name="connsiteY2" fmla="*/ 3005632 h 18827242"/>
              <a:gd name="connsiteX3" fmla="*/ 141583 w 13796876"/>
              <a:gd name="connsiteY3" fmla="*/ 12816095 h 18827242"/>
              <a:gd name="connsiteX4" fmla="*/ 135387 w 13796876"/>
              <a:gd name="connsiteY4" fmla="*/ 16521094 h 18827242"/>
              <a:gd name="connsiteX5" fmla="*/ 210928 w 13796876"/>
              <a:gd name="connsiteY5" fmla="*/ 17791372 h 18827242"/>
              <a:gd name="connsiteX6" fmla="*/ 4941052 w 13796876"/>
              <a:gd name="connsiteY6" fmla="*/ 17737530 h 18827242"/>
              <a:gd name="connsiteX7" fmla="*/ 7528545 w 13796876"/>
              <a:gd name="connsiteY7" fmla="*/ 17716802 h 18827242"/>
              <a:gd name="connsiteX8" fmla="*/ 7771503 w 13796876"/>
              <a:gd name="connsiteY8" fmla="*/ 17740520 h 18827242"/>
              <a:gd name="connsiteX9" fmla="*/ 8032388 w 13796876"/>
              <a:gd name="connsiteY9" fmla="*/ 18827242 h 18827242"/>
              <a:gd name="connsiteX10" fmla="*/ 8383177 w 13796876"/>
              <a:gd name="connsiteY10" fmla="*/ 17727678 h 18827242"/>
              <a:gd name="connsiteX11" fmla="*/ 9231795 w 13796876"/>
              <a:gd name="connsiteY11" fmla="*/ 17714255 h 18827242"/>
              <a:gd name="connsiteX12" fmla="*/ 13049935 w 13796876"/>
              <a:gd name="connsiteY12" fmla="*/ 17761057 h 18827242"/>
              <a:gd name="connsiteX13" fmla="*/ 13725124 w 13796876"/>
              <a:gd name="connsiteY13" fmla="*/ 17736053 h 18827242"/>
              <a:gd name="connsiteX14" fmla="*/ 13792223 w 13796876"/>
              <a:gd name="connsiteY14" fmla="*/ 12589362 h 18827242"/>
              <a:gd name="connsiteX15" fmla="*/ 13786201 w 13796876"/>
              <a:gd name="connsiteY15" fmla="*/ 1815831 h 18827242"/>
              <a:gd name="connsiteX16" fmla="*/ 13778928 w 13796876"/>
              <a:gd name="connsiteY16" fmla="*/ 818007 h 18827242"/>
              <a:gd name="connsiteX17" fmla="*/ 13766194 w 13796876"/>
              <a:gd name="connsiteY17" fmla="*/ 183998 h 18827242"/>
              <a:gd name="connsiteX18" fmla="*/ 10930503 w 13796876"/>
              <a:gd name="connsiteY18" fmla="*/ 197017 h 18827242"/>
              <a:gd name="connsiteX19" fmla="*/ 7006152 w 13796876"/>
              <a:gd name="connsiteY19" fmla="*/ 0 h 18827242"/>
              <a:gd name="connsiteX20" fmla="*/ 1543884 w 13796876"/>
              <a:gd name="connsiteY20" fmla="*/ 123918 h 18827242"/>
              <a:gd name="connsiteX0" fmla="*/ 1543884 w 13796876"/>
              <a:gd name="connsiteY0" fmla="*/ 123918 h 18827242"/>
              <a:gd name="connsiteX1" fmla="*/ 134614 w 13796876"/>
              <a:gd name="connsiteY1" fmla="*/ 130167 h 18827242"/>
              <a:gd name="connsiteX2" fmla="*/ 0 w 13796876"/>
              <a:gd name="connsiteY2" fmla="*/ 2264943 h 18827242"/>
              <a:gd name="connsiteX3" fmla="*/ 141583 w 13796876"/>
              <a:gd name="connsiteY3" fmla="*/ 12816095 h 18827242"/>
              <a:gd name="connsiteX4" fmla="*/ 135387 w 13796876"/>
              <a:gd name="connsiteY4" fmla="*/ 16521094 h 18827242"/>
              <a:gd name="connsiteX5" fmla="*/ 210928 w 13796876"/>
              <a:gd name="connsiteY5" fmla="*/ 17791372 h 18827242"/>
              <a:gd name="connsiteX6" fmla="*/ 4941052 w 13796876"/>
              <a:gd name="connsiteY6" fmla="*/ 17737530 h 18827242"/>
              <a:gd name="connsiteX7" fmla="*/ 7528545 w 13796876"/>
              <a:gd name="connsiteY7" fmla="*/ 17716802 h 18827242"/>
              <a:gd name="connsiteX8" fmla="*/ 7771503 w 13796876"/>
              <a:gd name="connsiteY8" fmla="*/ 17740520 h 18827242"/>
              <a:gd name="connsiteX9" fmla="*/ 8032388 w 13796876"/>
              <a:gd name="connsiteY9" fmla="*/ 18827242 h 18827242"/>
              <a:gd name="connsiteX10" fmla="*/ 8383177 w 13796876"/>
              <a:gd name="connsiteY10" fmla="*/ 17727678 h 18827242"/>
              <a:gd name="connsiteX11" fmla="*/ 9231795 w 13796876"/>
              <a:gd name="connsiteY11" fmla="*/ 17714255 h 18827242"/>
              <a:gd name="connsiteX12" fmla="*/ 13049935 w 13796876"/>
              <a:gd name="connsiteY12" fmla="*/ 17761057 h 18827242"/>
              <a:gd name="connsiteX13" fmla="*/ 13725124 w 13796876"/>
              <a:gd name="connsiteY13" fmla="*/ 17736053 h 18827242"/>
              <a:gd name="connsiteX14" fmla="*/ 13792223 w 13796876"/>
              <a:gd name="connsiteY14" fmla="*/ 12589362 h 18827242"/>
              <a:gd name="connsiteX15" fmla="*/ 13786201 w 13796876"/>
              <a:gd name="connsiteY15" fmla="*/ 1815831 h 18827242"/>
              <a:gd name="connsiteX16" fmla="*/ 13778928 w 13796876"/>
              <a:gd name="connsiteY16" fmla="*/ 818007 h 18827242"/>
              <a:gd name="connsiteX17" fmla="*/ 13766194 w 13796876"/>
              <a:gd name="connsiteY17" fmla="*/ 183998 h 18827242"/>
              <a:gd name="connsiteX18" fmla="*/ 10930503 w 13796876"/>
              <a:gd name="connsiteY18" fmla="*/ 197017 h 18827242"/>
              <a:gd name="connsiteX19" fmla="*/ 7006152 w 13796876"/>
              <a:gd name="connsiteY19" fmla="*/ 0 h 18827242"/>
              <a:gd name="connsiteX20" fmla="*/ 1543884 w 13796876"/>
              <a:gd name="connsiteY20" fmla="*/ 123918 h 18827242"/>
              <a:gd name="connsiteX0" fmla="*/ 1506125 w 13759117"/>
              <a:gd name="connsiteY0" fmla="*/ 123918 h 18827242"/>
              <a:gd name="connsiteX1" fmla="*/ 96855 w 13759117"/>
              <a:gd name="connsiteY1" fmla="*/ 130167 h 18827242"/>
              <a:gd name="connsiteX2" fmla="*/ 0 w 13759117"/>
              <a:gd name="connsiteY2" fmla="*/ 2217156 h 18827242"/>
              <a:gd name="connsiteX3" fmla="*/ 103824 w 13759117"/>
              <a:gd name="connsiteY3" fmla="*/ 12816095 h 18827242"/>
              <a:gd name="connsiteX4" fmla="*/ 97628 w 13759117"/>
              <a:gd name="connsiteY4" fmla="*/ 16521094 h 18827242"/>
              <a:gd name="connsiteX5" fmla="*/ 173169 w 13759117"/>
              <a:gd name="connsiteY5" fmla="*/ 17791372 h 18827242"/>
              <a:gd name="connsiteX6" fmla="*/ 4903293 w 13759117"/>
              <a:gd name="connsiteY6" fmla="*/ 17737530 h 18827242"/>
              <a:gd name="connsiteX7" fmla="*/ 7490786 w 13759117"/>
              <a:gd name="connsiteY7" fmla="*/ 17716802 h 18827242"/>
              <a:gd name="connsiteX8" fmla="*/ 7733744 w 13759117"/>
              <a:gd name="connsiteY8" fmla="*/ 17740520 h 18827242"/>
              <a:gd name="connsiteX9" fmla="*/ 7994629 w 13759117"/>
              <a:gd name="connsiteY9" fmla="*/ 18827242 h 18827242"/>
              <a:gd name="connsiteX10" fmla="*/ 8345418 w 13759117"/>
              <a:gd name="connsiteY10" fmla="*/ 17727678 h 18827242"/>
              <a:gd name="connsiteX11" fmla="*/ 9194036 w 13759117"/>
              <a:gd name="connsiteY11" fmla="*/ 17714255 h 18827242"/>
              <a:gd name="connsiteX12" fmla="*/ 13012176 w 13759117"/>
              <a:gd name="connsiteY12" fmla="*/ 17761057 h 18827242"/>
              <a:gd name="connsiteX13" fmla="*/ 13687365 w 13759117"/>
              <a:gd name="connsiteY13" fmla="*/ 17736053 h 18827242"/>
              <a:gd name="connsiteX14" fmla="*/ 13754464 w 13759117"/>
              <a:gd name="connsiteY14" fmla="*/ 12589362 h 18827242"/>
              <a:gd name="connsiteX15" fmla="*/ 13748442 w 13759117"/>
              <a:gd name="connsiteY15" fmla="*/ 1815831 h 18827242"/>
              <a:gd name="connsiteX16" fmla="*/ 13741169 w 13759117"/>
              <a:gd name="connsiteY16" fmla="*/ 818007 h 18827242"/>
              <a:gd name="connsiteX17" fmla="*/ 13728435 w 13759117"/>
              <a:gd name="connsiteY17" fmla="*/ 183998 h 18827242"/>
              <a:gd name="connsiteX18" fmla="*/ 10892744 w 13759117"/>
              <a:gd name="connsiteY18" fmla="*/ 197017 h 18827242"/>
              <a:gd name="connsiteX19" fmla="*/ 6968393 w 13759117"/>
              <a:gd name="connsiteY19" fmla="*/ 0 h 18827242"/>
              <a:gd name="connsiteX20" fmla="*/ 1506125 w 13759117"/>
              <a:gd name="connsiteY20" fmla="*/ 123918 h 18827242"/>
              <a:gd name="connsiteX0" fmla="*/ 1475995 w 13728987"/>
              <a:gd name="connsiteY0" fmla="*/ 123918 h 18827242"/>
              <a:gd name="connsiteX1" fmla="*/ 66725 w 13728987"/>
              <a:gd name="connsiteY1" fmla="*/ 130167 h 18827242"/>
              <a:gd name="connsiteX2" fmla="*/ 77 w 13728987"/>
              <a:gd name="connsiteY2" fmla="*/ 1715395 h 18827242"/>
              <a:gd name="connsiteX3" fmla="*/ 73694 w 13728987"/>
              <a:gd name="connsiteY3" fmla="*/ 12816095 h 18827242"/>
              <a:gd name="connsiteX4" fmla="*/ 67498 w 13728987"/>
              <a:gd name="connsiteY4" fmla="*/ 16521094 h 18827242"/>
              <a:gd name="connsiteX5" fmla="*/ 143039 w 13728987"/>
              <a:gd name="connsiteY5" fmla="*/ 17791372 h 18827242"/>
              <a:gd name="connsiteX6" fmla="*/ 4873163 w 13728987"/>
              <a:gd name="connsiteY6" fmla="*/ 17737530 h 18827242"/>
              <a:gd name="connsiteX7" fmla="*/ 7460656 w 13728987"/>
              <a:gd name="connsiteY7" fmla="*/ 17716802 h 18827242"/>
              <a:gd name="connsiteX8" fmla="*/ 7703614 w 13728987"/>
              <a:gd name="connsiteY8" fmla="*/ 17740520 h 18827242"/>
              <a:gd name="connsiteX9" fmla="*/ 7964499 w 13728987"/>
              <a:gd name="connsiteY9" fmla="*/ 18827242 h 18827242"/>
              <a:gd name="connsiteX10" fmla="*/ 8315288 w 13728987"/>
              <a:gd name="connsiteY10" fmla="*/ 17727678 h 18827242"/>
              <a:gd name="connsiteX11" fmla="*/ 9163906 w 13728987"/>
              <a:gd name="connsiteY11" fmla="*/ 17714255 h 18827242"/>
              <a:gd name="connsiteX12" fmla="*/ 12982046 w 13728987"/>
              <a:gd name="connsiteY12" fmla="*/ 17761057 h 18827242"/>
              <a:gd name="connsiteX13" fmla="*/ 13657235 w 13728987"/>
              <a:gd name="connsiteY13" fmla="*/ 17736053 h 18827242"/>
              <a:gd name="connsiteX14" fmla="*/ 13724334 w 13728987"/>
              <a:gd name="connsiteY14" fmla="*/ 12589362 h 18827242"/>
              <a:gd name="connsiteX15" fmla="*/ 13718312 w 13728987"/>
              <a:gd name="connsiteY15" fmla="*/ 1815831 h 18827242"/>
              <a:gd name="connsiteX16" fmla="*/ 13711039 w 13728987"/>
              <a:gd name="connsiteY16" fmla="*/ 818007 h 18827242"/>
              <a:gd name="connsiteX17" fmla="*/ 13698305 w 13728987"/>
              <a:gd name="connsiteY17" fmla="*/ 183998 h 18827242"/>
              <a:gd name="connsiteX18" fmla="*/ 10862614 w 13728987"/>
              <a:gd name="connsiteY18" fmla="*/ 197017 h 18827242"/>
              <a:gd name="connsiteX19" fmla="*/ 6938263 w 13728987"/>
              <a:gd name="connsiteY19" fmla="*/ 0 h 18827242"/>
              <a:gd name="connsiteX20" fmla="*/ 1475995 w 13728987"/>
              <a:gd name="connsiteY20" fmla="*/ 123918 h 18827242"/>
              <a:gd name="connsiteX0" fmla="*/ 1475995 w 13728987"/>
              <a:gd name="connsiteY0" fmla="*/ 123918 h 18827242"/>
              <a:gd name="connsiteX1" fmla="*/ 66725 w 13728987"/>
              <a:gd name="connsiteY1" fmla="*/ 130167 h 18827242"/>
              <a:gd name="connsiteX2" fmla="*/ 77 w 13728987"/>
              <a:gd name="connsiteY2" fmla="*/ 1715395 h 18827242"/>
              <a:gd name="connsiteX3" fmla="*/ 43487 w 13728987"/>
              <a:gd name="connsiteY3" fmla="*/ 12911667 h 18827242"/>
              <a:gd name="connsiteX4" fmla="*/ 67498 w 13728987"/>
              <a:gd name="connsiteY4" fmla="*/ 16521094 h 18827242"/>
              <a:gd name="connsiteX5" fmla="*/ 143039 w 13728987"/>
              <a:gd name="connsiteY5" fmla="*/ 17791372 h 18827242"/>
              <a:gd name="connsiteX6" fmla="*/ 4873163 w 13728987"/>
              <a:gd name="connsiteY6" fmla="*/ 17737530 h 18827242"/>
              <a:gd name="connsiteX7" fmla="*/ 7460656 w 13728987"/>
              <a:gd name="connsiteY7" fmla="*/ 17716802 h 18827242"/>
              <a:gd name="connsiteX8" fmla="*/ 7703614 w 13728987"/>
              <a:gd name="connsiteY8" fmla="*/ 17740520 h 18827242"/>
              <a:gd name="connsiteX9" fmla="*/ 7964499 w 13728987"/>
              <a:gd name="connsiteY9" fmla="*/ 18827242 h 18827242"/>
              <a:gd name="connsiteX10" fmla="*/ 8315288 w 13728987"/>
              <a:gd name="connsiteY10" fmla="*/ 17727678 h 18827242"/>
              <a:gd name="connsiteX11" fmla="*/ 9163906 w 13728987"/>
              <a:gd name="connsiteY11" fmla="*/ 17714255 h 18827242"/>
              <a:gd name="connsiteX12" fmla="*/ 12982046 w 13728987"/>
              <a:gd name="connsiteY12" fmla="*/ 17761057 h 18827242"/>
              <a:gd name="connsiteX13" fmla="*/ 13657235 w 13728987"/>
              <a:gd name="connsiteY13" fmla="*/ 17736053 h 18827242"/>
              <a:gd name="connsiteX14" fmla="*/ 13724334 w 13728987"/>
              <a:gd name="connsiteY14" fmla="*/ 12589362 h 18827242"/>
              <a:gd name="connsiteX15" fmla="*/ 13718312 w 13728987"/>
              <a:gd name="connsiteY15" fmla="*/ 1815831 h 18827242"/>
              <a:gd name="connsiteX16" fmla="*/ 13711039 w 13728987"/>
              <a:gd name="connsiteY16" fmla="*/ 818007 h 18827242"/>
              <a:gd name="connsiteX17" fmla="*/ 13698305 w 13728987"/>
              <a:gd name="connsiteY17" fmla="*/ 183998 h 18827242"/>
              <a:gd name="connsiteX18" fmla="*/ 10862614 w 13728987"/>
              <a:gd name="connsiteY18" fmla="*/ 197017 h 18827242"/>
              <a:gd name="connsiteX19" fmla="*/ 6938263 w 13728987"/>
              <a:gd name="connsiteY19" fmla="*/ 0 h 18827242"/>
              <a:gd name="connsiteX20" fmla="*/ 1475995 w 13728987"/>
              <a:gd name="connsiteY20" fmla="*/ 123918 h 18827242"/>
              <a:gd name="connsiteX0" fmla="*/ 1713939 w 13966931"/>
              <a:gd name="connsiteY0" fmla="*/ 123918 h 18827242"/>
              <a:gd name="connsiteX1" fmla="*/ 304669 w 13966931"/>
              <a:gd name="connsiteY1" fmla="*/ 130167 h 18827242"/>
              <a:gd name="connsiteX2" fmla="*/ 238021 w 13966931"/>
              <a:gd name="connsiteY2" fmla="*/ 1715395 h 18827242"/>
              <a:gd name="connsiteX3" fmla="*/ 281431 w 13966931"/>
              <a:gd name="connsiteY3" fmla="*/ 12911667 h 18827242"/>
              <a:gd name="connsiteX4" fmla="*/ 282787 w 13966931"/>
              <a:gd name="connsiteY4" fmla="*/ 16664453 h 18827242"/>
              <a:gd name="connsiteX5" fmla="*/ 380983 w 13966931"/>
              <a:gd name="connsiteY5" fmla="*/ 17791372 h 18827242"/>
              <a:gd name="connsiteX6" fmla="*/ 5111107 w 13966931"/>
              <a:gd name="connsiteY6" fmla="*/ 17737530 h 18827242"/>
              <a:gd name="connsiteX7" fmla="*/ 7698600 w 13966931"/>
              <a:gd name="connsiteY7" fmla="*/ 17716802 h 18827242"/>
              <a:gd name="connsiteX8" fmla="*/ 7941558 w 13966931"/>
              <a:gd name="connsiteY8" fmla="*/ 17740520 h 18827242"/>
              <a:gd name="connsiteX9" fmla="*/ 8202443 w 13966931"/>
              <a:gd name="connsiteY9" fmla="*/ 18827242 h 18827242"/>
              <a:gd name="connsiteX10" fmla="*/ 8553232 w 13966931"/>
              <a:gd name="connsiteY10" fmla="*/ 17727678 h 18827242"/>
              <a:gd name="connsiteX11" fmla="*/ 9401850 w 13966931"/>
              <a:gd name="connsiteY11" fmla="*/ 17714255 h 18827242"/>
              <a:gd name="connsiteX12" fmla="*/ 13219990 w 13966931"/>
              <a:gd name="connsiteY12" fmla="*/ 17761057 h 18827242"/>
              <a:gd name="connsiteX13" fmla="*/ 13895179 w 13966931"/>
              <a:gd name="connsiteY13" fmla="*/ 17736053 h 18827242"/>
              <a:gd name="connsiteX14" fmla="*/ 13962278 w 13966931"/>
              <a:gd name="connsiteY14" fmla="*/ 12589362 h 18827242"/>
              <a:gd name="connsiteX15" fmla="*/ 13956256 w 13966931"/>
              <a:gd name="connsiteY15" fmla="*/ 1815831 h 18827242"/>
              <a:gd name="connsiteX16" fmla="*/ 13948983 w 13966931"/>
              <a:gd name="connsiteY16" fmla="*/ 818007 h 18827242"/>
              <a:gd name="connsiteX17" fmla="*/ 13936249 w 13966931"/>
              <a:gd name="connsiteY17" fmla="*/ 183998 h 18827242"/>
              <a:gd name="connsiteX18" fmla="*/ 11100558 w 13966931"/>
              <a:gd name="connsiteY18" fmla="*/ 197017 h 18827242"/>
              <a:gd name="connsiteX19" fmla="*/ 7176207 w 13966931"/>
              <a:gd name="connsiteY19" fmla="*/ 0 h 18827242"/>
              <a:gd name="connsiteX20" fmla="*/ 1713939 w 13966931"/>
              <a:gd name="connsiteY20" fmla="*/ 123918 h 18827242"/>
              <a:gd name="connsiteX0" fmla="*/ 1790866 w 14043858"/>
              <a:gd name="connsiteY0" fmla="*/ 123918 h 18827242"/>
              <a:gd name="connsiteX1" fmla="*/ 381596 w 14043858"/>
              <a:gd name="connsiteY1" fmla="*/ 130167 h 18827242"/>
              <a:gd name="connsiteX2" fmla="*/ 314948 w 14043858"/>
              <a:gd name="connsiteY2" fmla="*/ 1715395 h 18827242"/>
              <a:gd name="connsiteX3" fmla="*/ 358358 w 14043858"/>
              <a:gd name="connsiteY3" fmla="*/ 12911667 h 18827242"/>
              <a:gd name="connsiteX4" fmla="*/ 359714 w 14043858"/>
              <a:gd name="connsiteY4" fmla="*/ 16664453 h 18827242"/>
              <a:gd name="connsiteX5" fmla="*/ 352184 w 14043858"/>
              <a:gd name="connsiteY5" fmla="*/ 17767479 h 18827242"/>
              <a:gd name="connsiteX6" fmla="*/ 5188034 w 14043858"/>
              <a:gd name="connsiteY6" fmla="*/ 17737530 h 18827242"/>
              <a:gd name="connsiteX7" fmla="*/ 7775527 w 14043858"/>
              <a:gd name="connsiteY7" fmla="*/ 17716802 h 18827242"/>
              <a:gd name="connsiteX8" fmla="*/ 8018485 w 14043858"/>
              <a:gd name="connsiteY8" fmla="*/ 17740520 h 18827242"/>
              <a:gd name="connsiteX9" fmla="*/ 8279370 w 14043858"/>
              <a:gd name="connsiteY9" fmla="*/ 18827242 h 18827242"/>
              <a:gd name="connsiteX10" fmla="*/ 8630159 w 14043858"/>
              <a:gd name="connsiteY10" fmla="*/ 17727678 h 18827242"/>
              <a:gd name="connsiteX11" fmla="*/ 9478777 w 14043858"/>
              <a:gd name="connsiteY11" fmla="*/ 17714255 h 18827242"/>
              <a:gd name="connsiteX12" fmla="*/ 13296917 w 14043858"/>
              <a:gd name="connsiteY12" fmla="*/ 17761057 h 18827242"/>
              <a:gd name="connsiteX13" fmla="*/ 13972106 w 14043858"/>
              <a:gd name="connsiteY13" fmla="*/ 17736053 h 18827242"/>
              <a:gd name="connsiteX14" fmla="*/ 14039205 w 14043858"/>
              <a:gd name="connsiteY14" fmla="*/ 12589362 h 18827242"/>
              <a:gd name="connsiteX15" fmla="*/ 14033183 w 14043858"/>
              <a:gd name="connsiteY15" fmla="*/ 1815831 h 18827242"/>
              <a:gd name="connsiteX16" fmla="*/ 14025910 w 14043858"/>
              <a:gd name="connsiteY16" fmla="*/ 818007 h 18827242"/>
              <a:gd name="connsiteX17" fmla="*/ 14013176 w 14043858"/>
              <a:gd name="connsiteY17" fmla="*/ 183998 h 18827242"/>
              <a:gd name="connsiteX18" fmla="*/ 11177485 w 14043858"/>
              <a:gd name="connsiteY18" fmla="*/ 197017 h 18827242"/>
              <a:gd name="connsiteX19" fmla="*/ 7253134 w 14043858"/>
              <a:gd name="connsiteY19" fmla="*/ 0 h 18827242"/>
              <a:gd name="connsiteX20" fmla="*/ 1790866 w 14043858"/>
              <a:gd name="connsiteY20" fmla="*/ 123918 h 18827242"/>
              <a:gd name="connsiteX0" fmla="*/ 1475995 w 13728987"/>
              <a:gd name="connsiteY0" fmla="*/ 123918 h 18827242"/>
              <a:gd name="connsiteX1" fmla="*/ 66725 w 13728987"/>
              <a:gd name="connsiteY1" fmla="*/ 130167 h 18827242"/>
              <a:gd name="connsiteX2" fmla="*/ 77 w 13728987"/>
              <a:gd name="connsiteY2" fmla="*/ 1715395 h 18827242"/>
              <a:gd name="connsiteX3" fmla="*/ 43487 w 13728987"/>
              <a:gd name="connsiteY3" fmla="*/ 12911667 h 18827242"/>
              <a:gd name="connsiteX4" fmla="*/ 44843 w 13728987"/>
              <a:gd name="connsiteY4" fmla="*/ 16664453 h 18827242"/>
              <a:gd name="connsiteX5" fmla="*/ 37313 w 13728987"/>
              <a:gd name="connsiteY5" fmla="*/ 17767479 h 18827242"/>
              <a:gd name="connsiteX6" fmla="*/ 4873163 w 13728987"/>
              <a:gd name="connsiteY6" fmla="*/ 17737530 h 18827242"/>
              <a:gd name="connsiteX7" fmla="*/ 7460656 w 13728987"/>
              <a:gd name="connsiteY7" fmla="*/ 17716802 h 18827242"/>
              <a:gd name="connsiteX8" fmla="*/ 7703614 w 13728987"/>
              <a:gd name="connsiteY8" fmla="*/ 17740520 h 18827242"/>
              <a:gd name="connsiteX9" fmla="*/ 7964499 w 13728987"/>
              <a:gd name="connsiteY9" fmla="*/ 18827242 h 18827242"/>
              <a:gd name="connsiteX10" fmla="*/ 8315288 w 13728987"/>
              <a:gd name="connsiteY10" fmla="*/ 17727678 h 18827242"/>
              <a:gd name="connsiteX11" fmla="*/ 9163906 w 13728987"/>
              <a:gd name="connsiteY11" fmla="*/ 17714255 h 18827242"/>
              <a:gd name="connsiteX12" fmla="*/ 12982046 w 13728987"/>
              <a:gd name="connsiteY12" fmla="*/ 17761057 h 18827242"/>
              <a:gd name="connsiteX13" fmla="*/ 13657235 w 13728987"/>
              <a:gd name="connsiteY13" fmla="*/ 17736053 h 18827242"/>
              <a:gd name="connsiteX14" fmla="*/ 13724334 w 13728987"/>
              <a:gd name="connsiteY14" fmla="*/ 12589362 h 18827242"/>
              <a:gd name="connsiteX15" fmla="*/ 13718312 w 13728987"/>
              <a:gd name="connsiteY15" fmla="*/ 1815831 h 18827242"/>
              <a:gd name="connsiteX16" fmla="*/ 13711039 w 13728987"/>
              <a:gd name="connsiteY16" fmla="*/ 818007 h 18827242"/>
              <a:gd name="connsiteX17" fmla="*/ 13698305 w 13728987"/>
              <a:gd name="connsiteY17" fmla="*/ 183998 h 18827242"/>
              <a:gd name="connsiteX18" fmla="*/ 10862614 w 13728987"/>
              <a:gd name="connsiteY18" fmla="*/ 197017 h 18827242"/>
              <a:gd name="connsiteX19" fmla="*/ 6938263 w 13728987"/>
              <a:gd name="connsiteY19" fmla="*/ 0 h 18827242"/>
              <a:gd name="connsiteX20" fmla="*/ 1475995 w 13728987"/>
              <a:gd name="connsiteY20" fmla="*/ 123918 h 18827242"/>
              <a:gd name="connsiteX0" fmla="*/ 1475995 w 13728987"/>
              <a:gd name="connsiteY0" fmla="*/ 123918 h 18827242"/>
              <a:gd name="connsiteX1" fmla="*/ 66725 w 13728987"/>
              <a:gd name="connsiteY1" fmla="*/ 130167 h 18827242"/>
              <a:gd name="connsiteX2" fmla="*/ 77 w 13728987"/>
              <a:gd name="connsiteY2" fmla="*/ 1715395 h 18827242"/>
              <a:gd name="connsiteX3" fmla="*/ 43487 w 13728987"/>
              <a:gd name="connsiteY3" fmla="*/ 12911667 h 18827242"/>
              <a:gd name="connsiteX4" fmla="*/ 44843 w 13728987"/>
              <a:gd name="connsiteY4" fmla="*/ 16664453 h 18827242"/>
              <a:gd name="connsiteX5" fmla="*/ 82623 w 13728987"/>
              <a:gd name="connsiteY5" fmla="*/ 17767479 h 18827242"/>
              <a:gd name="connsiteX6" fmla="*/ 4873163 w 13728987"/>
              <a:gd name="connsiteY6" fmla="*/ 17737530 h 18827242"/>
              <a:gd name="connsiteX7" fmla="*/ 7460656 w 13728987"/>
              <a:gd name="connsiteY7" fmla="*/ 17716802 h 18827242"/>
              <a:gd name="connsiteX8" fmla="*/ 7703614 w 13728987"/>
              <a:gd name="connsiteY8" fmla="*/ 17740520 h 18827242"/>
              <a:gd name="connsiteX9" fmla="*/ 7964499 w 13728987"/>
              <a:gd name="connsiteY9" fmla="*/ 18827242 h 18827242"/>
              <a:gd name="connsiteX10" fmla="*/ 8315288 w 13728987"/>
              <a:gd name="connsiteY10" fmla="*/ 17727678 h 18827242"/>
              <a:gd name="connsiteX11" fmla="*/ 9163906 w 13728987"/>
              <a:gd name="connsiteY11" fmla="*/ 17714255 h 18827242"/>
              <a:gd name="connsiteX12" fmla="*/ 12982046 w 13728987"/>
              <a:gd name="connsiteY12" fmla="*/ 17761057 h 18827242"/>
              <a:gd name="connsiteX13" fmla="*/ 13657235 w 13728987"/>
              <a:gd name="connsiteY13" fmla="*/ 17736053 h 18827242"/>
              <a:gd name="connsiteX14" fmla="*/ 13724334 w 13728987"/>
              <a:gd name="connsiteY14" fmla="*/ 12589362 h 18827242"/>
              <a:gd name="connsiteX15" fmla="*/ 13718312 w 13728987"/>
              <a:gd name="connsiteY15" fmla="*/ 1815831 h 18827242"/>
              <a:gd name="connsiteX16" fmla="*/ 13711039 w 13728987"/>
              <a:gd name="connsiteY16" fmla="*/ 818007 h 18827242"/>
              <a:gd name="connsiteX17" fmla="*/ 13698305 w 13728987"/>
              <a:gd name="connsiteY17" fmla="*/ 183998 h 18827242"/>
              <a:gd name="connsiteX18" fmla="*/ 10862614 w 13728987"/>
              <a:gd name="connsiteY18" fmla="*/ 197017 h 18827242"/>
              <a:gd name="connsiteX19" fmla="*/ 6938263 w 13728987"/>
              <a:gd name="connsiteY19" fmla="*/ 0 h 18827242"/>
              <a:gd name="connsiteX20" fmla="*/ 1475995 w 13728987"/>
              <a:gd name="connsiteY20" fmla="*/ 123918 h 18827242"/>
              <a:gd name="connsiteX0" fmla="*/ 1475995 w 13728987"/>
              <a:gd name="connsiteY0" fmla="*/ 123918 h 18827242"/>
              <a:gd name="connsiteX1" fmla="*/ 66725 w 13728987"/>
              <a:gd name="connsiteY1" fmla="*/ 130167 h 18827242"/>
              <a:gd name="connsiteX2" fmla="*/ 77 w 13728987"/>
              <a:gd name="connsiteY2" fmla="*/ 1715395 h 18827242"/>
              <a:gd name="connsiteX3" fmla="*/ 43487 w 13728987"/>
              <a:gd name="connsiteY3" fmla="*/ 12911667 h 18827242"/>
              <a:gd name="connsiteX4" fmla="*/ 44843 w 13728987"/>
              <a:gd name="connsiteY4" fmla="*/ 16664453 h 18827242"/>
              <a:gd name="connsiteX5" fmla="*/ 82623 w 13728987"/>
              <a:gd name="connsiteY5" fmla="*/ 17767479 h 18827242"/>
              <a:gd name="connsiteX6" fmla="*/ 4873163 w 13728987"/>
              <a:gd name="connsiteY6" fmla="*/ 17737530 h 18827242"/>
              <a:gd name="connsiteX7" fmla="*/ 7460656 w 13728987"/>
              <a:gd name="connsiteY7" fmla="*/ 17716802 h 18827242"/>
              <a:gd name="connsiteX8" fmla="*/ 7703614 w 13728987"/>
              <a:gd name="connsiteY8" fmla="*/ 17740520 h 18827242"/>
              <a:gd name="connsiteX9" fmla="*/ 7964499 w 13728987"/>
              <a:gd name="connsiteY9" fmla="*/ 18827242 h 18827242"/>
              <a:gd name="connsiteX10" fmla="*/ 8315288 w 13728987"/>
              <a:gd name="connsiteY10" fmla="*/ 17727678 h 18827242"/>
              <a:gd name="connsiteX11" fmla="*/ 9163906 w 13728987"/>
              <a:gd name="connsiteY11" fmla="*/ 17714255 h 18827242"/>
              <a:gd name="connsiteX12" fmla="*/ 12982046 w 13728987"/>
              <a:gd name="connsiteY12" fmla="*/ 17761057 h 18827242"/>
              <a:gd name="connsiteX13" fmla="*/ 13657235 w 13728987"/>
              <a:gd name="connsiteY13" fmla="*/ 17736053 h 18827242"/>
              <a:gd name="connsiteX14" fmla="*/ 13724334 w 13728987"/>
              <a:gd name="connsiteY14" fmla="*/ 12589362 h 18827242"/>
              <a:gd name="connsiteX15" fmla="*/ 13711039 w 13728987"/>
              <a:gd name="connsiteY15" fmla="*/ 818007 h 18827242"/>
              <a:gd name="connsiteX16" fmla="*/ 13698305 w 13728987"/>
              <a:gd name="connsiteY16" fmla="*/ 183998 h 18827242"/>
              <a:gd name="connsiteX17" fmla="*/ 10862614 w 13728987"/>
              <a:gd name="connsiteY17" fmla="*/ 197017 h 18827242"/>
              <a:gd name="connsiteX18" fmla="*/ 6938263 w 13728987"/>
              <a:gd name="connsiteY18" fmla="*/ 0 h 18827242"/>
              <a:gd name="connsiteX19" fmla="*/ 1475995 w 13728987"/>
              <a:gd name="connsiteY19" fmla="*/ 123918 h 1882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728987" h="18827242">
                <a:moveTo>
                  <a:pt x="1475995" y="123918"/>
                </a:moveTo>
                <a:lnTo>
                  <a:pt x="66725" y="130167"/>
                </a:lnTo>
                <a:cubicBezTo>
                  <a:pt x="-52497" y="136800"/>
                  <a:pt x="30958" y="1668443"/>
                  <a:pt x="77" y="1715395"/>
                </a:cubicBezTo>
                <a:cubicBezTo>
                  <a:pt x="12030" y="2787368"/>
                  <a:pt x="31534" y="10406099"/>
                  <a:pt x="43487" y="12911667"/>
                </a:cubicBezTo>
                <a:cubicBezTo>
                  <a:pt x="51396" y="13716648"/>
                  <a:pt x="25934" y="15824926"/>
                  <a:pt x="44843" y="16664453"/>
                </a:cubicBezTo>
                <a:cubicBezTo>
                  <a:pt x="60986" y="17348981"/>
                  <a:pt x="14206" y="17755888"/>
                  <a:pt x="82623" y="17767479"/>
                </a:cubicBezTo>
                <a:cubicBezTo>
                  <a:pt x="895396" y="17905176"/>
                  <a:pt x="3258562" y="17768490"/>
                  <a:pt x="4873163" y="17737530"/>
                </a:cubicBezTo>
                <a:lnTo>
                  <a:pt x="7460656" y="17716802"/>
                </a:lnTo>
                <a:cubicBezTo>
                  <a:pt x="7516103" y="17716329"/>
                  <a:pt x="7679687" y="17679213"/>
                  <a:pt x="7703614" y="17740520"/>
                </a:cubicBezTo>
                <a:cubicBezTo>
                  <a:pt x="7777504" y="17929845"/>
                  <a:pt x="7924540" y="18683015"/>
                  <a:pt x="7964499" y="18827242"/>
                </a:cubicBezTo>
                <a:cubicBezTo>
                  <a:pt x="8011490" y="18716320"/>
                  <a:pt x="8136116" y="18053443"/>
                  <a:pt x="8315288" y="17727678"/>
                </a:cubicBezTo>
                <a:cubicBezTo>
                  <a:pt x="8402277" y="17724938"/>
                  <a:pt x="8802694" y="17721170"/>
                  <a:pt x="9163906" y="17714255"/>
                </a:cubicBezTo>
                <a:lnTo>
                  <a:pt x="12982046" y="17761057"/>
                </a:lnTo>
                <a:cubicBezTo>
                  <a:pt x="13526076" y="17823070"/>
                  <a:pt x="13455159" y="17756054"/>
                  <a:pt x="13657235" y="17736053"/>
                </a:cubicBezTo>
                <a:cubicBezTo>
                  <a:pt x="13695678" y="17530533"/>
                  <a:pt x="13710990" y="14374663"/>
                  <a:pt x="13724334" y="12589362"/>
                </a:cubicBezTo>
                <a:cubicBezTo>
                  <a:pt x="13733301" y="9769688"/>
                  <a:pt x="13715377" y="2885568"/>
                  <a:pt x="13711039" y="818007"/>
                </a:cubicBezTo>
                <a:cubicBezTo>
                  <a:pt x="13700153" y="550017"/>
                  <a:pt x="13765243" y="191924"/>
                  <a:pt x="13698305" y="183998"/>
                </a:cubicBezTo>
                <a:cubicBezTo>
                  <a:pt x="13215788" y="126864"/>
                  <a:pt x="11989288" y="227683"/>
                  <a:pt x="10862614" y="197017"/>
                </a:cubicBezTo>
                <a:cubicBezTo>
                  <a:pt x="9735940" y="166351"/>
                  <a:pt x="8246380" y="65672"/>
                  <a:pt x="6938263" y="0"/>
                </a:cubicBezTo>
                <a:lnTo>
                  <a:pt x="1475995" y="123918"/>
                </a:lnTo>
                <a:close/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DAB4FA-7A80-4FD0-AE65-502BE314B7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637078"/>
              </p:ext>
            </p:extLst>
          </p:nvPr>
        </p:nvGraphicFramePr>
        <p:xfrm>
          <a:off x="929482" y="696397"/>
          <a:ext cx="10382434" cy="3836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57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3D3F92-A42A-4783-8E68-3EA4940D8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806B02-335B-4B6E-B86F-D9FCF2E0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61732"/>
            <a:ext cx="8582787" cy="5958985"/>
          </a:xfrm>
          <a:custGeom>
            <a:avLst/>
            <a:gdLst>
              <a:gd name="connsiteX0" fmla="*/ 5536268 w 8582787"/>
              <a:gd name="connsiteY0" fmla="*/ 639 h 5951132"/>
              <a:gd name="connsiteX1" fmla="*/ 5778044 w 8582787"/>
              <a:gd name="connsiteY1" fmla="*/ 6086 h 5951132"/>
              <a:gd name="connsiteX2" fmla="*/ 8038102 w 8582787"/>
              <a:gd name="connsiteY2" fmla="*/ 1081190 h 5951132"/>
              <a:gd name="connsiteX3" fmla="*/ 6942561 w 8582787"/>
              <a:gd name="connsiteY3" fmla="*/ 4768552 h 5951132"/>
              <a:gd name="connsiteX4" fmla="*/ 7063610 w 8582787"/>
              <a:gd name="connsiteY4" fmla="*/ 5404000 h 5951132"/>
              <a:gd name="connsiteX5" fmla="*/ 5844719 w 8582787"/>
              <a:gd name="connsiteY5" fmla="*/ 5361006 h 5951132"/>
              <a:gd name="connsiteX6" fmla="*/ 3911437 w 8582787"/>
              <a:gd name="connsiteY6" fmla="*/ 5888175 h 5951132"/>
              <a:gd name="connsiteX7" fmla="*/ 529190 w 8582787"/>
              <a:gd name="connsiteY7" fmla="*/ 5577971 h 5951132"/>
              <a:gd name="connsiteX8" fmla="*/ 22956 w 8582787"/>
              <a:gd name="connsiteY8" fmla="*/ 5074657 h 5951132"/>
              <a:gd name="connsiteX9" fmla="*/ 0 w 8582787"/>
              <a:gd name="connsiteY9" fmla="*/ 5040008 h 5951132"/>
              <a:gd name="connsiteX10" fmla="*/ 0 w 8582787"/>
              <a:gd name="connsiteY10" fmla="*/ 1220901 h 5951132"/>
              <a:gd name="connsiteX11" fmla="*/ 23024 w 8582787"/>
              <a:gd name="connsiteY11" fmla="*/ 1202608 h 5951132"/>
              <a:gd name="connsiteX12" fmla="*/ 705292 w 8582787"/>
              <a:gd name="connsiteY12" fmla="*/ 821089 h 5951132"/>
              <a:gd name="connsiteX13" fmla="*/ 5536268 w 8582787"/>
              <a:gd name="connsiteY13" fmla="*/ 639 h 5951132"/>
              <a:gd name="connsiteX0" fmla="*/ 5536268 w 8582787"/>
              <a:gd name="connsiteY0" fmla="*/ 639 h 5915698"/>
              <a:gd name="connsiteX1" fmla="*/ 5778044 w 8582787"/>
              <a:gd name="connsiteY1" fmla="*/ 6086 h 5915698"/>
              <a:gd name="connsiteX2" fmla="*/ 8038102 w 8582787"/>
              <a:gd name="connsiteY2" fmla="*/ 1081190 h 5915698"/>
              <a:gd name="connsiteX3" fmla="*/ 6942561 w 8582787"/>
              <a:gd name="connsiteY3" fmla="*/ 4768552 h 5915698"/>
              <a:gd name="connsiteX4" fmla="*/ 7063610 w 8582787"/>
              <a:gd name="connsiteY4" fmla="*/ 5404000 h 5915698"/>
              <a:gd name="connsiteX5" fmla="*/ 5844719 w 8582787"/>
              <a:gd name="connsiteY5" fmla="*/ 5361006 h 5915698"/>
              <a:gd name="connsiteX6" fmla="*/ 3911437 w 8582787"/>
              <a:gd name="connsiteY6" fmla="*/ 5888175 h 5915698"/>
              <a:gd name="connsiteX7" fmla="*/ 591395 w 8582787"/>
              <a:gd name="connsiteY7" fmla="*/ 5528208 h 5915698"/>
              <a:gd name="connsiteX8" fmla="*/ 22956 w 8582787"/>
              <a:gd name="connsiteY8" fmla="*/ 5074657 h 5915698"/>
              <a:gd name="connsiteX9" fmla="*/ 0 w 8582787"/>
              <a:gd name="connsiteY9" fmla="*/ 5040008 h 5915698"/>
              <a:gd name="connsiteX10" fmla="*/ 0 w 8582787"/>
              <a:gd name="connsiteY10" fmla="*/ 1220901 h 5915698"/>
              <a:gd name="connsiteX11" fmla="*/ 23024 w 8582787"/>
              <a:gd name="connsiteY11" fmla="*/ 1202608 h 5915698"/>
              <a:gd name="connsiteX12" fmla="*/ 705292 w 8582787"/>
              <a:gd name="connsiteY12" fmla="*/ 821089 h 5915698"/>
              <a:gd name="connsiteX13" fmla="*/ 5536268 w 8582787"/>
              <a:gd name="connsiteY13" fmla="*/ 639 h 5915698"/>
              <a:gd name="connsiteX0" fmla="*/ 5536268 w 8582787"/>
              <a:gd name="connsiteY0" fmla="*/ 639 h 5931942"/>
              <a:gd name="connsiteX1" fmla="*/ 5778044 w 8582787"/>
              <a:gd name="connsiteY1" fmla="*/ 6086 h 5931942"/>
              <a:gd name="connsiteX2" fmla="*/ 8038102 w 8582787"/>
              <a:gd name="connsiteY2" fmla="*/ 1081190 h 5931942"/>
              <a:gd name="connsiteX3" fmla="*/ 6942561 w 8582787"/>
              <a:gd name="connsiteY3" fmla="*/ 4768552 h 5931942"/>
              <a:gd name="connsiteX4" fmla="*/ 7063610 w 8582787"/>
              <a:gd name="connsiteY4" fmla="*/ 5404000 h 5931942"/>
              <a:gd name="connsiteX5" fmla="*/ 5844719 w 8582787"/>
              <a:gd name="connsiteY5" fmla="*/ 5361006 h 5931942"/>
              <a:gd name="connsiteX6" fmla="*/ 3911437 w 8582787"/>
              <a:gd name="connsiteY6" fmla="*/ 5888175 h 5931942"/>
              <a:gd name="connsiteX7" fmla="*/ 591395 w 8582787"/>
              <a:gd name="connsiteY7" fmla="*/ 5528208 h 5931942"/>
              <a:gd name="connsiteX8" fmla="*/ 22956 w 8582787"/>
              <a:gd name="connsiteY8" fmla="*/ 5074657 h 5931942"/>
              <a:gd name="connsiteX9" fmla="*/ 0 w 8582787"/>
              <a:gd name="connsiteY9" fmla="*/ 5040008 h 5931942"/>
              <a:gd name="connsiteX10" fmla="*/ 0 w 8582787"/>
              <a:gd name="connsiteY10" fmla="*/ 1220901 h 5931942"/>
              <a:gd name="connsiteX11" fmla="*/ 23024 w 8582787"/>
              <a:gd name="connsiteY11" fmla="*/ 1202608 h 5931942"/>
              <a:gd name="connsiteX12" fmla="*/ 705292 w 8582787"/>
              <a:gd name="connsiteY12" fmla="*/ 821089 h 5931942"/>
              <a:gd name="connsiteX13" fmla="*/ 5536268 w 8582787"/>
              <a:gd name="connsiteY13" fmla="*/ 639 h 5931942"/>
              <a:gd name="connsiteX0" fmla="*/ 5536268 w 8582787"/>
              <a:gd name="connsiteY0" fmla="*/ 639 h 5931942"/>
              <a:gd name="connsiteX1" fmla="*/ 5778044 w 8582787"/>
              <a:gd name="connsiteY1" fmla="*/ 6086 h 5931942"/>
              <a:gd name="connsiteX2" fmla="*/ 8038102 w 8582787"/>
              <a:gd name="connsiteY2" fmla="*/ 1081190 h 5931942"/>
              <a:gd name="connsiteX3" fmla="*/ 6942561 w 8582787"/>
              <a:gd name="connsiteY3" fmla="*/ 4768552 h 5931942"/>
              <a:gd name="connsiteX4" fmla="*/ 7063610 w 8582787"/>
              <a:gd name="connsiteY4" fmla="*/ 5404000 h 5931942"/>
              <a:gd name="connsiteX5" fmla="*/ 5844719 w 8582787"/>
              <a:gd name="connsiteY5" fmla="*/ 5361006 h 5931942"/>
              <a:gd name="connsiteX6" fmla="*/ 3911437 w 8582787"/>
              <a:gd name="connsiteY6" fmla="*/ 5888175 h 5931942"/>
              <a:gd name="connsiteX7" fmla="*/ 591395 w 8582787"/>
              <a:gd name="connsiteY7" fmla="*/ 5528208 h 5931942"/>
              <a:gd name="connsiteX8" fmla="*/ 22956 w 8582787"/>
              <a:gd name="connsiteY8" fmla="*/ 5074657 h 5931942"/>
              <a:gd name="connsiteX9" fmla="*/ 0 w 8582787"/>
              <a:gd name="connsiteY9" fmla="*/ 5040008 h 5931942"/>
              <a:gd name="connsiteX10" fmla="*/ 0 w 8582787"/>
              <a:gd name="connsiteY10" fmla="*/ 1220901 h 5931942"/>
              <a:gd name="connsiteX11" fmla="*/ 23024 w 8582787"/>
              <a:gd name="connsiteY11" fmla="*/ 1202608 h 5931942"/>
              <a:gd name="connsiteX12" fmla="*/ 705292 w 8582787"/>
              <a:gd name="connsiteY12" fmla="*/ 821089 h 5931942"/>
              <a:gd name="connsiteX13" fmla="*/ 5536268 w 8582787"/>
              <a:gd name="connsiteY13" fmla="*/ 639 h 5931942"/>
              <a:gd name="connsiteX0" fmla="*/ 5536268 w 8582787"/>
              <a:gd name="connsiteY0" fmla="*/ 639 h 5953554"/>
              <a:gd name="connsiteX1" fmla="*/ 5778044 w 8582787"/>
              <a:gd name="connsiteY1" fmla="*/ 6086 h 5953554"/>
              <a:gd name="connsiteX2" fmla="*/ 8038102 w 8582787"/>
              <a:gd name="connsiteY2" fmla="*/ 1081190 h 5953554"/>
              <a:gd name="connsiteX3" fmla="*/ 6942561 w 8582787"/>
              <a:gd name="connsiteY3" fmla="*/ 4768552 h 5953554"/>
              <a:gd name="connsiteX4" fmla="*/ 7063610 w 8582787"/>
              <a:gd name="connsiteY4" fmla="*/ 5404000 h 5953554"/>
              <a:gd name="connsiteX5" fmla="*/ 5844719 w 8582787"/>
              <a:gd name="connsiteY5" fmla="*/ 5361006 h 5953554"/>
              <a:gd name="connsiteX6" fmla="*/ 3911437 w 8582787"/>
              <a:gd name="connsiteY6" fmla="*/ 5888175 h 5953554"/>
              <a:gd name="connsiteX7" fmla="*/ 591395 w 8582787"/>
              <a:gd name="connsiteY7" fmla="*/ 5528208 h 5953554"/>
              <a:gd name="connsiteX8" fmla="*/ 22956 w 8582787"/>
              <a:gd name="connsiteY8" fmla="*/ 5074657 h 5953554"/>
              <a:gd name="connsiteX9" fmla="*/ 0 w 8582787"/>
              <a:gd name="connsiteY9" fmla="*/ 5040008 h 5953554"/>
              <a:gd name="connsiteX10" fmla="*/ 0 w 8582787"/>
              <a:gd name="connsiteY10" fmla="*/ 1220901 h 5953554"/>
              <a:gd name="connsiteX11" fmla="*/ 23024 w 8582787"/>
              <a:gd name="connsiteY11" fmla="*/ 1202608 h 5953554"/>
              <a:gd name="connsiteX12" fmla="*/ 705292 w 8582787"/>
              <a:gd name="connsiteY12" fmla="*/ 821089 h 5953554"/>
              <a:gd name="connsiteX13" fmla="*/ 5536268 w 8582787"/>
              <a:gd name="connsiteY13" fmla="*/ 639 h 5953554"/>
              <a:gd name="connsiteX0" fmla="*/ 5536268 w 8582787"/>
              <a:gd name="connsiteY0" fmla="*/ 639 h 5958985"/>
              <a:gd name="connsiteX1" fmla="*/ 5778044 w 8582787"/>
              <a:gd name="connsiteY1" fmla="*/ 6086 h 5958985"/>
              <a:gd name="connsiteX2" fmla="*/ 8038102 w 8582787"/>
              <a:gd name="connsiteY2" fmla="*/ 1081190 h 5958985"/>
              <a:gd name="connsiteX3" fmla="*/ 6942561 w 8582787"/>
              <a:gd name="connsiteY3" fmla="*/ 4768552 h 5958985"/>
              <a:gd name="connsiteX4" fmla="*/ 7063610 w 8582787"/>
              <a:gd name="connsiteY4" fmla="*/ 5404000 h 5958985"/>
              <a:gd name="connsiteX5" fmla="*/ 5844719 w 8582787"/>
              <a:gd name="connsiteY5" fmla="*/ 5361006 h 5958985"/>
              <a:gd name="connsiteX6" fmla="*/ 3911437 w 8582787"/>
              <a:gd name="connsiteY6" fmla="*/ 5888175 h 5958985"/>
              <a:gd name="connsiteX7" fmla="*/ 591395 w 8582787"/>
              <a:gd name="connsiteY7" fmla="*/ 5528208 h 5958985"/>
              <a:gd name="connsiteX8" fmla="*/ 22956 w 8582787"/>
              <a:gd name="connsiteY8" fmla="*/ 5074657 h 5958985"/>
              <a:gd name="connsiteX9" fmla="*/ 0 w 8582787"/>
              <a:gd name="connsiteY9" fmla="*/ 5040008 h 5958985"/>
              <a:gd name="connsiteX10" fmla="*/ 0 w 8582787"/>
              <a:gd name="connsiteY10" fmla="*/ 1220901 h 5958985"/>
              <a:gd name="connsiteX11" fmla="*/ 23024 w 8582787"/>
              <a:gd name="connsiteY11" fmla="*/ 1202608 h 5958985"/>
              <a:gd name="connsiteX12" fmla="*/ 705292 w 8582787"/>
              <a:gd name="connsiteY12" fmla="*/ 821089 h 5958985"/>
              <a:gd name="connsiteX13" fmla="*/ 5536268 w 8582787"/>
              <a:gd name="connsiteY13" fmla="*/ 639 h 595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582787" h="5958985">
                <a:moveTo>
                  <a:pt x="5536268" y="639"/>
                </a:moveTo>
                <a:cubicBezTo>
                  <a:pt x="5620910" y="1539"/>
                  <a:pt x="5701661" y="3377"/>
                  <a:pt x="5778044" y="6086"/>
                </a:cubicBezTo>
                <a:cubicBezTo>
                  <a:pt x="7000176" y="49432"/>
                  <a:pt x="7247305" y="292480"/>
                  <a:pt x="8038102" y="1081190"/>
                </a:cubicBezTo>
                <a:cubicBezTo>
                  <a:pt x="8887336" y="2189684"/>
                  <a:pt x="8898968" y="3432638"/>
                  <a:pt x="6942561" y="4768552"/>
                </a:cubicBezTo>
                <a:cubicBezTo>
                  <a:pt x="6485637" y="5086824"/>
                  <a:pt x="7063610" y="5404000"/>
                  <a:pt x="7063610" y="5404000"/>
                </a:cubicBezTo>
                <a:cubicBezTo>
                  <a:pt x="6980090" y="5421711"/>
                  <a:pt x="6370084" y="5280312"/>
                  <a:pt x="5844719" y="5361006"/>
                </a:cubicBezTo>
                <a:cubicBezTo>
                  <a:pt x="5319355" y="5441701"/>
                  <a:pt x="4650142" y="5798103"/>
                  <a:pt x="3911437" y="5888175"/>
                </a:cubicBezTo>
                <a:cubicBezTo>
                  <a:pt x="3172732" y="5978247"/>
                  <a:pt x="1498816" y="6078337"/>
                  <a:pt x="591395" y="5528208"/>
                </a:cubicBezTo>
                <a:cubicBezTo>
                  <a:pt x="398656" y="5411359"/>
                  <a:pt x="170148" y="5280966"/>
                  <a:pt x="22956" y="5074657"/>
                </a:cubicBezTo>
                <a:lnTo>
                  <a:pt x="0" y="5040008"/>
                </a:lnTo>
                <a:lnTo>
                  <a:pt x="0" y="1220901"/>
                </a:lnTo>
                <a:lnTo>
                  <a:pt x="23024" y="1202608"/>
                </a:lnTo>
                <a:cubicBezTo>
                  <a:pt x="198914" y="1075212"/>
                  <a:pt x="422087" y="948337"/>
                  <a:pt x="705292" y="821089"/>
                </a:cubicBezTo>
                <a:cubicBezTo>
                  <a:pt x="2121318" y="184849"/>
                  <a:pt x="4266630" y="-12850"/>
                  <a:pt x="5536268" y="639"/>
                </a:cubicBez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723F8-FC56-4D42-B874-31BFE8FA4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1812" y="4660711"/>
            <a:ext cx="4096507" cy="1695639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Who’s the winner?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FE9EA-A6F1-4C99-8D95-C56AF6BB2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066" y="1335819"/>
            <a:ext cx="6537739" cy="3909619"/>
          </a:xfrm>
        </p:spPr>
        <p:txBody>
          <a:bodyPr anchor="ctr">
            <a:norm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kesempatan</a:t>
            </a:r>
            <a:r>
              <a:rPr lang="en-US" dirty="0"/>
              <a:t> </a:t>
            </a:r>
            <a:r>
              <a:rPr lang="en-US" dirty="0" err="1"/>
              <a:t>sambung</a:t>
            </a:r>
            <a:r>
              <a:rPr lang="en-US" dirty="0"/>
              <a:t> </a:t>
            </a:r>
            <a:r>
              <a:rPr lang="en-US" dirty="0" err="1"/>
              <a:t>cerita</a:t>
            </a:r>
            <a:r>
              <a:rPr lang="en-US" dirty="0"/>
              <a:t> </a:t>
            </a:r>
            <a:r>
              <a:rPr lang="en-US" dirty="0" err="1"/>
              <a:t>sebanyak</a:t>
            </a:r>
            <a:r>
              <a:rPr lang="en-US" dirty="0"/>
              <a:t> 2 kali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dirty="0"/>
              <a:t>Waktu </a:t>
            </a:r>
            <a:r>
              <a:rPr lang="en-US" dirty="0" err="1"/>
              <a:t>maksimal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10 </a:t>
            </a:r>
            <a:r>
              <a:rPr lang="en-US" dirty="0" err="1"/>
              <a:t>menit</a:t>
            </a:r>
            <a:endParaRPr lang="en-US" dirty="0"/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yang </a:t>
            </a:r>
            <a:r>
              <a:rPr lang="en-US" dirty="0" err="1"/>
              <a:t>tercepat</a:t>
            </a:r>
            <a:r>
              <a:rPr lang="en-US" dirty="0"/>
              <a:t> </a:t>
            </a:r>
            <a:r>
              <a:rPr lang="en-US" dirty="0" err="1"/>
              <a:t>selesai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2000 </a:t>
            </a:r>
            <a:r>
              <a:rPr lang="en-US" dirty="0" err="1"/>
              <a:t>poin</a:t>
            </a:r>
            <a:r>
              <a:rPr lang="en-US" dirty="0"/>
              <a:t> </a:t>
            </a:r>
            <a:r>
              <a:rPr lang="en-US" dirty="0" err="1"/>
              <a:t>tambahan</a:t>
            </a:r>
            <a:endParaRPr lang="en-US" dirty="0"/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ID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9B8D541-F0F1-448D-B481-76E8390D3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587144" flipH="1">
            <a:off x="-409095" y="235656"/>
            <a:ext cx="9030630" cy="6305817"/>
          </a:xfrm>
          <a:custGeom>
            <a:avLst/>
            <a:gdLst>
              <a:gd name="connsiteX0" fmla="*/ 284628 w 960507"/>
              <a:gd name="connsiteY0" fmla="*/ 725426 h 725435"/>
              <a:gd name="connsiteX1" fmla="*/ 429979 w 960507"/>
              <a:gd name="connsiteY1" fmla="*/ 636749 h 725435"/>
              <a:gd name="connsiteX2" fmla="*/ 805646 w 960507"/>
              <a:gd name="connsiteY2" fmla="*/ 523401 h 725435"/>
              <a:gd name="connsiteX3" fmla="*/ 954521 w 960507"/>
              <a:gd name="connsiteY3" fmla="*/ 257273 h 725435"/>
              <a:gd name="connsiteX4" fmla="*/ 674486 w 960507"/>
              <a:gd name="connsiteY4" fmla="*/ 5622 h 725435"/>
              <a:gd name="connsiteX5" fmla="*/ 15261 w 960507"/>
              <a:gd name="connsiteY5" fmla="*/ 246605 h 725435"/>
              <a:gd name="connsiteX6" fmla="*/ 217286 w 960507"/>
              <a:gd name="connsiteY6" fmla="*/ 650655 h 725435"/>
              <a:gd name="connsiteX7" fmla="*/ 284628 w 960507"/>
              <a:gd name="connsiteY7" fmla="*/ 725426 h 725435"/>
              <a:gd name="connsiteX0" fmla="*/ 284667 w 959010"/>
              <a:gd name="connsiteY0" fmla="*/ 725435 h 725435"/>
              <a:gd name="connsiteX1" fmla="*/ 408106 w 959010"/>
              <a:gd name="connsiteY1" fmla="*/ 662779 h 725435"/>
              <a:gd name="connsiteX2" fmla="*/ 805685 w 959010"/>
              <a:gd name="connsiteY2" fmla="*/ 523410 h 725435"/>
              <a:gd name="connsiteX3" fmla="*/ 954560 w 959010"/>
              <a:gd name="connsiteY3" fmla="*/ 257282 h 725435"/>
              <a:gd name="connsiteX4" fmla="*/ 674525 w 959010"/>
              <a:gd name="connsiteY4" fmla="*/ 5631 h 725435"/>
              <a:gd name="connsiteX5" fmla="*/ 15300 w 959010"/>
              <a:gd name="connsiteY5" fmla="*/ 246614 h 725435"/>
              <a:gd name="connsiteX6" fmla="*/ 217325 w 959010"/>
              <a:gd name="connsiteY6" fmla="*/ 650664 h 725435"/>
              <a:gd name="connsiteX7" fmla="*/ 284667 w 959010"/>
              <a:gd name="connsiteY7" fmla="*/ 725435 h 725435"/>
              <a:gd name="connsiteX0" fmla="*/ 284667 w 967667"/>
              <a:gd name="connsiteY0" fmla="*/ 725435 h 725435"/>
              <a:gd name="connsiteX1" fmla="*/ 408106 w 967667"/>
              <a:gd name="connsiteY1" fmla="*/ 662779 h 725435"/>
              <a:gd name="connsiteX2" fmla="*/ 868683 w 967667"/>
              <a:gd name="connsiteY2" fmla="*/ 556279 h 725435"/>
              <a:gd name="connsiteX3" fmla="*/ 954560 w 967667"/>
              <a:gd name="connsiteY3" fmla="*/ 257282 h 725435"/>
              <a:gd name="connsiteX4" fmla="*/ 674525 w 967667"/>
              <a:gd name="connsiteY4" fmla="*/ 5631 h 725435"/>
              <a:gd name="connsiteX5" fmla="*/ 15300 w 967667"/>
              <a:gd name="connsiteY5" fmla="*/ 246614 h 725435"/>
              <a:gd name="connsiteX6" fmla="*/ 217325 w 967667"/>
              <a:gd name="connsiteY6" fmla="*/ 650664 h 725435"/>
              <a:gd name="connsiteX7" fmla="*/ 284667 w 967667"/>
              <a:gd name="connsiteY7" fmla="*/ 725435 h 725435"/>
              <a:gd name="connsiteX0" fmla="*/ 284667 w 966979"/>
              <a:gd name="connsiteY0" fmla="*/ 685615 h 685615"/>
              <a:gd name="connsiteX1" fmla="*/ 408106 w 966979"/>
              <a:gd name="connsiteY1" fmla="*/ 622959 h 685615"/>
              <a:gd name="connsiteX2" fmla="*/ 868683 w 966979"/>
              <a:gd name="connsiteY2" fmla="*/ 516459 h 685615"/>
              <a:gd name="connsiteX3" fmla="*/ 954560 w 966979"/>
              <a:gd name="connsiteY3" fmla="*/ 217462 h 685615"/>
              <a:gd name="connsiteX4" fmla="*/ 684112 w 966979"/>
              <a:gd name="connsiteY4" fmla="*/ 9636 h 685615"/>
              <a:gd name="connsiteX5" fmla="*/ 15300 w 966979"/>
              <a:gd name="connsiteY5" fmla="*/ 206794 h 685615"/>
              <a:gd name="connsiteX6" fmla="*/ 217325 w 966979"/>
              <a:gd name="connsiteY6" fmla="*/ 610844 h 685615"/>
              <a:gd name="connsiteX7" fmla="*/ 284667 w 966979"/>
              <a:gd name="connsiteY7" fmla="*/ 685615 h 685615"/>
              <a:gd name="connsiteX0" fmla="*/ 283787 w 966099"/>
              <a:gd name="connsiteY0" fmla="*/ 685615 h 685615"/>
              <a:gd name="connsiteX1" fmla="*/ 407226 w 966099"/>
              <a:gd name="connsiteY1" fmla="*/ 622959 h 685615"/>
              <a:gd name="connsiteX2" fmla="*/ 867803 w 966099"/>
              <a:gd name="connsiteY2" fmla="*/ 516459 h 685615"/>
              <a:gd name="connsiteX3" fmla="*/ 953680 w 966099"/>
              <a:gd name="connsiteY3" fmla="*/ 217462 h 685615"/>
              <a:gd name="connsiteX4" fmla="*/ 683232 w 966099"/>
              <a:gd name="connsiteY4" fmla="*/ 9636 h 685615"/>
              <a:gd name="connsiteX5" fmla="*/ 14420 w 966099"/>
              <a:gd name="connsiteY5" fmla="*/ 206794 h 685615"/>
              <a:gd name="connsiteX6" fmla="*/ 221923 w 966099"/>
              <a:gd name="connsiteY6" fmla="*/ 610844 h 685615"/>
              <a:gd name="connsiteX7" fmla="*/ 283787 w 966099"/>
              <a:gd name="connsiteY7" fmla="*/ 685615 h 685615"/>
              <a:gd name="connsiteX0" fmla="*/ 282418 w 966099"/>
              <a:gd name="connsiteY0" fmla="*/ 671920 h 671920"/>
              <a:gd name="connsiteX1" fmla="*/ 407226 w 966099"/>
              <a:gd name="connsiteY1" fmla="*/ 622959 h 671920"/>
              <a:gd name="connsiteX2" fmla="*/ 867803 w 966099"/>
              <a:gd name="connsiteY2" fmla="*/ 516459 h 671920"/>
              <a:gd name="connsiteX3" fmla="*/ 953680 w 966099"/>
              <a:gd name="connsiteY3" fmla="*/ 217462 h 671920"/>
              <a:gd name="connsiteX4" fmla="*/ 683232 w 966099"/>
              <a:gd name="connsiteY4" fmla="*/ 9636 h 671920"/>
              <a:gd name="connsiteX5" fmla="*/ 14420 w 966099"/>
              <a:gd name="connsiteY5" fmla="*/ 206794 h 671920"/>
              <a:gd name="connsiteX6" fmla="*/ 221923 w 966099"/>
              <a:gd name="connsiteY6" fmla="*/ 610844 h 671920"/>
              <a:gd name="connsiteX7" fmla="*/ 282418 w 966099"/>
              <a:gd name="connsiteY7" fmla="*/ 671920 h 671920"/>
              <a:gd name="connsiteX0" fmla="*/ 282418 w 966099"/>
              <a:gd name="connsiteY0" fmla="*/ 671920 h 672429"/>
              <a:gd name="connsiteX1" fmla="*/ 338878 w 966099"/>
              <a:gd name="connsiteY1" fmla="*/ 639121 h 672429"/>
              <a:gd name="connsiteX2" fmla="*/ 407226 w 966099"/>
              <a:gd name="connsiteY2" fmla="*/ 622959 h 672429"/>
              <a:gd name="connsiteX3" fmla="*/ 867803 w 966099"/>
              <a:gd name="connsiteY3" fmla="*/ 516459 h 672429"/>
              <a:gd name="connsiteX4" fmla="*/ 953680 w 966099"/>
              <a:gd name="connsiteY4" fmla="*/ 217462 h 672429"/>
              <a:gd name="connsiteX5" fmla="*/ 683232 w 966099"/>
              <a:gd name="connsiteY5" fmla="*/ 9636 h 672429"/>
              <a:gd name="connsiteX6" fmla="*/ 14420 w 966099"/>
              <a:gd name="connsiteY6" fmla="*/ 206794 h 672429"/>
              <a:gd name="connsiteX7" fmla="*/ 221923 w 966099"/>
              <a:gd name="connsiteY7" fmla="*/ 610844 h 672429"/>
              <a:gd name="connsiteX8" fmla="*/ 282418 w 966099"/>
              <a:gd name="connsiteY8" fmla="*/ 671920 h 672429"/>
              <a:gd name="connsiteX0" fmla="*/ 282418 w 966099"/>
              <a:gd name="connsiteY0" fmla="*/ 671920 h 672356"/>
              <a:gd name="connsiteX1" fmla="*/ 337508 w 966099"/>
              <a:gd name="connsiteY1" fmla="*/ 633643 h 672356"/>
              <a:gd name="connsiteX2" fmla="*/ 407226 w 966099"/>
              <a:gd name="connsiteY2" fmla="*/ 622959 h 672356"/>
              <a:gd name="connsiteX3" fmla="*/ 867803 w 966099"/>
              <a:gd name="connsiteY3" fmla="*/ 516459 h 672356"/>
              <a:gd name="connsiteX4" fmla="*/ 953680 w 966099"/>
              <a:gd name="connsiteY4" fmla="*/ 217462 h 672356"/>
              <a:gd name="connsiteX5" fmla="*/ 683232 w 966099"/>
              <a:gd name="connsiteY5" fmla="*/ 9636 h 672356"/>
              <a:gd name="connsiteX6" fmla="*/ 14420 w 966099"/>
              <a:gd name="connsiteY6" fmla="*/ 206794 h 672356"/>
              <a:gd name="connsiteX7" fmla="*/ 221923 w 966099"/>
              <a:gd name="connsiteY7" fmla="*/ 610844 h 672356"/>
              <a:gd name="connsiteX8" fmla="*/ 282418 w 966099"/>
              <a:gd name="connsiteY8" fmla="*/ 671920 h 672356"/>
              <a:gd name="connsiteX0" fmla="*/ 282418 w 966099"/>
              <a:gd name="connsiteY0" fmla="*/ 671920 h 671920"/>
              <a:gd name="connsiteX1" fmla="*/ 337508 w 966099"/>
              <a:gd name="connsiteY1" fmla="*/ 633643 h 671920"/>
              <a:gd name="connsiteX2" fmla="*/ 407226 w 966099"/>
              <a:gd name="connsiteY2" fmla="*/ 622959 h 671920"/>
              <a:gd name="connsiteX3" fmla="*/ 867803 w 966099"/>
              <a:gd name="connsiteY3" fmla="*/ 516459 h 671920"/>
              <a:gd name="connsiteX4" fmla="*/ 953680 w 966099"/>
              <a:gd name="connsiteY4" fmla="*/ 217462 h 671920"/>
              <a:gd name="connsiteX5" fmla="*/ 683232 w 966099"/>
              <a:gd name="connsiteY5" fmla="*/ 9636 h 671920"/>
              <a:gd name="connsiteX6" fmla="*/ 14420 w 966099"/>
              <a:gd name="connsiteY6" fmla="*/ 206794 h 671920"/>
              <a:gd name="connsiteX7" fmla="*/ 221923 w 966099"/>
              <a:gd name="connsiteY7" fmla="*/ 610844 h 671920"/>
              <a:gd name="connsiteX8" fmla="*/ 282418 w 966099"/>
              <a:gd name="connsiteY8" fmla="*/ 671920 h 671920"/>
              <a:gd name="connsiteX0" fmla="*/ 282418 w 965409"/>
              <a:gd name="connsiteY0" fmla="*/ 671920 h 671920"/>
              <a:gd name="connsiteX1" fmla="*/ 337508 w 965409"/>
              <a:gd name="connsiteY1" fmla="*/ 633643 h 671920"/>
              <a:gd name="connsiteX2" fmla="*/ 434616 w 965409"/>
              <a:gd name="connsiteY2" fmla="*/ 627068 h 671920"/>
              <a:gd name="connsiteX3" fmla="*/ 867803 w 965409"/>
              <a:gd name="connsiteY3" fmla="*/ 516459 h 671920"/>
              <a:gd name="connsiteX4" fmla="*/ 953680 w 965409"/>
              <a:gd name="connsiteY4" fmla="*/ 217462 h 671920"/>
              <a:gd name="connsiteX5" fmla="*/ 683232 w 965409"/>
              <a:gd name="connsiteY5" fmla="*/ 9636 h 671920"/>
              <a:gd name="connsiteX6" fmla="*/ 14420 w 965409"/>
              <a:gd name="connsiteY6" fmla="*/ 206794 h 671920"/>
              <a:gd name="connsiteX7" fmla="*/ 221923 w 965409"/>
              <a:gd name="connsiteY7" fmla="*/ 610844 h 671920"/>
              <a:gd name="connsiteX8" fmla="*/ 282418 w 965409"/>
              <a:gd name="connsiteY8" fmla="*/ 671920 h 671920"/>
              <a:gd name="connsiteX0" fmla="*/ 282418 w 965409"/>
              <a:gd name="connsiteY0" fmla="*/ 671920 h 671920"/>
              <a:gd name="connsiteX1" fmla="*/ 337508 w 965409"/>
              <a:gd name="connsiteY1" fmla="*/ 633643 h 671920"/>
              <a:gd name="connsiteX2" fmla="*/ 434616 w 965409"/>
              <a:gd name="connsiteY2" fmla="*/ 627068 h 671920"/>
              <a:gd name="connsiteX3" fmla="*/ 867803 w 965409"/>
              <a:gd name="connsiteY3" fmla="*/ 516459 h 671920"/>
              <a:gd name="connsiteX4" fmla="*/ 953680 w 965409"/>
              <a:gd name="connsiteY4" fmla="*/ 217462 h 671920"/>
              <a:gd name="connsiteX5" fmla="*/ 683232 w 965409"/>
              <a:gd name="connsiteY5" fmla="*/ 9636 h 671920"/>
              <a:gd name="connsiteX6" fmla="*/ 14420 w 965409"/>
              <a:gd name="connsiteY6" fmla="*/ 206794 h 671920"/>
              <a:gd name="connsiteX7" fmla="*/ 221923 w 965409"/>
              <a:gd name="connsiteY7" fmla="*/ 610844 h 671920"/>
              <a:gd name="connsiteX8" fmla="*/ 282418 w 965409"/>
              <a:gd name="connsiteY8" fmla="*/ 671920 h 671920"/>
              <a:gd name="connsiteX0" fmla="*/ 282418 w 965409"/>
              <a:gd name="connsiteY0" fmla="*/ 671920 h 671920"/>
              <a:gd name="connsiteX1" fmla="*/ 337508 w 965409"/>
              <a:gd name="connsiteY1" fmla="*/ 633643 h 671920"/>
              <a:gd name="connsiteX2" fmla="*/ 434616 w 965409"/>
              <a:gd name="connsiteY2" fmla="*/ 627068 h 671920"/>
              <a:gd name="connsiteX3" fmla="*/ 867803 w 965409"/>
              <a:gd name="connsiteY3" fmla="*/ 516459 h 671920"/>
              <a:gd name="connsiteX4" fmla="*/ 953680 w 965409"/>
              <a:gd name="connsiteY4" fmla="*/ 217462 h 671920"/>
              <a:gd name="connsiteX5" fmla="*/ 683232 w 965409"/>
              <a:gd name="connsiteY5" fmla="*/ 9636 h 671920"/>
              <a:gd name="connsiteX6" fmla="*/ 14420 w 965409"/>
              <a:gd name="connsiteY6" fmla="*/ 206794 h 671920"/>
              <a:gd name="connsiteX7" fmla="*/ 221923 w 965409"/>
              <a:gd name="connsiteY7" fmla="*/ 610844 h 671920"/>
              <a:gd name="connsiteX8" fmla="*/ 282418 w 965409"/>
              <a:gd name="connsiteY8" fmla="*/ 671920 h 671920"/>
              <a:gd name="connsiteX0" fmla="*/ 282418 w 965343"/>
              <a:gd name="connsiteY0" fmla="*/ 671920 h 671920"/>
              <a:gd name="connsiteX1" fmla="*/ 337508 w 965343"/>
              <a:gd name="connsiteY1" fmla="*/ 633643 h 671920"/>
              <a:gd name="connsiteX2" fmla="*/ 437355 w 965343"/>
              <a:gd name="connsiteY2" fmla="*/ 631177 h 671920"/>
              <a:gd name="connsiteX3" fmla="*/ 867803 w 965343"/>
              <a:gd name="connsiteY3" fmla="*/ 516459 h 671920"/>
              <a:gd name="connsiteX4" fmla="*/ 953680 w 965343"/>
              <a:gd name="connsiteY4" fmla="*/ 217462 h 671920"/>
              <a:gd name="connsiteX5" fmla="*/ 683232 w 965343"/>
              <a:gd name="connsiteY5" fmla="*/ 9636 h 671920"/>
              <a:gd name="connsiteX6" fmla="*/ 14420 w 965343"/>
              <a:gd name="connsiteY6" fmla="*/ 206794 h 671920"/>
              <a:gd name="connsiteX7" fmla="*/ 221923 w 965343"/>
              <a:gd name="connsiteY7" fmla="*/ 610844 h 671920"/>
              <a:gd name="connsiteX8" fmla="*/ 282418 w 965343"/>
              <a:gd name="connsiteY8" fmla="*/ 671920 h 671920"/>
              <a:gd name="connsiteX0" fmla="*/ 282418 w 964893"/>
              <a:gd name="connsiteY0" fmla="*/ 664870 h 664870"/>
              <a:gd name="connsiteX1" fmla="*/ 337508 w 964893"/>
              <a:gd name="connsiteY1" fmla="*/ 626593 h 664870"/>
              <a:gd name="connsiteX2" fmla="*/ 437355 w 964893"/>
              <a:gd name="connsiteY2" fmla="*/ 624127 h 664870"/>
              <a:gd name="connsiteX3" fmla="*/ 867803 w 964893"/>
              <a:gd name="connsiteY3" fmla="*/ 509409 h 664870"/>
              <a:gd name="connsiteX4" fmla="*/ 953680 w 964893"/>
              <a:gd name="connsiteY4" fmla="*/ 210412 h 664870"/>
              <a:gd name="connsiteX5" fmla="*/ 689605 w 964893"/>
              <a:gd name="connsiteY5" fmla="*/ 10843 h 664870"/>
              <a:gd name="connsiteX6" fmla="*/ 14420 w 964893"/>
              <a:gd name="connsiteY6" fmla="*/ 199744 h 664870"/>
              <a:gd name="connsiteX7" fmla="*/ 221923 w 964893"/>
              <a:gd name="connsiteY7" fmla="*/ 603794 h 664870"/>
              <a:gd name="connsiteX8" fmla="*/ 282418 w 964893"/>
              <a:gd name="connsiteY8" fmla="*/ 664870 h 664870"/>
              <a:gd name="connsiteX0" fmla="*/ 288372 w 970847"/>
              <a:gd name="connsiteY0" fmla="*/ 654213 h 654213"/>
              <a:gd name="connsiteX1" fmla="*/ 343462 w 970847"/>
              <a:gd name="connsiteY1" fmla="*/ 615936 h 654213"/>
              <a:gd name="connsiteX2" fmla="*/ 443309 w 970847"/>
              <a:gd name="connsiteY2" fmla="*/ 613470 h 654213"/>
              <a:gd name="connsiteX3" fmla="*/ 873757 w 970847"/>
              <a:gd name="connsiteY3" fmla="*/ 498752 h 654213"/>
              <a:gd name="connsiteX4" fmla="*/ 959634 w 970847"/>
              <a:gd name="connsiteY4" fmla="*/ 199755 h 654213"/>
              <a:gd name="connsiteX5" fmla="*/ 695559 w 970847"/>
              <a:gd name="connsiteY5" fmla="*/ 186 h 654213"/>
              <a:gd name="connsiteX6" fmla="*/ 13395 w 970847"/>
              <a:gd name="connsiteY6" fmla="*/ 233317 h 654213"/>
              <a:gd name="connsiteX7" fmla="*/ 227877 w 970847"/>
              <a:gd name="connsiteY7" fmla="*/ 593137 h 654213"/>
              <a:gd name="connsiteX8" fmla="*/ 288372 w 970847"/>
              <a:gd name="connsiteY8" fmla="*/ 654213 h 654213"/>
              <a:gd name="connsiteX0" fmla="*/ 291425 w 973900"/>
              <a:gd name="connsiteY0" fmla="*/ 654213 h 654213"/>
              <a:gd name="connsiteX1" fmla="*/ 346515 w 973900"/>
              <a:gd name="connsiteY1" fmla="*/ 615936 h 654213"/>
              <a:gd name="connsiteX2" fmla="*/ 446362 w 973900"/>
              <a:gd name="connsiteY2" fmla="*/ 613470 h 654213"/>
              <a:gd name="connsiteX3" fmla="*/ 876810 w 973900"/>
              <a:gd name="connsiteY3" fmla="*/ 498752 h 654213"/>
              <a:gd name="connsiteX4" fmla="*/ 962687 w 973900"/>
              <a:gd name="connsiteY4" fmla="*/ 199755 h 654213"/>
              <a:gd name="connsiteX5" fmla="*/ 698612 w 973900"/>
              <a:gd name="connsiteY5" fmla="*/ 186 h 654213"/>
              <a:gd name="connsiteX6" fmla="*/ 16448 w 973900"/>
              <a:gd name="connsiteY6" fmla="*/ 233317 h 654213"/>
              <a:gd name="connsiteX7" fmla="*/ 230930 w 973900"/>
              <a:gd name="connsiteY7" fmla="*/ 593137 h 654213"/>
              <a:gd name="connsiteX8" fmla="*/ 291425 w 973900"/>
              <a:gd name="connsiteY8" fmla="*/ 654213 h 654213"/>
              <a:gd name="connsiteX0" fmla="*/ 291425 w 973900"/>
              <a:gd name="connsiteY0" fmla="*/ 655114 h 655114"/>
              <a:gd name="connsiteX1" fmla="*/ 346515 w 973900"/>
              <a:gd name="connsiteY1" fmla="*/ 616837 h 655114"/>
              <a:gd name="connsiteX2" fmla="*/ 446362 w 973900"/>
              <a:gd name="connsiteY2" fmla="*/ 614371 h 655114"/>
              <a:gd name="connsiteX3" fmla="*/ 876810 w 973900"/>
              <a:gd name="connsiteY3" fmla="*/ 499653 h 655114"/>
              <a:gd name="connsiteX4" fmla="*/ 962687 w 973900"/>
              <a:gd name="connsiteY4" fmla="*/ 200656 h 655114"/>
              <a:gd name="connsiteX5" fmla="*/ 698612 w 973900"/>
              <a:gd name="connsiteY5" fmla="*/ 1087 h 655114"/>
              <a:gd name="connsiteX6" fmla="*/ 16448 w 973900"/>
              <a:gd name="connsiteY6" fmla="*/ 234218 h 655114"/>
              <a:gd name="connsiteX7" fmla="*/ 230930 w 973900"/>
              <a:gd name="connsiteY7" fmla="*/ 594038 h 655114"/>
              <a:gd name="connsiteX8" fmla="*/ 291425 w 973900"/>
              <a:gd name="connsiteY8" fmla="*/ 655114 h 655114"/>
              <a:gd name="connsiteX0" fmla="*/ 291425 w 975164"/>
              <a:gd name="connsiteY0" fmla="*/ 647870 h 647870"/>
              <a:gd name="connsiteX1" fmla="*/ 346515 w 975164"/>
              <a:gd name="connsiteY1" fmla="*/ 609593 h 647870"/>
              <a:gd name="connsiteX2" fmla="*/ 446362 w 975164"/>
              <a:gd name="connsiteY2" fmla="*/ 607127 h 647870"/>
              <a:gd name="connsiteX3" fmla="*/ 876810 w 975164"/>
              <a:gd name="connsiteY3" fmla="*/ 492409 h 647870"/>
              <a:gd name="connsiteX4" fmla="*/ 962687 w 975164"/>
              <a:gd name="connsiteY4" fmla="*/ 193412 h 647870"/>
              <a:gd name="connsiteX5" fmla="*/ 680730 w 975164"/>
              <a:gd name="connsiteY5" fmla="*/ 1283 h 647870"/>
              <a:gd name="connsiteX6" fmla="*/ 16448 w 975164"/>
              <a:gd name="connsiteY6" fmla="*/ 226974 h 647870"/>
              <a:gd name="connsiteX7" fmla="*/ 230930 w 975164"/>
              <a:gd name="connsiteY7" fmla="*/ 586794 h 647870"/>
              <a:gd name="connsiteX8" fmla="*/ 291425 w 975164"/>
              <a:gd name="connsiteY8" fmla="*/ 647870 h 647870"/>
              <a:gd name="connsiteX0" fmla="*/ 291425 w 975164"/>
              <a:gd name="connsiteY0" fmla="*/ 651964 h 651964"/>
              <a:gd name="connsiteX1" fmla="*/ 346515 w 975164"/>
              <a:gd name="connsiteY1" fmla="*/ 613687 h 651964"/>
              <a:gd name="connsiteX2" fmla="*/ 446362 w 975164"/>
              <a:gd name="connsiteY2" fmla="*/ 611221 h 651964"/>
              <a:gd name="connsiteX3" fmla="*/ 876810 w 975164"/>
              <a:gd name="connsiteY3" fmla="*/ 496503 h 651964"/>
              <a:gd name="connsiteX4" fmla="*/ 962687 w 975164"/>
              <a:gd name="connsiteY4" fmla="*/ 197506 h 651964"/>
              <a:gd name="connsiteX5" fmla="*/ 680730 w 975164"/>
              <a:gd name="connsiteY5" fmla="*/ 5377 h 651964"/>
              <a:gd name="connsiteX6" fmla="*/ 218522 w 975164"/>
              <a:gd name="connsiteY6" fmla="*/ 68738 h 651964"/>
              <a:gd name="connsiteX7" fmla="*/ 16448 w 975164"/>
              <a:gd name="connsiteY7" fmla="*/ 231068 h 651964"/>
              <a:gd name="connsiteX8" fmla="*/ 230930 w 975164"/>
              <a:gd name="connsiteY8" fmla="*/ 590888 h 651964"/>
              <a:gd name="connsiteX9" fmla="*/ 291425 w 975164"/>
              <a:gd name="connsiteY9" fmla="*/ 651964 h 651964"/>
              <a:gd name="connsiteX0" fmla="*/ 291425 w 975164"/>
              <a:gd name="connsiteY0" fmla="*/ 651964 h 651964"/>
              <a:gd name="connsiteX1" fmla="*/ 346515 w 975164"/>
              <a:gd name="connsiteY1" fmla="*/ 613687 h 651964"/>
              <a:gd name="connsiteX2" fmla="*/ 446362 w 975164"/>
              <a:gd name="connsiteY2" fmla="*/ 611221 h 651964"/>
              <a:gd name="connsiteX3" fmla="*/ 876810 w 975164"/>
              <a:gd name="connsiteY3" fmla="*/ 496503 h 651964"/>
              <a:gd name="connsiteX4" fmla="*/ 962687 w 975164"/>
              <a:gd name="connsiteY4" fmla="*/ 197506 h 651964"/>
              <a:gd name="connsiteX5" fmla="*/ 680730 w 975164"/>
              <a:gd name="connsiteY5" fmla="*/ 5377 h 651964"/>
              <a:gd name="connsiteX6" fmla="*/ 218522 w 975164"/>
              <a:gd name="connsiteY6" fmla="*/ 68738 h 651964"/>
              <a:gd name="connsiteX7" fmla="*/ 16448 w 975164"/>
              <a:gd name="connsiteY7" fmla="*/ 231068 h 651964"/>
              <a:gd name="connsiteX8" fmla="*/ 230930 w 975164"/>
              <a:gd name="connsiteY8" fmla="*/ 590888 h 651964"/>
              <a:gd name="connsiteX9" fmla="*/ 291425 w 975164"/>
              <a:gd name="connsiteY9" fmla="*/ 651964 h 651964"/>
              <a:gd name="connsiteX0" fmla="*/ 291425 w 975164"/>
              <a:gd name="connsiteY0" fmla="*/ 651767 h 651767"/>
              <a:gd name="connsiteX1" fmla="*/ 346515 w 975164"/>
              <a:gd name="connsiteY1" fmla="*/ 613490 h 651767"/>
              <a:gd name="connsiteX2" fmla="*/ 446362 w 975164"/>
              <a:gd name="connsiteY2" fmla="*/ 611024 h 651767"/>
              <a:gd name="connsiteX3" fmla="*/ 876810 w 975164"/>
              <a:gd name="connsiteY3" fmla="*/ 496306 h 651767"/>
              <a:gd name="connsiteX4" fmla="*/ 962687 w 975164"/>
              <a:gd name="connsiteY4" fmla="*/ 197309 h 651767"/>
              <a:gd name="connsiteX5" fmla="*/ 680730 w 975164"/>
              <a:gd name="connsiteY5" fmla="*/ 5180 h 651767"/>
              <a:gd name="connsiteX6" fmla="*/ 201924 w 975164"/>
              <a:gd name="connsiteY6" fmla="*/ 69993 h 651767"/>
              <a:gd name="connsiteX7" fmla="*/ 16448 w 975164"/>
              <a:gd name="connsiteY7" fmla="*/ 230871 h 651767"/>
              <a:gd name="connsiteX8" fmla="*/ 230930 w 975164"/>
              <a:gd name="connsiteY8" fmla="*/ 590691 h 651767"/>
              <a:gd name="connsiteX9" fmla="*/ 291425 w 975164"/>
              <a:gd name="connsiteY9" fmla="*/ 651767 h 651767"/>
              <a:gd name="connsiteX0" fmla="*/ 291319 w 975058"/>
              <a:gd name="connsiteY0" fmla="*/ 651767 h 651767"/>
              <a:gd name="connsiteX1" fmla="*/ 346409 w 975058"/>
              <a:gd name="connsiteY1" fmla="*/ 613490 h 651767"/>
              <a:gd name="connsiteX2" fmla="*/ 446256 w 975058"/>
              <a:gd name="connsiteY2" fmla="*/ 611024 h 651767"/>
              <a:gd name="connsiteX3" fmla="*/ 876704 w 975058"/>
              <a:gd name="connsiteY3" fmla="*/ 496306 h 651767"/>
              <a:gd name="connsiteX4" fmla="*/ 962581 w 975058"/>
              <a:gd name="connsiteY4" fmla="*/ 197309 h 651767"/>
              <a:gd name="connsiteX5" fmla="*/ 680624 w 975058"/>
              <a:gd name="connsiteY5" fmla="*/ 5180 h 651767"/>
              <a:gd name="connsiteX6" fmla="*/ 201818 w 975058"/>
              <a:gd name="connsiteY6" fmla="*/ 69993 h 651767"/>
              <a:gd name="connsiteX7" fmla="*/ 16468 w 975058"/>
              <a:gd name="connsiteY7" fmla="*/ 247811 h 651767"/>
              <a:gd name="connsiteX8" fmla="*/ 230824 w 975058"/>
              <a:gd name="connsiteY8" fmla="*/ 590691 h 651767"/>
              <a:gd name="connsiteX9" fmla="*/ 291319 w 975058"/>
              <a:gd name="connsiteY9" fmla="*/ 651767 h 651767"/>
              <a:gd name="connsiteX0" fmla="*/ 294026 w 977765"/>
              <a:gd name="connsiteY0" fmla="*/ 651767 h 651767"/>
              <a:gd name="connsiteX1" fmla="*/ 349116 w 977765"/>
              <a:gd name="connsiteY1" fmla="*/ 613490 h 651767"/>
              <a:gd name="connsiteX2" fmla="*/ 448963 w 977765"/>
              <a:gd name="connsiteY2" fmla="*/ 611024 h 651767"/>
              <a:gd name="connsiteX3" fmla="*/ 879411 w 977765"/>
              <a:gd name="connsiteY3" fmla="*/ 496306 h 651767"/>
              <a:gd name="connsiteX4" fmla="*/ 965288 w 977765"/>
              <a:gd name="connsiteY4" fmla="*/ 197309 h 651767"/>
              <a:gd name="connsiteX5" fmla="*/ 683331 w 977765"/>
              <a:gd name="connsiteY5" fmla="*/ 5180 h 651767"/>
              <a:gd name="connsiteX6" fmla="*/ 204525 w 977765"/>
              <a:gd name="connsiteY6" fmla="*/ 69993 h 651767"/>
              <a:gd name="connsiteX7" fmla="*/ 19175 w 977765"/>
              <a:gd name="connsiteY7" fmla="*/ 247811 h 651767"/>
              <a:gd name="connsiteX8" fmla="*/ 233531 w 977765"/>
              <a:gd name="connsiteY8" fmla="*/ 590691 h 651767"/>
              <a:gd name="connsiteX9" fmla="*/ 294026 w 977765"/>
              <a:gd name="connsiteY9" fmla="*/ 651767 h 651767"/>
              <a:gd name="connsiteX0" fmla="*/ 292584 w 976323"/>
              <a:gd name="connsiteY0" fmla="*/ 651767 h 651767"/>
              <a:gd name="connsiteX1" fmla="*/ 347674 w 976323"/>
              <a:gd name="connsiteY1" fmla="*/ 613490 h 651767"/>
              <a:gd name="connsiteX2" fmla="*/ 447521 w 976323"/>
              <a:gd name="connsiteY2" fmla="*/ 611024 h 651767"/>
              <a:gd name="connsiteX3" fmla="*/ 877969 w 976323"/>
              <a:gd name="connsiteY3" fmla="*/ 496306 h 651767"/>
              <a:gd name="connsiteX4" fmla="*/ 963846 w 976323"/>
              <a:gd name="connsiteY4" fmla="*/ 197309 h 651767"/>
              <a:gd name="connsiteX5" fmla="*/ 681889 w 976323"/>
              <a:gd name="connsiteY5" fmla="*/ 5180 h 651767"/>
              <a:gd name="connsiteX6" fmla="*/ 203083 w 976323"/>
              <a:gd name="connsiteY6" fmla="*/ 69993 h 651767"/>
              <a:gd name="connsiteX7" fmla="*/ 19443 w 976323"/>
              <a:gd name="connsiteY7" fmla="*/ 254442 h 651767"/>
              <a:gd name="connsiteX8" fmla="*/ 232089 w 976323"/>
              <a:gd name="connsiteY8" fmla="*/ 590691 h 651767"/>
              <a:gd name="connsiteX9" fmla="*/ 292584 w 976323"/>
              <a:gd name="connsiteY9" fmla="*/ 651767 h 651767"/>
              <a:gd name="connsiteX0" fmla="*/ 292584 w 974891"/>
              <a:gd name="connsiteY0" fmla="*/ 651767 h 651767"/>
              <a:gd name="connsiteX1" fmla="*/ 347674 w 974891"/>
              <a:gd name="connsiteY1" fmla="*/ 613490 h 651767"/>
              <a:gd name="connsiteX2" fmla="*/ 447521 w 974891"/>
              <a:gd name="connsiteY2" fmla="*/ 611024 h 651767"/>
              <a:gd name="connsiteX3" fmla="*/ 871513 w 974891"/>
              <a:gd name="connsiteY3" fmla="*/ 476756 h 651767"/>
              <a:gd name="connsiteX4" fmla="*/ 963846 w 974891"/>
              <a:gd name="connsiteY4" fmla="*/ 197309 h 651767"/>
              <a:gd name="connsiteX5" fmla="*/ 681889 w 974891"/>
              <a:gd name="connsiteY5" fmla="*/ 5180 h 651767"/>
              <a:gd name="connsiteX6" fmla="*/ 203083 w 974891"/>
              <a:gd name="connsiteY6" fmla="*/ 69993 h 651767"/>
              <a:gd name="connsiteX7" fmla="*/ 19443 w 974891"/>
              <a:gd name="connsiteY7" fmla="*/ 254442 h 651767"/>
              <a:gd name="connsiteX8" fmla="*/ 232089 w 974891"/>
              <a:gd name="connsiteY8" fmla="*/ 590691 h 651767"/>
              <a:gd name="connsiteX9" fmla="*/ 292584 w 974891"/>
              <a:gd name="connsiteY9" fmla="*/ 651767 h 651767"/>
              <a:gd name="connsiteX0" fmla="*/ 292584 w 973991"/>
              <a:gd name="connsiteY0" fmla="*/ 651767 h 651767"/>
              <a:gd name="connsiteX1" fmla="*/ 347674 w 973991"/>
              <a:gd name="connsiteY1" fmla="*/ 613490 h 651767"/>
              <a:gd name="connsiteX2" fmla="*/ 492610 w 973991"/>
              <a:gd name="connsiteY2" fmla="*/ 599395 h 651767"/>
              <a:gd name="connsiteX3" fmla="*/ 871513 w 973991"/>
              <a:gd name="connsiteY3" fmla="*/ 476756 h 651767"/>
              <a:gd name="connsiteX4" fmla="*/ 963846 w 973991"/>
              <a:gd name="connsiteY4" fmla="*/ 197309 h 651767"/>
              <a:gd name="connsiteX5" fmla="*/ 681889 w 973991"/>
              <a:gd name="connsiteY5" fmla="*/ 5180 h 651767"/>
              <a:gd name="connsiteX6" fmla="*/ 203083 w 973991"/>
              <a:gd name="connsiteY6" fmla="*/ 69993 h 651767"/>
              <a:gd name="connsiteX7" fmla="*/ 19443 w 973991"/>
              <a:gd name="connsiteY7" fmla="*/ 254442 h 651767"/>
              <a:gd name="connsiteX8" fmla="*/ 232089 w 973991"/>
              <a:gd name="connsiteY8" fmla="*/ 590691 h 651767"/>
              <a:gd name="connsiteX9" fmla="*/ 292584 w 973991"/>
              <a:gd name="connsiteY9" fmla="*/ 651767 h 651767"/>
              <a:gd name="connsiteX0" fmla="*/ 292584 w 973991"/>
              <a:gd name="connsiteY0" fmla="*/ 651767 h 651767"/>
              <a:gd name="connsiteX1" fmla="*/ 347674 w 973991"/>
              <a:gd name="connsiteY1" fmla="*/ 613490 h 651767"/>
              <a:gd name="connsiteX2" fmla="*/ 492610 w 973991"/>
              <a:gd name="connsiteY2" fmla="*/ 599395 h 651767"/>
              <a:gd name="connsiteX3" fmla="*/ 871513 w 973991"/>
              <a:gd name="connsiteY3" fmla="*/ 476756 h 651767"/>
              <a:gd name="connsiteX4" fmla="*/ 963846 w 973991"/>
              <a:gd name="connsiteY4" fmla="*/ 197309 h 651767"/>
              <a:gd name="connsiteX5" fmla="*/ 681889 w 973991"/>
              <a:gd name="connsiteY5" fmla="*/ 5180 h 651767"/>
              <a:gd name="connsiteX6" fmla="*/ 203083 w 973991"/>
              <a:gd name="connsiteY6" fmla="*/ 69993 h 651767"/>
              <a:gd name="connsiteX7" fmla="*/ 19443 w 973991"/>
              <a:gd name="connsiteY7" fmla="*/ 254442 h 651767"/>
              <a:gd name="connsiteX8" fmla="*/ 232089 w 973991"/>
              <a:gd name="connsiteY8" fmla="*/ 590691 h 651767"/>
              <a:gd name="connsiteX9" fmla="*/ 292584 w 973991"/>
              <a:gd name="connsiteY9" fmla="*/ 651767 h 651767"/>
              <a:gd name="connsiteX0" fmla="*/ 292584 w 947259"/>
              <a:gd name="connsiteY0" fmla="*/ 652072 h 652072"/>
              <a:gd name="connsiteX1" fmla="*/ 347674 w 947259"/>
              <a:gd name="connsiteY1" fmla="*/ 613795 h 652072"/>
              <a:gd name="connsiteX2" fmla="*/ 492610 w 947259"/>
              <a:gd name="connsiteY2" fmla="*/ 599700 h 652072"/>
              <a:gd name="connsiteX3" fmla="*/ 871513 w 947259"/>
              <a:gd name="connsiteY3" fmla="*/ 477061 h 652072"/>
              <a:gd name="connsiteX4" fmla="*/ 932661 w 947259"/>
              <a:gd name="connsiteY4" fmla="*/ 202828 h 652072"/>
              <a:gd name="connsiteX5" fmla="*/ 681889 w 947259"/>
              <a:gd name="connsiteY5" fmla="*/ 5485 h 652072"/>
              <a:gd name="connsiteX6" fmla="*/ 203083 w 947259"/>
              <a:gd name="connsiteY6" fmla="*/ 70298 h 652072"/>
              <a:gd name="connsiteX7" fmla="*/ 19443 w 947259"/>
              <a:gd name="connsiteY7" fmla="*/ 254747 h 652072"/>
              <a:gd name="connsiteX8" fmla="*/ 232089 w 947259"/>
              <a:gd name="connsiteY8" fmla="*/ 590996 h 652072"/>
              <a:gd name="connsiteX9" fmla="*/ 292584 w 947259"/>
              <a:gd name="connsiteY9" fmla="*/ 652072 h 652072"/>
              <a:gd name="connsiteX0" fmla="*/ 292584 w 935943"/>
              <a:gd name="connsiteY0" fmla="*/ 652294 h 652294"/>
              <a:gd name="connsiteX1" fmla="*/ 347674 w 935943"/>
              <a:gd name="connsiteY1" fmla="*/ 614017 h 652294"/>
              <a:gd name="connsiteX2" fmla="*/ 492610 w 935943"/>
              <a:gd name="connsiteY2" fmla="*/ 599922 h 652294"/>
              <a:gd name="connsiteX3" fmla="*/ 871513 w 935943"/>
              <a:gd name="connsiteY3" fmla="*/ 477283 h 652294"/>
              <a:gd name="connsiteX4" fmla="*/ 918074 w 935943"/>
              <a:gd name="connsiteY4" fmla="*/ 206812 h 652294"/>
              <a:gd name="connsiteX5" fmla="*/ 681889 w 935943"/>
              <a:gd name="connsiteY5" fmla="*/ 5707 h 652294"/>
              <a:gd name="connsiteX6" fmla="*/ 203083 w 935943"/>
              <a:gd name="connsiteY6" fmla="*/ 70520 h 652294"/>
              <a:gd name="connsiteX7" fmla="*/ 19443 w 935943"/>
              <a:gd name="connsiteY7" fmla="*/ 254969 h 652294"/>
              <a:gd name="connsiteX8" fmla="*/ 232089 w 935943"/>
              <a:gd name="connsiteY8" fmla="*/ 591218 h 652294"/>
              <a:gd name="connsiteX9" fmla="*/ 292584 w 935943"/>
              <a:gd name="connsiteY9" fmla="*/ 652294 h 652294"/>
              <a:gd name="connsiteX0" fmla="*/ 292584 w 935943"/>
              <a:gd name="connsiteY0" fmla="*/ 651279 h 651279"/>
              <a:gd name="connsiteX1" fmla="*/ 347674 w 935943"/>
              <a:gd name="connsiteY1" fmla="*/ 613002 h 651279"/>
              <a:gd name="connsiteX2" fmla="*/ 492610 w 935943"/>
              <a:gd name="connsiteY2" fmla="*/ 598907 h 651279"/>
              <a:gd name="connsiteX3" fmla="*/ 871513 w 935943"/>
              <a:gd name="connsiteY3" fmla="*/ 476268 h 651279"/>
              <a:gd name="connsiteX4" fmla="*/ 918074 w 935943"/>
              <a:gd name="connsiteY4" fmla="*/ 205797 h 651279"/>
              <a:gd name="connsiteX5" fmla="*/ 681889 w 935943"/>
              <a:gd name="connsiteY5" fmla="*/ 4692 h 651279"/>
              <a:gd name="connsiteX6" fmla="*/ 205135 w 935943"/>
              <a:gd name="connsiteY6" fmla="*/ 77462 h 651279"/>
              <a:gd name="connsiteX7" fmla="*/ 19443 w 935943"/>
              <a:gd name="connsiteY7" fmla="*/ 253954 h 651279"/>
              <a:gd name="connsiteX8" fmla="*/ 232089 w 935943"/>
              <a:gd name="connsiteY8" fmla="*/ 590203 h 651279"/>
              <a:gd name="connsiteX9" fmla="*/ 292584 w 935943"/>
              <a:gd name="connsiteY9" fmla="*/ 651279 h 651279"/>
              <a:gd name="connsiteX0" fmla="*/ 292584 w 935229"/>
              <a:gd name="connsiteY0" fmla="*/ 641781 h 641781"/>
              <a:gd name="connsiteX1" fmla="*/ 347674 w 935229"/>
              <a:gd name="connsiteY1" fmla="*/ 603504 h 641781"/>
              <a:gd name="connsiteX2" fmla="*/ 492610 w 935229"/>
              <a:gd name="connsiteY2" fmla="*/ 589409 h 641781"/>
              <a:gd name="connsiteX3" fmla="*/ 871513 w 935229"/>
              <a:gd name="connsiteY3" fmla="*/ 466770 h 641781"/>
              <a:gd name="connsiteX4" fmla="*/ 918074 w 935229"/>
              <a:gd name="connsiteY4" fmla="*/ 196299 h 641781"/>
              <a:gd name="connsiteX5" fmla="*/ 691598 w 935229"/>
              <a:gd name="connsiteY5" fmla="*/ 5419 h 641781"/>
              <a:gd name="connsiteX6" fmla="*/ 205135 w 935229"/>
              <a:gd name="connsiteY6" fmla="*/ 67964 h 641781"/>
              <a:gd name="connsiteX7" fmla="*/ 19443 w 935229"/>
              <a:gd name="connsiteY7" fmla="*/ 244456 h 641781"/>
              <a:gd name="connsiteX8" fmla="*/ 232089 w 935229"/>
              <a:gd name="connsiteY8" fmla="*/ 580705 h 641781"/>
              <a:gd name="connsiteX9" fmla="*/ 292584 w 935229"/>
              <a:gd name="connsiteY9" fmla="*/ 641781 h 641781"/>
              <a:gd name="connsiteX0" fmla="*/ 292584 w 944778"/>
              <a:gd name="connsiteY0" fmla="*/ 641781 h 641781"/>
              <a:gd name="connsiteX1" fmla="*/ 347674 w 944778"/>
              <a:gd name="connsiteY1" fmla="*/ 603504 h 641781"/>
              <a:gd name="connsiteX2" fmla="*/ 492610 w 944778"/>
              <a:gd name="connsiteY2" fmla="*/ 589409 h 641781"/>
              <a:gd name="connsiteX3" fmla="*/ 871513 w 944778"/>
              <a:gd name="connsiteY3" fmla="*/ 466770 h 641781"/>
              <a:gd name="connsiteX4" fmla="*/ 918074 w 944778"/>
              <a:gd name="connsiteY4" fmla="*/ 196299 h 641781"/>
              <a:gd name="connsiteX5" fmla="*/ 691598 w 944778"/>
              <a:gd name="connsiteY5" fmla="*/ 5419 h 641781"/>
              <a:gd name="connsiteX6" fmla="*/ 205135 w 944778"/>
              <a:gd name="connsiteY6" fmla="*/ 67964 h 641781"/>
              <a:gd name="connsiteX7" fmla="*/ 19443 w 944778"/>
              <a:gd name="connsiteY7" fmla="*/ 244456 h 641781"/>
              <a:gd name="connsiteX8" fmla="*/ 232089 w 944778"/>
              <a:gd name="connsiteY8" fmla="*/ 580705 h 641781"/>
              <a:gd name="connsiteX9" fmla="*/ 292584 w 944778"/>
              <a:gd name="connsiteY9" fmla="*/ 641781 h 641781"/>
              <a:gd name="connsiteX0" fmla="*/ 292584 w 940808"/>
              <a:gd name="connsiteY0" fmla="*/ 641781 h 641781"/>
              <a:gd name="connsiteX1" fmla="*/ 347674 w 940808"/>
              <a:gd name="connsiteY1" fmla="*/ 603504 h 641781"/>
              <a:gd name="connsiteX2" fmla="*/ 492610 w 940808"/>
              <a:gd name="connsiteY2" fmla="*/ 589409 h 641781"/>
              <a:gd name="connsiteX3" fmla="*/ 871513 w 940808"/>
              <a:gd name="connsiteY3" fmla="*/ 466770 h 641781"/>
              <a:gd name="connsiteX4" fmla="*/ 918074 w 940808"/>
              <a:gd name="connsiteY4" fmla="*/ 196299 h 641781"/>
              <a:gd name="connsiteX5" fmla="*/ 691598 w 940808"/>
              <a:gd name="connsiteY5" fmla="*/ 5419 h 641781"/>
              <a:gd name="connsiteX6" fmla="*/ 205135 w 940808"/>
              <a:gd name="connsiteY6" fmla="*/ 67964 h 641781"/>
              <a:gd name="connsiteX7" fmla="*/ 19443 w 940808"/>
              <a:gd name="connsiteY7" fmla="*/ 244456 h 641781"/>
              <a:gd name="connsiteX8" fmla="*/ 232089 w 940808"/>
              <a:gd name="connsiteY8" fmla="*/ 580705 h 641781"/>
              <a:gd name="connsiteX9" fmla="*/ 292584 w 940808"/>
              <a:gd name="connsiteY9" fmla="*/ 641781 h 641781"/>
              <a:gd name="connsiteX0" fmla="*/ 292584 w 936876"/>
              <a:gd name="connsiteY0" fmla="*/ 640201 h 640201"/>
              <a:gd name="connsiteX1" fmla="*/ 347674 w 936876"/>
              <a:gd name="connsiteY1" fmla="*/ 601924 h 640201"/>
              <a:gd name="connsiteX2" fmla="*/ 492610 w 936876"/>
              <a:gd name="connsiteY2" fmla="*/ 587829 h 640201"/>
              <a:gd name="connsiteX3" fmla="*/ 871513 w 936876"/>
              <a:gd name="connsiteY3" fmla="*/ 465190 h 640201"/>
              <a:gd name="connsiteX4" fmla="*/ 907259 w 936876"/>
              <a:gd name="connsiteY4" fmla="*/ 167385 h 640201"/>
              <a:gd name="connsiteX5" fmla="*/ 691598 w 936876"/>
              <a:gd name="connsiteY5" fmla="*/ 3839 h 640201"/>
              <a:gd name="connsiteX6" fmla="*/ 205135 w 936876"/>
              <a:gd name="connsiteY6" fmla="*/ 66384 h 640201"/>
              <a:gd name="connsiteX7" fmla="*/ 19443 w 936876"/>
              <a:gd name="connsiteY7" fmla="*/ 242876 h 640201"/>
              <a:gd name="connsiteX8" fmla="*/ 232089 w 936876"/>
              <a:gd name="connsiteY8" fmla="*/ 579125 h 640201"/>
              <a:gd name="connsiteX9" fmla="*/ 292584 w 936876"/>
              <a:gd name="connsiteY9" fmla="*/ 640201 h 640201"/>
              <a:gd name="connsiteX0" fmla="*/ 292584 w 927257"/>
              <a:gd name="connsiteY0" fmla="*/ 654530 h 654530"/>
              <a:gd name="connsiteX1" fmla="*/ 347674 w 927257"/>
              <a:gd name="connsiteY1" fmla="*/ 616253 h 654530"/>
              <a:gd name="connsiteX2" fmla="*/ 492610 w 927257"/>
              <a:gd name="connsiteY2" fmla="*/ 602158 h 654530"/>
              <a:gd name="connsiteX3" fmla="*/ 871513 w 927257"/>
              <a:gd name="connsiteY3" fmla="*/ 479519 h 654530"/>
              <a:gd name="connsiteX4" fmla="*/ 907259 w 927257"/>
              <a:gd name="connsiteY4" fmla="*/ 181714 h 654530"/>
              <a:gd name="connsiteX5" fmla="*/ 695909 w 927257"/>
              <a:gd name="connsiteY5" fmla="*/ 3250 h 654530"/>
              <a:gd name="connsiteX6" fmla="*/ 205135 w 927257"/>
              <a:gd name="connsiteY6" fmla="*/ 80713 h 654530"/>
              <a:gd name="connsiteX7" fmla="*/ 19443 w 927257"/>
              <a:gd name="connsiteY7" fmla="*/ 257205 h 654530"/>
              <a:gd name="connsiteX8" fmla="*/ 232089 w 927257"/>
              <a:gd name="connsiteY8" fmla="*/ 593454 h 654530"/>
              <a:gd name="connsiteX9" fmla="*/ 292584 w 927257"/>
              <a:gd name="connsiteY9" fmla="*/ 654530 h 654530"/>
              <a:gd name="connsiteX0" fmla="*/ 292584 w 927257"/>
              <a:gd name="connsiteY0" fmla="*/ 656183 h 656183"/>
              <a:gd name="connsiteX1" fmla="*/ 347674 w 927257"/>
              <a:gd name="connsiteY1" fmla="*/ 617906 h 656183"/>
              <a:gd name="connsiteX2" fmla="*/ 492610 w 927257"/>
              <a:gd name="connsiteY2" fmla="*/ 603811 h 656183"/>
              <a:gd name="connsiteX3" fmla="*/ 871513 w 927257"/>
              <a:gd name="connsiteY3" fmla="*/ 481172 h 656183"/>
              <a:gd name="connsiteX4" fmla="*/ 907259 w 927257"/>
              <a:gd name="connsiteY4" fmla="*/ 183367 h 656183"/>
              <a:gd name="connsiteX5" fmla="*/ 695909 w 927257"/>
              <a:gd name="connsiteY5" fmla="*/ 4903 h 656183"/>
              <a:gd name="connsiteX6" fmla="*/ 205135 w 927257"/>
              <a:gd name="connsiteY6" fmla="*/ 82366 h 656183"/>
              <a:gd name="connsiteX7" fmla="*/ 19443 w 927257"/>
              <a:gd name="connsiteY7" fmla="*/ 258858 h 656183"/>
              <a:gd name="connsiteX8" fmla="*/ 232089 w 927257"/>
              <a:gd name="connsiteY8" fmla="*/ 595107 h 656183"/>
              <a:gd name="connsiteX9" fmla="*/ 292584 w 927257"/>
              <a:gd name="connsiteY9" fmla="*/ 656183 h 656183"/>
              <a:gd name="connsiteX0" fmla="*/ 292584 w 925838"/>
              <a:gd name="connsiteY0" fmla="*/ 651595 h 651595"/>
              <a:gd name="connsiteX1" fmla="*/ 347674 w 925838"/>
              <a:gd name="connsiteY1" fmla="*/ 613318 h 651595"/>
              <a:gd name="connsiteX2" fmla="*/ 492610 w 925838"/>
              <a:gd name="connsiteY2" fmla="*/ 599223 h 651595"/>
              <a:gd name="connsiteX3" fmla="*/ 871513 w 925838"/>
              <a:gd name="connsiteY3" fmla="*/ 476584 h 651595"/>
              <a:gd name="connsiteX4" fmla="*/ 907259 w 925838"/>
              <a:gd name="connsiteY4" fmla="*/ 178779 h 651595"/>
              <a:gd name="connsiteX5" fmla="*/ 715990 w 925838"/>
              <a:gd name="connsiteY5" fmla="*/ 5177 h 651595"/>
              <a:gd name="connsiteX6" fmla="*/ 205135 w 925838"/>
              <a:gd name="connsiteY6" fmla="*/ 77778 h 651595"/>
              <a:gd name="connsiteX7" fmla="*/ 19443 w 925838"/>
              <a:gd name="connsiteY7" fmla="*/ 254270 h 651595"/>
              <a:gd name="connsiteX8" fmla="*/ 232089 w 925838"/>
              <a:gd name="connsiteY8" fmla="*/ 590519 h 651595"/>
              <a:gd name="connsiteX9" fmla="*/ 292584 w 925838"/>
              <a:gd name="connsiteY9" fmla="*/ 651595 h 651595"/>
              <a:gd name="connsiteX0" fmla="*/ 262897 w 925838"/>
              <a:gd name="connsiteY0" fmla="*/ 663017 h 663017"/>
              <a:gd name="connsiteX1" fmla="*/ 347674 w 925838"/>
              <a:gd name="connsiteY1" fmla="*/ 613318 h 663017"/>
              <a:gd name="connsiteX2" fmla="*/ 492610 w 925838"/>
              <a:gd name="connsiteY2" fmla="*/ 599223 h 663017"/>
              <a:gd name="connsiteX3" fmla="*/ 871513 w 925838"/>
              <a:gd name="connsiteY3" fmla="*/ 476584 h 663017"/>
              <a:gd name="connsiteX4" fmla="*/ 907259 w 925838"/>
              <a:gd name="connsiteY4" fmla="*/ 178779 h 663017"/>
              <a:gd name="connsiteX5" fmla="*/ 715990 w 925838"/>
              <a:gd name="connsiteY5" fmla="*/ 5177 h 663017"/>
              <a:gd name="connsiteX6" fmla="*/ 205135 w 925838"/>
              <a:gd name="connsiteY6" fmla="*/ 77778 h 663017"/>
              <a:gd name="connsiteX7" fmla="*/ 19443 w 925838"/>
              <a:gd name="connsiteY7" fmla="*/ 254270 h 663017"/>
              <a:gd name="connsiteX8" fmla="*/ 232089 w 925838"/>
              <a:gd name="connsiteY8" fmla="*/ 590519 h 663017"/>
              <a:gd name="connsiteX9" fmla="*/ 262897 w 925838"/>
              <a:gd name="connsiteY9" fmla="*/ 663017 h 663017"/>
              <a:gd name="connsiteX0" fmla="*/ 238982 w 925838"/>
              <a:gd name="connsiteY0" fmla="*/ 657889 h 657889"/>
              <a:gd name="connsiteX1" fmla="*/ 347674 w 925838"/>
              <a:gd name="connsiteY1" fmla="*/ 613318 h 657889"/>
              <a:gd name="connsiteX2" fmla="*/ 492610 w 925838"/>
              <a:gd name="connsiteY2" fmla="*/ 599223 h 657889"/>
              <a:gd name="connsiteX3" fmla="*/ 871513 w 925838"/>
              <a:gd name="connsiteY3" fmla="*/ 476584 h 657889"/>
              <a:gd name="connsiteX4" fmla="*/ 907259 w 925838"/>
              <a:gd name="connsiteY4" fmla="*/ 178779 h 657889"/>
              <a:gd name="connsiteX5" fmla="*/ 715990 w 925838"/>
              <a:gd name="connsiteY5" fmla="*/ 5177 h 657889"/>
              <a:gd name="connsiteX6" fmla="*/ 205135 w 925838"/>
              <a:gd name="connsiteY6" fmla="*/ 77778 h 657889"/>
              <a:gd name="connsiteX7" fmla="*/ 19443 w 925838"/>
              <a:gd name="connsiteY7" fmla="*/ 254270 h 657889"/>
              <a:gd name="connsiteX8" fmla="*/ 232089 w 925838"/>
              <a:gd name="connsiteY8" fmla="*/ 590519 h 657889"/>
              <a:gd name="connsiteX9" fmla="*/ 238982 w 925838"/>
              <a:gd name="connsiteY9" fmla="*/ 657889 h 657889"/>
              <a:gd name="connsiteX0" fmla="*/ 238982 w 925838"/>
              <a:gd name="connsiteY0" fmla="*/ 657889 h 657889"/>
              <a:gd name="connsiteX1" fmla="*/ 354772 w 925838"/>
              <a:gd name="connsiteY1" fmla="*/ 616508 h 657889"/>
              <a:gd name="connsiteX2" fmla="*/ 492610 w 925838"/>
              <a:gd name="connsiteY2" fmla="*/ 599223 h 657889"/>
              <a:gd name="connsiteX3" fmla="*/ 871513 w 925838"/>
              <a:gd name="connsiteY3" fmla="*/ 476584 h 657889"/>
              <a:gd name="connsiteX4" fmla="*/ 907259 w 925838"/>
              <a:gd name="connsiteY4" fmla="*/ 178779 h 657889"/>
              <a:gd name="connsiteX5" fmla="*/ 715990 w 925838"/>
              <a:gd name="connsiteY5" fmla="*/ 5177 h 657889"/>
              <a:gd name="connsiteX6" fmla="*/ 205135 w 925838"/>
              <a:gd name="connsiteY6" fmla="*/ 77778 h 657889"/>
              <a:gd name="connsiteX7" fmla="*/ 19443 w 925838"/>
              <a:gd name="connsiteY7" fmla="*/ 254270 h 657889"/>
              <a:gd name="connsiteX8" fmla="*/ 232089 w 925838"/>
              <a:gd name="connsiteY8" fmla="*/ 590519 h 657889"/>
              <a:gd name="connsiteX9" fmla="*/ 238982 w 925838"/>
              <a:gd name="connsiteY9" fmla="*/ 657889 h 657889"/>
              <a:gd name="connsiteX0" fmla="*/ 238982 w 924637"/>
              <a:gd name="connsiteY0" fmla="*/ 657889 h 657889"/>
              <a:gd name="connsiteX1" fmla="*/ 354772 w 924637"/>
              <a:gd name="connsiteY1" fmla="*/ 616508 h 657889"/>
              <a:gd name="connsiteX2" fmla="*/ 516487 w 924637"/>
              <a:gd name="connsiteY2" fmla="*/ 599340 h 657889"/>
              <a:gd name="connsiteX3" fmla="*/ 871513 w 924637"/>
              <a:gd name="connsiteY3" fmla="*/ 476584 h 657889"/>
              <a:gd name="connsiteX4" fmla="*/ 907259 w 924637"/>
              <a:gd name="connsiteY4" fmla="*/ 178779 h 657889"/>
              <a:gd name="connsiteX5" fmla="*/ 715990 w 924637"/>
              <a:gd name="connsiteY5" fmla="*/ 5177 h 657889"/>
              <a:gd name="connsiteX6" fmla="*/ 205135 w 924637"/>
              <a:gd name="connsiteY6" fmla="*/ 77778 h 657889"/>
              <a:gd name="connsiteX7" fmla="*/ 19443 w 924637"/>
              <a:gd name="connsiteY7" fmla="*/ 254270 h 657889"/>
              <a:gd name="connsiteX8" fmla="*/ 232089 w 924637"/>
              <a:gd name="connsiteY8" fmla="*/ 590519 h 657889"/>
              <a:gd name="connsiteX9" fmla="*/ 238982 w 924637"/>
              <a:gd name="connsiteY9" fmla="*/ 657889 h 657889"/>
              <a:gd name="connsiteX0" fmla="*/ 238982 w 924262"/>
              <a:gd name="connsiteY0" fmla="*/ 657889 h 657889"/>
              <a:gd name="connsiteX1" fmla="*/ 354772 w 924262"/>
              <a:gd name="connsiteY1" fmla="*/ 616508 h 657889"/>
              <a:gd name="connsiteX2" fmla="*/ 524192 w 924262"/>
              <a:gd name="connsiteY2" fmla="*/ 604883 h 657889"/>
              <a:gd name="connsiteX3" fmla="*/ 871513 w 924262"/>
              <a:gd name="connsiteY3" fmla="*/ 476584 h 657889"/>
              <a:gd name="connsiteX4" fmla="*/ 907259 w 924262"/>
              <a:gd name="connsiteY4" fmla="*/ 178779 h 657889"/>
              <a:gd name="connsiteX5" fmla="*/ 715990 w 924262"/>
              <a:gd name="connsiteY5" fmla="*/ 5177 h 657889"/>
              <a:gd name="connsiteX6" fmla="*/ 205135 w 924262"/>
              <a:gd name="connsiteY6" fmla="*/ 77778 h 657889"/>
              <a:gd name="connsiteX7" fmla="*/ 19443 w 924262"/>
              <a:gd name="connsiteY7" fmla="*/ 254270 h 657889"/>
              <a:gd name="connsiteX8" fmla="*/ 232089 w 924262"/>
              <a:gd name="connsiteY8" fmla="*/ 590519 h 657889"/>
              <a:gd name="connsiteX9" fmla="*/ 238982 w 924262"/>
              <a:gd name="connsiteY9" fmla="*/ 657889 h 657889"/>
              <a:gd name="connsiteX0" fmla="*/ 238982 w 924262"/>
              <a:gd name="connsiteY0" fmla="*/ 657889 h 657889"/>
              <a:gd name="connsiteX1" fmla="*/ 354772 w 924262"/>
              <a:gd name="connsiteY1" fmla="*/ 616508 h 657889"/>
              <a:gd name="connsiteX2" fmla="*/ 524192 w 924262"/>
              <a:gd name="connsiteY2" fmla="*/ 604883 h 657889"/>
              <a:gd name="connsiteX3" fmla="*/ 871513 w 924262"/>
              <a:gd name="connsiteY3" fmla="*/ 476584 h 657889"/>
              <a:gd name="connsiteX4" fmla="*/ 907259 w 924262"/>
              <a:gd name="connsiteY4" fmla="*/ 178779 h 657889"/>
              <a:gd name="connsiteX5" fmla="*/ 715990 w 924262"/>
              <a:gd name="connsiteY5" fmla="*/ 5177 h 657889"/>
              <a:gd name="connsiteX6" fmla="*/ 205135 w 924262"/>
              <a:gd name="connsiteY6" fmla="*/ 77778 h 657889"/>
              <a:gd name="connsiteX7" fmla="*/ 19443 w 924262"/>
              <a:gd name="connsiteY7" fmla="*/ 254270 h 657889"/>
              <a:gd name="connsiteX8" fmla="*/ 232089 w 924262"/>
              <a:gd name="connsiteY8" fmla="*/ 590519 h 657889"/>
              <a:gd name="connsiteX9" fmla="*/ 238982 w 924262"/>
              <a:gd name="connsiteY9" fmla="*/ 657889 h 657889"/>
              <a:gd name="connsiteX0" fmla="*/ 238982 w 923327"/>
              <a:gd name="connsiteY0" fmla="*/ 657889 h 657889"/>
              <a:gd name="connsiteX1" fmla="*/ 354772 w 923327"/>
              <a:gd name="connsiteY1" fmla="*/ 616508 h 657889"/>
              <a:gd name="connsiteX2" fmla="*/ 543969 w 923327"/>
              <a:gd name="connsiteY2" fmla="*/ 608568 h 657889"/>
              <a:gd name="connsiteX3" fmla="*/ 871513 w 923327"/>
              <a:gd name="connsiteY3" fmla="*/ 476584 h 657889"/>
              <a:gd name="connsiteX4" fmla="*/ 907259 w 923327"/>
              <a:gd name="connsiteY4" fmla="*/ 178779 h 657889"/>
              <a:gd name="connsiteX5" fmla="*/ 715990 w 923327"/>
              <a:gd name="connsiteY5" fmla="*/ 5177 h 657889"/>
              <a:gd name="connsiteX6" fmla="*/ 205135 w 923327"/>
              <a:gd name="connsiteY6" fmla="*/ 77778 h 657889"/>
              <a:gd name="connsiteX7" fmla="*/ 19443 w 923327"/>
              <a:gd name="connsiteY7" fmla="*/ 254270 h 657889"/>
              <a:gd name="connsiteX8" fmla="*/ 232089 w 923327"/>
              <a:gd name="connsiteY8" fmla="*/ 590519 h 657889"/>
              <a:gd name="connsiteX9" fmla="*/ 238982 w 923327"/>
              <a:gd name="connsiteY9" fmla="*/ 657889 h 657889"/>
              <a:gd name="connsiteX0" fmla="*/ 238982 w 922789"/>
              <a:gd name="connsiteY0" fmla="*/ 657889 h 657889"/>
              <a:gd name="connsiteX1" fmla="*/ 354772 w 922789"/>
              <a:gd name="connsiteY1" fmla="*/ 616508 h 657889"/>
              <a:gd name="connsiteX2" fmla="*/ 555775 w 922789"/>
              <a:gd name="connsiteY2" fmla="*/ 610544 h 657889"/>
              <a:gd name="connsiteX3" fmla="*/ 871513 w 922789"/>
              <a:gd name="connsiteY3" fmla="*/ 476584 h 657889"/>
              <a:gd name="connsiteX4" fmla="*/ 907259 w 922789"/>
              <a:gd name="connsiteY4" fmla="*/ 178779 h 657889"/>
              <a:gd name="connsiteX5" fmla="*/ 715990 w 922789"/>
              <a:gd name="connsiteY5" fmla="*/ 5177 h 657889"/>
              <a:gd name="connsiteX6" fmla="*/ 205135 w 922789"/>
              <a:gd name="connsiteY6" fmla="*/ 77778 h 657889"/>
              <a:gd name="connsiteX7" fmla="*/ 19443 w 922789"/>
              <a:gd name="connsiteY7" fmla="*/ 254270 h 657889"/>
              <a:gd name="connsiteX8" fmla="*/ 232089 w 922789"/>
              <a:gd name="connsiteY8" fmla="*/ 590519 h 657889"/>
              <a:gd name="connsiteX9" fmla="*/ 238982 w 922789"/>
              <a:gd name="connsiteY9" fmla="*/ 657889 h 657889"/>
              <a:gd name="connsiteX0" fmla="*/ 907259 w 925253"/>
              <a:gd name="connsiteY0" fmla="*/ 178779 h 657889"/>
              <a:gd name="connsiteX1" fmla="*/ 715990 w 925253"/>
              <a:gd name="connsiteY1" fmla="*/ 5177 h 657889"/>
              <a:gd name="connsiteX2" fmla="*/ 205135 w 925253"/>
              <a:gd name="connsiteY2" fmla="*/ 77778 h 657889"/>
              <a:gd name="connsiteX3" fmla="*/ 19443 w 925253"/>
              <a:gd name="connsiteY3" fmla="*/ 254270 h 657889"/>
              <a:gd name="connsiteX4" fmla="*/ 232089 w 925253"/>
              <a:gd name="connsiteY4" fmla="*/ 590519 h 657889"/>
              <a:gd name="connsiteX5" fmla="*/ 238982 w 925253"/>
              <a:gd name="connsiteY5" fmla="*/ 657889 h 657889"/>
              <a:gd name="connsiteX6" fmla="*/ 354772 w 925253"/>
              <a:gd name="connsiteY6" fmla="*/ 616508 h 657889"/>
              <a:gd name="connsiteX7" fmla="*/ 555775 w 925253"/>
              <a:gd name="connsiteY7" fmla="*/ 610544 h 657889"/>
              <a:gd name="connsiteX8" fmla="*/ 871513 w 925253"/>
              <a:gd name="connsiteY8" fmla="*/ 476584 h 657889"/>
              <a:gd name="connsiteX9" fmla="*/ 916435 w 925253"/>
              <a:gd name="connsiteY9" fmla="*/ 188356 h 657889"/>
              <a:gd name="connsiteX0" fmla="*/ 715990 w 925253"/>
              <a:gd name="connsiteY0" fmla="*/ 5177 h 657889"/>
              <a:gd name="connsiteX1" fmla="*/ 205135 w 925253"/>
              <a:gd name="connsiteY1" fmla="*/ 77778 h 657889"/>
              <a:gd name="connsiteX2" fmla="*/ 19443 w 925253"/>
              <a:gd name="connsiteY2" fmla="*/ 254270 h 657889"/>
              <a:gd name="connsiteX3" fmla="*/ 232089 w 925253"/>
              <a:gd name="connsiteY3" fmla="*/ 590519 h 657889"/>
              <a:gd name="connsiteX4" fmla="*/ 238982 w 925253"/>
              <a:gd name="connsiteY4" fmla="*/ 657889 h 657889"/>
              <a:gd name="connsiteX5" fmla="*/ 354772 w 925253"/>
              <a:gd name="connsiteY5" fmla="*/ 616508 h 657889"/>
              <a:gd name="connsiteX6" fmla="*/ 555775 w 925253"/>
              <a:gd name="connsiteY6" fmla="*/ 610544 h 657889"/>
              <a:gd name="connsiteX7" fmla="*/ 871513 w 925253"/>
              <a:gd name="connsiteY7" fmla="*/ 476584 h 657889"/>
              <a:gd name="connsiteX8" fmla="*/ 916435 w 925253"/>
              <a:gd name="connsiteY8" fmla="*/ 188356 h 657889"/>
              <a:gd name="connsiteX0" fmla="*/ 796516 w 925253"/>
              <a:gd name="connsiteY0" fmla="*/ 6385 h 642389"/>
              <a:gd name="connsiteX1" fmla="*/ 205135 w 925253"/>
              <a:gd name="connsiteY1" fmla="*/ 62278 h 642389"/>
              <a:gd name="connsiteX2" fmla="*/ 19443 w 925253"/>
              <a:gd name="connsiteY2" fmla="*/ 238770 h 642389"/>
              <a:gd name="connsiteX3" fmla="*/ 232089 w 925253"/>
              <a:gd name="connsiteY3" fmla="*/ 575019 h 642389"/>
              <a:gd name="connsiteX4" fmla="*/ 238982 w 925253"/>
              <a:gd name="connsiteY4" fmla="*/ 642389 h 642389"/>
              <a:gd name="connsiteX5" fmla="*/ 354772 w 925253"/>
              <a:gd name="connsiteY5" fmla="*/ 601008 h 642389"/>
              <a:gd name="connsiteX6" fmla="*/ 555775 w 925253"/>
              <a:gd name="connsiteY6" fmla="*/ 595044 h 642389"/>
              <a:gd name="connsiteX7" fmla="*/ 871513 w 925253"/>
              <a:gd name="connsiteY7" fmla="*/ 461084 h 642389"/>
              <a:gd name="connsiteX8" fmla="*/ 916435 w 925253"/>
              <a:gd name="connsiteY8" fmla="*/ 172856 h 642389"/>
              <a:gd name="connsiteX0" fmla="*/ 796516 w 925253"/>
              <a:gd name="connsiteY0" fmla="*/ 21300 h 657304"/>
              <a:gd name="connsiteX1" fmla="*/ 205135 w 925253"/>
              <a:gd name="connsiteY1" fmla="*/ 77193 h 657304"/>
              <a:gd name="connsiteX2" fmla="*/ 19443 w 925253"/>
              <a:gd name="connsiteY2" fmla="*/ 253685 h 657304"/>
              <a:gd name="connsiteX3" fmla="*/ 232089 w 925253"/>
              <a:gd name="connsiteY3" fmla="*/ 589934 h 657304"/>
              <a:gd name="connsiteX4" fmla="*/ 238982 w 925253"/>
              <a:gd name="connsiteY4" fmla="*/ 657304 h 657304"/>
              <a:gd name="connsiteX5" fmla="*/ 354772 w 925253"/>
              <a:gd name="connsiteY5" fmla="*/ 615923 h 657304"/>
              <a:gd name="connsiteX6" fmla="*/ 555775 w 925253"/>
              <a:gd name="connsiteY6" fmla="*/ 609959 h 657304"/>
              <a:gd name="connsiteX7" fmla="*/ 871513 w 925253"/>
              <a:gd name="connsiteY7" fmla="*/ 475999 h 657304"/>
              <a:gd name="connsiteX8" fmla="*/ 916435 w 925253"/>
              <a:gd name="connsiteY8" fmla="*/ 187771 h 657304"/>
              <a:gd name="connsiteX0" fmla="*/ 796516 w 925253"/>
              <a:gd name="connsiteY0" fmla="*/ 23028 h 659032"/>
              <a:gd name="connsiteX1" fmla="*/ 205135 w 925253"/>
              <a:gd name="connsiteY1" fmla="*/ 78921 h 659032"/>
              <a:gd name="connsiteX2" fmla="*/ 19443 w 925253"/>
              <a:gd name="connsiteY2" fmla="*/ 255413 h 659032"/>
              <a:gd name="connsiteX3" fmla="*/ 232089 w 925253"/>
              <a:gd name="connsiteY3" fmla="*/ 591662 h 659032"/>
              <a:gd name="connsiteX4" fmla="*/ 238982 w 925253"/>
              <a:gd name="connsiteY4" fmla="*/ 659032 h 659032"/>
              <a:gd name="connsiteX5" fmla="*/ 354772 w 925253"/>
              <a:gd name="connsiteY5" fmla="*/ 617651 h 659032"/>
              <a:gd name="connsiteX6" fmla="*/ 555775 w 925253"/>
              <a:gd name="connsiteY6" fmla="*/ 611687 h 659032"/>
              <a:gd name="connsiteX7" fmla="*/ 871513 w 925253"/>
              <a:gd name="connsiteY7" fmla="*/ 477727 h 659032"/>
              <a:gd name="connsiteX8" fmla="*/ 916435 w 925253"/>
              <a:gd name="connsiteY8" fmla="*/ 189499 h 659032"/>
              <a:gd name="connsiteX0" fmla="*/ 796516 w 925253"/>
              <a:gd name="connsiteY0" fmla="*/ 24296 h 660300"/>
              <a:gd name="connsiteX1" fmla="*/ 205135 w 925253"/>
              <a:gd name="connsiteY1" fmla="*/ 80189 h 660300"/>
              <a:gd name="connsiteX2" fmla="*/ 19443 w 925253"/>
              <a:gd name="connsiteY2" fmla="*/ 256681 h 660300"/>
              <a:gd name="connsiteX3" fmla="*/ 232089 w 925253"/>
              <a:gd name="connsiteY3" fmla="*/ 592930 h 660300"/>
              <a:gd name="connsiteX4" fmla="*/ 238982 w 925253"/>
              <a:gd name="connsiteY4" fmla="*/ 660300 h 660300"/>
              <a:gd name="connsiteX5" fmla="*/ 354772 w 925253"/>
              <a:gd name="connsiteY5" fmla="*/ 618919 h 660300"/>
              <a:gd name="connsiteX6" fmla="*/ 555775 w 925253"/>
              <a:gd name="connsiteY6" fmla="*/ 612955 h 660300"/>
              <a:gd name="connsiteX7" fmla="*/ 871513 w 925253"/>
              <a:gd name="connsiteY7" fmla="*/ 478995 h 660300"/>
              <a:gd name="connsiteX8" fmla="*/ 916435 w 925253"/>
              <a:gd name="connsiteY8" fmla="*/ 190767 h 660300"/>
              <a:gd name="connsiteX0" fmla="*/ 796516 w 925253"/>
              <a:gd name="connsiteY0" fmla="*/ 24296 h 660300"/>
              <a:gd name="connsiteX1" fmla="*/ 205135 w 925253"/>
              <a:gd name="connsiteY1" fmla="*/ 80189 h 660300"/>
              <a:gd name="connsiteX2" fmla="*/ 19443 w 925253"/>
              <a:gd name="connsiteY2" fmla="*/ 256681 h 660300"/>
              <a:gd name="connsiteX3" fmla="*/ 232089 w 925253"/>
              <a:gd name="connsiteY3" fmla="*/ 592930 h 660300"/>
              <a:gd name="connsiteX4" fmla="*/ 238982 w 925253"/>
              <a:gd name="connsiteY4" fmla="*/ 660300 h 660300"/>
              <a:gd name="connsiteX5" fmla="*/ 354772 w 925253"/>
              <a:gd name="connsiteY5" fmla="*/ 618919 h 660300"/>
              <a:gd name="connsiteX6" fmla="*/ 555775 w 925253"/>
              <a:gd name="connsiteY6" fmla="*/ 612955 h 660300"/>
              <a:gd name="connsiteX7" fmla="*/ 871513 w 925253"/>
              <a:gd name="connsiteY7" fmla="*/ 478995 h 660300"/>
              <a:gd name="connsiteX8" fmla="*/ 916435 w 925253"/>
              <a:gd name="connsiteY8" fmla="*/ 190767 h 660300"/>
              <a:gd name="connsiteX0" fmla="*/ 796516 w 925253"/>
              <a:gd name="connsiteY0" fmla="*/ 24462 h 660466"/>
              <a:gd name="connsiteX1" fmla="*/ 203578 w 925253"/>
              <a:gd name="connsiteY1" fmla="*/ 79486 h 660466"/>
              <a:gd name="connsiteX2" fmla="*/ 19443 w 925253"/>
              <a:gd name="connsiteY2" fmla="*/ 256847 h 660466"/>
              <a:gd name="connsiteX3" fmla="*/ 232089 w 925253"/>
              <a:gd name="connsiteY3" fmla="*/ 593096 h 660466"/>
              <a:gd name="connsiteX4" fmla="*/ 238982 w 925253"/>
              <a:gd name="connsiteY4" fmla="*/ 660466 h 660466"/>
              <a:gd name="connsiteX5" fmla="*/ 354772 w 925253"/>
              <a:gd name="connsiteY5" fmla="*/ 619085 h 660466"/>
              <a:gd name="connsiteX6" fmla="*/ 555775 w 925253"/>
              <a:gd name="connsiteY6" fmla="*/ 613121 h 660466"/>
              <a:gd name="connsiteX7" fmla="*/ 871513 w 925253"/>
              <a:gd name="connsiteY7" fmla="*/ 479161 h 660466"/>
              <a:gd name="connsiteX8" fmla="*/ 916435 w 925253"/>
              <a:gd name="connsiteY8" fmla="*/ 190933 h 660466"/>
              <a:gd name="connsiteX0" fmla="*/ 796516 w 871513"/>
              <a:gd name="connsiteY0" fmla="*/ 24462 h 660466"/>
              <a:gd name="connsiteX1" fmla="*/ 203578 w 871513"/>
              <a:gd name="connsiteY1" fmla="*/ 79486 h 660466"/>
              <a:gd name="connsiteX2" fmla="*/ 19443 w 871513"/>
              <a:gd name="connsiteY2" fmla="*/ 256847 h 660466"/>
              <a:gd name="connsiteX3" fmla="*/ 232089 w 871513"/>
              <a:gd name="connsiteY3" fmla="*/ 593096 h 660466"/>
              <a:gd name="connsiteX4" fmla="*/ 238982 w 871513"/>
              <a:gd name="connsiteY4" fmla="*/ 660466 h 660466"/>
              <a:gd name="connsiteX5" fmla="*/ 354772 w 871513"/>
              <a:gd name="connsiteY5" fmla="*/ 619085 h 660466"/>
              <a:gd name="connsiteX6" fmla="*/ 555775 w 871513"/>
              <a:gd name="connsiteY6" fmla="*/ 613121 h 660466"/>
              <a:gd name="connsiteX7" fmla="*/ 871513 w 871513"/>
              <a:gd name="connsiteY7" fmla="*/ 479161 h 660466"/>
              <a:gd name="connsiteX0" fmla="*/ 796516 w 907656"/>
              <a:gd name="connsiteY0" fmla="*/ 24462 h 660466"/>
              <a:gd name="connsiteX1" fmla="*/ 203578 w 907656"/>
              <a:gd name="connsiteY1" fmla="*/ 79486 h 660466"/>
              <a:gd name="connsiteX2" fmla="*/ 19443 w 907656"/>
              <a:gd name="connsiteY2" fmla="*/ 256847 h 660466"/>
              <a:gd name="connsiteX3" fmla="*/ 232089 w 907656"/>
              <a:gd name="connsiteY3" fmla="*/ 593096 h 660466"/>
              <a:gd name="connsiteX4" fmla="*/ 238982 w 907656"/>
              <a:gd name="connsiteY4" fmla="*/ 660466 h 660466"/>
              <a:gd name="connsiteX5" fmla="*/ 354772 w 907656"/>
              <a:gd name="connsiteY5" fmla="*/ 619085 h 660466"/>
              <a:gd name="connsiteX6" fmla="*/ 555775 w 907656"/>
              <a:gd name="connsiteY6" fmla="*/ 613121 h 660466"/>
              <a:gd name="connsiteX7" fmla="*/ 907656 w 907656"/>
              <a:gd name="connsiteY7" fmla="*/ 410521 h 660466"/>
              <a:gd name="connsiteX0" fmla="*/ 796516 w 907656"/>
              <a:gd name="connsiteY0" fmla="*/ 24462 h 660466"/>
              <a:gd name="connsiteX1" fmla="*/ 203578 w 907656"/>
              <a:gd name="connsiteY1" fmla="*/ 79486 h 660466"/>
              <a:gd name="connsiteX2" fmla="*/ 19443 w 907656"/>
              <a:gd name="connsiteY2" fmla="*/ 256847 h 660466"/>
              <a:gd name="connsiteX3" fmla="*/ 232089 w 907656"/>
              <a:gd name="connsiteY3" fmla="*/ 593096 h 660466"/>
              <a:gd name="connsiteX4" fmla="*/ 238982 w 907656"/>
              <a:gd name="connsiteY4" fmla="*/ 660466 h 660466"/>
              <a:gd name="connsiteX5" fmla="*/ 354772 w 907656"/>
              <a:gd name="connsiteY5" fmla="*/ 619085 h 660466"/>
              <a:gd name="connsiteX6" fmla="*/ 555775 w 907656"/>
              <a:gd name="connsiteY6" fmla="*/ 613121 h 660466"/>
              <a:gd name="connsiteX7" fmla="*/ 907656 w 907656"/>
              <a:gd name="connsiteY7" fmla="*/ 410521 h 660466"/>
              <a:gd name="connsiteX0" fmla="*/ 796516 w 907656"/>
              <a:gd name="connsiteY0" fmla="*/ 24462 h 660466"/>
              <a:gd name="connsiteX1" fmla="*/ 203578 w 907656"/>
              <a:gd name="connsiteY1" fmla="*/ 79486 h 660466"/>
              <a:gd name="connsiteX2" fmla="*/ 19443 w 907656"/>
              <a:gd name="connsiteY2" fmla="*/ 256847 h 660466"/>
              <a:gd name="connsiteX3" fmla="*/ 232089 w 907656"/>
              <a:gd name="connsiteY3" fmla="*/ 593096 h 660466"/>
              <a:gd name="connsiteX4" fmla="*/ 238982 w 907656"/>
              <a:gd name="connsiteY4" fmla="*/ 660466 h 660466"/>
              <a:gd name="connsiteX5" fmla="*/ 354772 w 907656"/>
              <a:gd name="connsiteY5" fmla="*/ 619085 h 660466"/>
              <a:gd name="connsiteX6" fmla="*/ 555775 w 907656"/>
              <a:gd name="connsiteY6" fmla="*/ 613121 h 660466"/>
              <a:gd name="connsiteX7" fmla="*/ 907656 w 907656"/>
              <a:gd name="connsiteY7" fmla="*/ 410521 h 660466"/>
              <a:gd name="connsiteX0" fmla="*/ 796516 w 907656"/>
              <a:gd name="connsiteY0" fmla="*/ 24462 h 660466"/>
              <a:gd name="connsiteX1" fmla="*/ 203578 w 907656"/>
              <a:gd name="connsiteY1" fmla="*/ 79486 h 660466"/>
              <a:gd name="connsiteX2" fmla="*/ 19443 w 907656"/>
              <a:gd name="connsiteY2" fmla="*/ 256847 h 660466"/>
              <a:gd name="connsiteX3" fmla="*/ 232089 w 907656"/>
              <a:gd name="connsiteY3" fmla="*/ 593096 h 660466"/>
              <a:gd name="connsiteX4" fmla="*/ 238982 w 907656"/>
              <a:gd name="connsiteY4" fmla="*/ 660466 h 660466"/>
              <a:gd name="connsiteX5" fmla="*/ 354772 w 907656"/>
              <a:gd name="connsiteY5" fmla="*/ 619085 h 660466"/>
              <a:gd name="connsiteX6" fmla="*/ 555775 w 907656"/>
              <a:gd name="connsiteY6" fmla="*/ 613121 h 660466"/>
              <a:gd name="connsiteX7" fmla="*/ 907656 w 907656"/>
              <a:gd name="connsiteY7" fmla="*/ 410521 h 660466"/>
              <a:gd name="connsiteX0" fmla="*/ 796516 w 906206"/>
              <a:gd name="connsiteY0" fmla="*/ 24462 h 660466"/>
              <a:gd name="connsiteX1" fmla="*/ 203578 w 906206"/>
              <a:gd name="connsiteY1" fmla="*/ 79486 h 660466"/>
              <a:gd name="connsiteX2" fmla="*/ 19443 w 906206"/>
              <a:gd name="connsiteY2" fmla="*/ 256847 h 660466"/>
              <a:gd name="connsiteX3" fmla="*/ 232089 w 906206"/>
              <a:gd name="connsiteY3" fmla="*/ 593096 h 660466"/>
              <a:gd name="connsiteX4" fmla="*/ 238982 w 906206"/>
              <a:gd name="connsiteY4" fmla="*/ 660466 h 660466"/>
              <a:gd name="connsiteX5" fmla="*/ 354772 w 906206"/>
              <a:gd name="connsiteY5" fmla="*/ 619085 h 660466"/>
              <a:gd name="connsiteX6" fmla="*/ 555775 w 906206"/>
              <a:gd name="connsiteY6" fmla="*/ 613121 h 660466"/>
              <a:gd name="connsiteX7" fmla="*/ 906206 w 906206"/>
              <a:gd name="connsiteY7" fmla="*/ 405534 h 660466"/>
              <a:gd name="connsiteX0" fmla="*/ 796516 w 906206"/>
              <a:gd name="connsiteY0" fmla="*/ 24462 h 660466"/>
              <a:gd name="connsiteX1" fmla="*/ 203578 w 906206"/>
              <a:gd name="connsiteY1" fmla="*/ 79486 h 660466"/>
              <a:gd name="connsiteX2" fmla="*/ 19443 w 906206"/>
              <a:gd name="connsiteY2" fmla="*/ 256847 h 660466"/>
              <a:gd name="connsiteX3" fmla="*/ 232089 w 906206"/>
              <a:gd name="connsiteY3" fmla="*/ 593096 h 660466"/>
              <a:gd name="connsiteX4" fmla="*/ 238982 w 906206"/>
              <a:gd name="connsiteY4" fmla="*/ 660466 h 660466"/>
              <a:gd name="connsiteX5" fmla="*/ 354772 w 906206"/>
              <a:gd name="connsiteY5" fmla="*/ 619085 h 660466"/>
              <a:gd name="connsiteX6" fmla="*/ 555775 w 906206"/>
              <a:gd name="connsiteY6" fmla="*/ 613121 h 660466"/>
              <a:gd name="connsiteX7" fmla="*/ 906206 w 906206"/>
              <a:gd name="connsiteY7" fmla="*/ 405534 h 660466"/>
              <a:gd name="connsiteX0" fmla="*/ 796516 w 906206"/>
              <a:gd name="connsiteY0" fmla="*/ 24462 h 660466"/>
              <a:gd name="connsiteX1" fmla="*/ 203578 w 906206"/>
              <a:gd name="connsiteY1" fmla="*/ 79486 h 660466"/>
              <a:gd name="connsiteX2" fmla="*/ 19443 w 906206"/>
              <a:gd name="connsiteY2" fmla="*/ 256847 h 660466"/>
              <a:gd name="connsiteX3" fmla="*/ 232089 w 906206"/>
              <a:gd name="connsiteY3" fmla="*/ 593096 h 660466"/>
              <a:gd name="connsiteX4" fmla="*/ 238982 w 906206"/>
              <a:gd name="connsiteY4" fmla="*/ 660466 h 660466"/>
              <a:gd name="connsiteX5" fmla="*/ 354772 w 906206"/>
              <a:gd name="connsiteY5" fmla="*/ 619085 h 660466"/>
              <a:gd name="connsiteX6" fmla="*/ 555775 w 906206"/>
              <a:gd name="connsiteY6" fmla="*/ 613121 h 660466"/>
              <a:gd name="connsiteX7" fmla="*/ 906206 w 906206"/>
              <a:gd name="connsiteY7" fmla="*/ 405534 h 660466"/>
              <a:gd name="connsiteX0" fmla="*/ 796516 w 906206"/>
              <a:gd name="connsiteY0" fmla="*/ 24462 h 660466"/>
              <a:gd name="connsiteX1" fmla="*/ 203578 w 906206"/>
              <a:gd name="connsiteY1" fmla="*/ 79486 h 660466"/>
              <a:gd name="connsiteX2" fmla="*/ 19443 w 906206"/>
              <a:gd name="connsiteY2" fmla="*/ 256847 h 660466"/>
              <a:gd name="connsiteX3" fmla="*/ 232089 w 906206"/>
              <a:gd name="connsiteY3" fmla="*/ 593096 h 660466"/>
              <a:gd name="connsiteX4" fmla="*/ 238982 w 906206"/>
              <a:gd name="connsiteY4" fmla="*/ 660466 h 660466"/>
              <a:gd name="connsiteX5" fmla="*/ 354772 w 906206"/>
              <a:gd name="connsiteY5" fmla="*/ 619085 h 660466"/>
              <a:gd name="connsiteX6" fmla="*/ 555775 w 906206"/>
              <a:gd name="connsiteY6" fmla="*/ 613121 h 660466"/>
              <a:gd name="connsiteX7" fmla="*/ 906206 w 906206"/>
              <a:gd name="connsiteY7" fmla="*/ 405534 h 660466"/>
              <a:gd name="connsiteX0" fmla="*/ 796516 w 906206"/>
              <a:gd name="connsiteY0" fmla="*/ 24462 h 660466"/>
              <a:gd name="connsiteX1" fmla="*/ 203578 w 906206"/>
              <a:gd name="connsiteY1" fmla="*/ 79486 h 660466"/>
              <a:gd name="connsiteX2" fmla="*/ 19443 w 906206"/>
              <a:gd name="connsiteY2" fmla="*/ 256847 h 660466"/>
              <a:gd name="connsiteX3" fmla="*/ 232089 w 906206"/>
              <a:gd name="connsiteY3" fmla="*/ 593096 h 660466"/>
              <a:gd name="connsiteX4" fmla="*/ 238982 w 906206"/>
              <a:gd name="connsiteY4" fmla="*/ 660466 h 660466"/>
              <a:gd name="connsiteX5" fmla="*/ 354772 w 906206"/>
              <a:gd name="connsiteY5" fmla="*/ 619085 h 660466"/>
              <a:gd name="connsiteX6" fmla="*/ 555775 w 906206"/>
              <a:gd name="connsiteY6" fmla="*/ 613121 h 660466"/>
              <a:gd name="connsiteX7" fmla="*/ 906206 w 906206"/>
              <a:gd name="connsiteY7" fmla="*/ 405534 h 660466"/>
              <a:gd name="connsiteX0" fmla="*/ 796516 w 906206"/>
              <a:gd name="connsiteY0" fmla="*/ 24462 h 660466"/>
              <a:gd name="connsiteX1" fmla="*/ 203578 w 906206"/>
              <a:gd name="connsiteY1" fmla="*/ 79486 h 660466"/>
              <a:gd name="connsiteX2" fmla="*/ 19443 w 906206"/>
              <a:gd name="connsiteY2" fmla="*/ 256847 h 660466"/>
              <a:gd name="connsiteX3" fmla="*/ 232089 w 906206"/>
              <a:gd name="connsiteY3" fmla="*/ 593096 h 660466"/>
              <a:gd name="connsiteX4" fmla="*/ 238982 w 906206"/>
              <a:gd name="connsiteY4" fmla="*/ 660466 h 660466"/>
              <a:gd name="connsiteX5" fmla="*/ 354772 w 906206"/>
              <a:gd name="connsiteY5" fmla="*/ 619085 h 660466"/>
              <a:gd name="connsiteX6" fmla="*/ 555775 w 906206"/>
              <a:gd name="connsiteY6" fmla="*/ 613121 h 660466"/>
              <a:gd name="connsiteX7" fmla="*/ 906206 w 906206"/>
              <a:gd name="connsiteY7" fmla="*/ 405534 h 660466"/>
              <a:gd name="connsiteX0" fmla="*/ 796516 w 906206"/>
              <a:gd name="connsiteY0" fmla="*/ 24462 h 660466"/>
              <a:gd name="connsiteX1" fmla="*/ 203578 w 906206"/>
              <a:gd name="connsiteY1" fmla="*/ 79486 h 660466"/>
              <a:gd name="connsiteX2" fmla="*/ 19443 w 906206"/>
              <a:gd name="connsiteY2" fmla="*/ 256847 h 660466"/>
              <a:gd name="connsiteX3" fmla="*/ 232089 w 906206"/>
              <a:gd name="connsiteY3" fmla="*/ 593096 h 660466"/>
              <a:gd name="connsiteX4" fmla="*/ 238982 w 906206"/>
              <a:gd name="connsiteY4" fmla="*/ 660466 h 660466"/>
              <a:gd name="connsiteX5" fmla="*/ 354772 w 906206"/>
              <a:gd name="connsiteY5" fmla="*/ 619085 h 660466"/>
              <a:gd name="connsiteX6" fmla="*/ 555775 w 906206"/>
              <a:gd name="connsiteY6" fmla="*/ 613121 h 660466"/>
              <a:gd name="connsiteX7" fmla="*/ 906206 w 906206"/>
              <a:gd name="connsiteY7" fmla="*/ 405534 h 66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206" h="660466">
                <a:moveTo>
                  <a:pt x="796516" y="24462"/>
                </a:moveTo>
                <a:cubicBezTo>
                  <a:pt x="582196" y="-37768"/>
                  <a:pt x="332110" y="32895"/>
                  <a:pt x="203578" y="79486"/>
                </a:cubicBezTo>
                <a:cubicBezTo>
                  <a:pt x="75046" y="126077"/>
                  <a:pt x="65228" y="156016"/>
                  <a:pt x="19443" y="256847"/>
                </a:cubicBezTo>
                <a:cubicBezTo>
                  <a:pt x="-29803" y="393776"/>
                  <a:pt x="5299" y="518706"/>
                  <a:pt x="232089" y="593096"/>
                </a:cubicBezTo>
                <a:cubicBezTo>
                  <a:pt x="285239" y="611098"/>
                  <a:pt x="238982" y="660466"/>
                  <a:pt x="238982" y="660466"/>
                </a:cubicBezTo>
                <a:cubicBezTo>
                  <a:pt x="247518" y="659701"/>
                  <a:pt x="301973" y="626976"/>
                  <a:pt x="354772" y="619085"/>
                </a:cubicBezTo>
                <a:cubicBezTo>
                  <a:pt x="407571" y="611194"/>
                  <a:pt x="483775" y="627430"/>
                  <a:pt x="555775" y="613121"/>
                </a:cubicBezTo>
                <a:cubicBezTo>
                  <a:pt x="627775" y="598812"/>
                  <a:pt x="866839" y="543580"/>
                  <a:pt x="906206" y="405534"/>
                </a:cubicBezTo>
              </a:path>
            </a:pathLst>
          </a:custGeom>
          <a:noFill/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3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1E0BFA-C4BC-4371-9333-3C217B8ED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996" y="614997"/>
            <a:ext cx="7504007" cy="56280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DD0E17-2588-4C67-94FD-7E7F018638EB}"/>
              </a:ext>
            </a:extLst>
          </p:cNvPr>
          <p:cNvSpPr txBox="1"/>
          <p:nvPr/>
        </p:nvSpPr>
        <p:spPr>
          <a:xfrm>
            <a:off x="4951114" y="2274838"/>
            <a:ext cx="22897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>STORY TIME!</a:t>
            </a:r>
            <a:endParaRPr lang="en-ID" sz="7200" b="1" dirty="0"/>
          </a:p>
        </p:txBody>
      </p:sp>
    </p:spTree>
    <p:extLst>
      <p:ext uri="{BB962C8B-B14F-4D97-AF65-F5344CB8AC3E}">
        <p14:creationId xmlns:p14="http://schemas.microsoft.com/office/powerpoint/2010/main" val="1994553157"/>
      </p:ext>
    </p:extLst>
  </p:cSld>
  <p:clrMapOvr>
    <a:masterClrMapping/>
  </p:clrMapOvr>
</p:sld>
</file>

<file path=ppt/theme/theme1.xml><?xml version="1.0" encoding="utf-8"?>
<a:theme xmlns:a="http://schemas.openxmlformats.org/drawingml/2006/main" name="ChitchatVTI">
  <a:themeElements>
    <a:clrScheme name="bubbles">
      <a:dk1>
        <a:sysClr val="windowText" lastClr="000000"/>
      </a:dk1>
      <a:lt1>
        <a:sysClr val="window" lastClr="FFFFFF"/>
      </a:lt1>
      <a:dk2>
        <a:srgbClr val="071819"/>
      </a:dk2>
      <a:lt2>
        <a:srgbClr val="D5F2EB"/>
      </a:lt2>
      <a:accent1>
        <a:srgbClr val="38B698"/>
      </a:accent1>
      <a:accent2>
        <a:srgbClr val="528BD6"/>
      </a:accent2>
      <a:accent3>
        <a:srgbClr val="31A7C7"/>
      </a:accent3>
      <a:accent4>
        <a:srgbClr val="F15843"/>
      </a:accent4>
      <a:accent5>
        <a:srgbClr val="DE3A6D"/>
      </a:accent5>
      <a:accent6>
        <a:srgbClr val="7AAE3C"/>
      </a:accent6>
      <a:hlink>
        <a:srgbClr val="2F9880"/>
      </a:hlink>
      <a:folHlink>
        <a:srgbClr val="396CD1"/>
      </a:folHlink>
    </a:clrScheme>
    <a:fontScheme name="The Hand">
      <a:majorFont>
        <a:latin typeface="The Serif Hand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itchatVTI" id="{08BB1610-1071-4750-BA6F-EA15E875FFCD}" vid="{D7BDF053-2181-45AE-9365-FFAA906CB4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101</Words>
  <Application>Microsoft Office PowerPoint</Application>
  <PresentationFormat>Layar Lebar</PresentationFormat>
  <Paragraphs>13</Paragraphs>
  <Slides>4</Slides>
  <Notes>1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4</vt:i4>
      </vt:variant>
    </vt:vector>
  </HeadingPairs>
  <TitlesOfParts>
    <vt:vector size="9" baseType="lpstr">
      <vt:lpstr>Arial</vt:lpstr>
      <vt:lpstr>Calibri</vt:lpstr>
      <vt:lpstr>The Hand</vt:lpstr>
      <vt:lpstr>The Serif Hand</vt:lpstr>
      <vt:lpstr>ChitchatVTI</vt:lpstr>
      <vt:lpstr>Story Races</vt:lpstr>
      <vt:lpstr>How to do</vt:lpstr>
      <vt:lpstr>Who’s the winner?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 Races</dc:title>
  <dc:creator>izzudin abdurahman</dc:creator>
  <cp:lastModifiedBy>izzudin abdurahman</cp:lastModifiedBy>
  <cp:revision>3</cp:revision>
  <dcterms:created xsi:type="dcterms:W3CDTF">2021-09-21T09:40:05Z</dcterms:created>
  <dcterms:modified xsi:type="dcterms:W3CDTF">2025-11-01T04:15:37Z</dcterms:modified>
</cp:coreProperties>
</file>