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2003FA-1364-42C5-BD39-FD7A71B761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8CFAC7-8EC5-4AB5-9DAD-6592DB2FAB1E}">
      <dgm:prSet/>
      <dgm:spPr/>
      <dgm:t>
        <a:bodyPr/>
        <a:lstStyle/>
        <a:p>
          <a:r>
            <a:rPr lang="en-US" b="1"/>
            <a:t>Terdapat 8 kasus peristiwa yang harus diselidiki oleh masing-masing tim yang diberikan dalam bentuk video</a:t>
          </a:r>
          <a:endParaRPr lang="en-US"/>
        </a:p>
      </dgm:t>
    </dgm:pt>
    <dgm:pt modelId="{613DE751-3356-46A6-9E88-7456F81AC8AB}" type="parTrans" cxnId="{70BB3451-DB54-42D3-A25B-94FA86FA8C63}">
      <dgm:prSet/>
      <dgm:spPr/>
      <dgm:t>
        <a:bodyPr/>
        <a:lstStyle/>
        <a:p>
          <a:endParaRPr lang="en-US"/>
        </a:p>
      </dgm:t>
    </dgm:pt>
    <dgm:pt modelId="{9023FF58-C4BC-4AD1-8264-E8B89677C878}" type="sibTrans" cxnId="{70BB3451-DB54-42D3-A25B-94FA86FA8C63}">
      <dgm:prSet/>
      <dgm:spPr/>
      <dgm:t>
        <a:bodyPr/>
        <a:lstStyle/>
        <a:p>
          <a:endParaRPr lang="en-US"/>
        </a:p>
      </dgm:t>
    </dgm:pt>
    <dgm:pt modelId="{2C27C0C3-D3FF-40B4-BB4A-88C6E1B8E66B}">
      <dgm:prSet/>
      <dgm:spPr/>
      <dgm:t>
        <a:bodyPr/>
        <a:lstStyle/>
        <a:p>
          <a:r>
            <a:rPr lang="en-US" b="1"/>
            <a:t>Video setiap kasus akan diputar di main room untuk disaksikan semua tim.</a:t>
          </a:r>
          <a:endParaRPr lang="en-US"/>
        </a:p>
      </dgm:t>
    </dgm:pt>
    <dgm:pt modelId="{69E6CF39-4696-4D88-8981-AAF8FAF061DC}" type="parTrans" cxnId="{947F72EF-C558-40B2-9847-790A1064B90A}">
      <dgm:prSet/>
      <dgm:spPr/>
      <dgm:t>
        <a:bodyPr/>
        <a:lstStyle/>
        <a:p>
          <a:endParaRPr lang="en-US"/>
        </a:p>
      </dgm:t>
    </dgm:pt>
    <dgm:pt modelId="{36D2752B-AEA8-4DB5-9497-000E3CFE9D56}" type="sibTrans" cxnId="{947F72EF-C558-40B2-9847-790A1064B90A}">
      <dgm:prSet/>
      <dgm:spPr/>
      <dgm:t>
        <a:bodyPr/>
        <a:lstStyle/>
        <a:p>
          <a:endParaRPr lang="en-US"/>
        </a:p>
      </dgm:t>
    </dgm:pt>
    <dgm:pt modelId="{0DDA69A8-061F-48D0-9900-714D7317EA15}">
      <dgm:prSet/>
      <dgm:spPr/>
      <dgm:t>
        <a:bodyPr/>
        <a:lstStyle/>
        <a:p>
          <a:r>
            <a:rPr lang="en-US" b="1"/>
            <a:t>Setiap tim diberikan waktu 3 menit untuk berdiskusi memecahkan kasusnya di BOR, lalu sampaikan hasilnya ke fasilitator/pendamping</a:t>
          </a:r>
          <a:endParaRPr lang="en-US"/>
        </a:p>
      </dgm:t>
    </dgm:pt>
    <dgm:pt modelId="{62B18F13-D896-4752-A5F1-9A5C9A4E8736}" type="parTrans" cxnId="{E35FC57D-04EB-419B-BD58-C2B10863E95E}">
      <dgm:prSet/>
      <dgm:spPr/>
      <dgm:t>
        <a:bodyPr/>
        <a:lstStyle/>
        <a:p>
          <a:endParaRPr lang="en-US"/>
        </a:p>
      </dgm:t>
    </dgm:pt>
    <dgm:pt modelId="{64EFECE2-D8AA-4FB4-8CEB-49060CBA8941}" type="sibTrans" cxnId="{E35FC57D-04EB-419B-BD58-C2B10863E95E}">
      <dgm:prSet/>
      <dgm:spPr/>
      <dgm:t>
        <a:bodyPr/>
        <a:lstStyle/>
        <a:p>
          <a:endParaRPr lang="en-US"/>
        </a:p>
      </dgm:t>
    </dgm:pt>
    <dgm:pt modelId="{6B56AF26-AECA-40AF-AA9D-9756C8FD6AA6}">
      <dgm:prSet/>
      <dgm:spPr/>
      <dgm:t>
        <a:bodyPr/>
        <a:lstStyle/>
        <a:p>
          <a:r>
            <a:rPr lang="en-US" b="1"/>
            <a:t>Siapkan argument tim, dan setiap kasus yang berhasil dipecahkan memperoleh 300 poin.</a:t>
          </a:r>
          <a:endParaRPr lang="en-US"/>
        </a:p>
      </dgm:t>
    </dgm:pt>
    <dgm:pt modelId="{9688B285-6939-4157-A473-3007D84E581C}" type="parTrans" cxnId="{45234F7D-DD4B-494E-B570-442300375AAA}">
      <dgm:prSet/>
      <dgm:spPr/>
      <dgm:t>
        <a:bodyPr/>
        <a:lstStyle/>
        <a:p>
          <a:endParaRPr lang="en-US"/>
        </a:p>
      </dgm:t>
    </dgm:pt>
    <dgm:pt modelId="{B620F993-A8B0-4607-9672-4F76914EF7EB}" type="sibTrans" cxnId="{45234F7D-DD4B-494E-B570-442300375AAA}">
      <dgm:prSet/>
      <dgm:spPr/>
      <dgm:t>
        <a:bodyPr/>
        <a:lstStyle/>
        <a:p>
          <a:endParaRPr lang="en-US"/>
        </a:p>
      </dgm:t>
    </dgm:pt>
    <dgm:pt modelId="{907271B9-017F-481F-A036-41A8FB6F9EB2}" type="pres">
      <dgm:prSet presAssocID="{B32003FA-1364-42C5-BD39-FD7A71B76102}" presName="linear" presStyleCnt="0">
        <dgm:presLayoutVars>
          <dgm:animLvl val="lvl"/>
          <dgm:resizeHandles val="exact"/>
        </dgm:presLayoutVars>
      </dgm:prSet>
      <dgm:spPr/>
    </dgm:pt>
    <dgm:pt modelId="{7AB30CE1-A39C-476B-A23F-DAF893C1569F}" type="pres">
      <dgm:prSet presAssocID="{D88CFAC7-8EC5-4AB5-9DAD-6592DB2FAB1E}" presName="parentText" presStyleLbl="node1" presStyleIdx="0" presStyleCnt="4" custLinFactY="-26776" custLinFactNeighborX="1456" custLinFactNeighborY="-100000">
        <dgm:presLayoutVars>
          <dgm:chMax val="0"/>
          <dgm:bulletEnabled val="1"/>
        </dgm:presLayoutVars>
      </dgm:prSet>
      <dgm:spPr/>
    </dgm:pt>
    <dgm:pt modelId="{DC16A5BC-2B69-4145-95D8-4DD3BBC7593D}" type="pres">
      <dgm:prSet presAssocID="{9023FF58-C4BC-4AD1-8264-E8B89677C878}" presName="spacer" presStyleCnt="0"/>
      <dgm:spPr/>
    </dgm:pt>
    <dgm:pt modelId="{F4FD5CC4-C62F-420A-A9B3-7376015136B5}" type="pres">
      <dgm:prSet presAssocID="{2C27C0C3-D3FF-40B4-BB4A-88C6E1B8E6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A5C6A6-8E37-4CE7-AABF-46782EBC0A11}" type="pres">
      <dgm:prSet presAssocID="{36D2752B-AEA8-4DB5-9497-000E3CFE9D56}" presName="spacer" presStyleCnt="0"/>
      <dgm:spPr/>
    </dgm:pt>
    <dgm:pt modelId="{385E055F-BF19-4BD0-B574-B4CA5D677E1B}" type="pres">
      <dgm:prSet presAssocID="{0DDA69A8-061F-48D0-9900-714D7317EA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9238FE2-CD9C-4E45-B9B0-8490CD7EEF7A}" type="pres">
      <dgm:prSet presAssocID="{64EFECE2-D8AA-4FB4-8CEB-49060CBA8941}" presName="spacer" presStyleCnt="0"/>
      <dgm:spPr/>
    </dgm:pt>
    <dgm:pt modelId="{0543A40D-3625-472A-9B70-4F50F3B51C37}" type="pres">
      <dgm:prSet presAssocID="{6B56AF26-AECA-40AF-AA9D-9756C8FD6A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BC7431-FB93-4706-81C9-57AE6EB471A3}" type="presOf" srcId="{6B56AF26-AECA-40AF-AA9D-9756C8FD6AA6}" destId="{0543A40D-3625-472A-9B70-4F50F3B51C37}" srcOrd="0" destOrd="0" presId="urn:microsoft.com/office/officeart/2005/8/layout/vList2"/>
    <dgm:cxn modelId="{43CCDB3E-F3BC-4A26-AC8A-808935A16C43}" type="presOf" srcId="{B32003FA-1364-42C5-BD39-FD7A71B76102}" destId="{907271B9-017F-481F-A036-41A8FB6F9EB2}" srcOrd="0" destOrd="0" presId="urn:microsoft.com/office/officeart/2005/8/layout/vList2"/>
    <dgm:cxn modelId="{70BB3451-DB54-42D3-A25B-94FA86FA8C63}" srcId="{B32003FA-1364-42C5-BD39-FD7A71B76102}" destId="{D88CFAC7-8EC5-4AB5-9DAD-6592DB2FAB1E}" srcOrd="0" destOrd="0" parTransId="{613DE751-3356-46A6-9E88-7456F81AC8AB}" sibTransId="{9023FF58-C4BC-4AD1-8264-E8B89677C878}"/>
    <dgm:cxn modelId="{45234F7D-DD4B-494E-B570-442300375AAA}" srcId="{B32003FA-1364-42C5-BD39-FD7A71B76102}" destId="{6B56AF26-AECA-40AF-AA9D-9756C8FD6AA6}" srcOrd="3" destOrd="0" parTransId="{9688B285-6939-4157-A473-3007D84E581C}" sibTransId="{B620F993-A8B0-4607-9672-4F76914EF7EB}"/>
    <dgm:cxn modelId="{E35FC57D-04EB-419B-BD58-C2B10863E95E}" srcId="{B32003FA-1364-42C5-BD39-FD7A71B76102}" destId="{0DDA69A8-061F-48D0-9900-714D7317EA15}" srcOrd="2" destOrd="0" parTransId="{62B18F13-D896-4752-A5F1-9A5C9A4E8736}" sibTransId="{64EFECE2-D8AA-4FB4-8CEB-49060CBA8941}"/>
    <dgm:cxn modelId="{582362A1-CAFA-4525-A5B7-2CCA331470D3}" type="presOf" srcId="{0DDA69A8-061F-48D0-9900-714D7317EA15}" destId="{385E055F-BF19-4BD0-B574-B4CA5D677E1B}" srcOrd="0" destOrd="0" presId="urn:microsoft.com/office/officeart/2005/8/layout/vList2"/>
    <dgm:cxn modelId="{33DA40C6-6905-4A72-AE2E-6568B4038AB6}" type="presOf" srcId="{2C27C0C3-D3FF-40B4-BB4A-88C6E1B8E66B}" destId="{F4FD5CC4-C62F-420A-A9B3-7376015136B5}" srcOrd="0" destOrd="0" presId="urn:microsoft.com/office/officeart/2005/8/layout/vList2"/>
    <dgm:cxn modelId="{9F5C0AE4-69A8-42BD-85B4-E869886070F4}" type="presOf" srcId="{D88CFAC7-8EC5-4AB5-9DAD-6592DB2FAB1E}" destId="{7AB30CE1-A39C-476B-A23F-DAF893C1569F}" srcOrd="0" destOrd="0" presId="urn:microsoft.com/office/officeart/2005/8/layout/vList2"/>
    <dgm:cxn modelId="{947F72EF-C558-40B2-9847-790A1064B90A}" srcId="{B32003FA-1364-42C5-BD39-FD7A71B76102}" destId="{2C27C0C3-D3FF-40B4-BB4A-88C6E1B8E66B}" srcOrd="1" destOrd="0" parTransId="{69E6CF39-4696-4D88-8981-AAF8FAF061DC}" sibTransId="{36D2752B-AEA8-4DB5-9497-000E3CFE9D56}"/>
    <dgm:cxn modelId="{0B2135F1-6B06-4C55-81BA-BB9E09EAF835}" type="presParOf" srcId="{907271B9-017F-481F-A036-41A8FB6F9EB2}" destId="{7AB30CE1-A39C-476B-A23F-DAF893C1569F}" srcOrd="0" destOrd="0" presId="urn:microsoft.com/office/officeart/2005/8/layout/vList2"/>
    <dgm:cxn modelId="{08EDF190-C3FA-4D27-B268-7BF84EC73675}" type="presParOf" srcId="{907271B9-017F-481F-A036-41A8FB6F9EB2}" destId="{DC16A5BC-2B69-4145-95D8-4DD3BBC7593D}" srcOrd="1" destOrd="0" presId="urn:microsoft.com/office/officeart/2005/8/layout/vList2"/>
    <dgm:cxn modelId="{707E32D4-1B87-414B-9025-30C8522A4152}" type="presParOf" srcId="{907271B9-017F-481F-A036-41A8FB6F9EB2}" destId="{F4FD5CC4-C62F-420A-A9B3-7376015136B5}" srcOrd="2" destOrd="0" presId="urn:microsoft.com/office/officeart/2005/8/layout/vList2"/>
    <dgm:cxn modelId="{57B24D6B-B35E-45F8-9DEB-2CC20C8F1CC2}" type="presParOf" srcId="{907271B9-017F-481F-A036-41A8FB6F9EB2}" destId="{83A5C6A6-8E37-4CE7-AABF-46782EBC0A11}" srcOrd="3" destOrd="0" presId="urn:microsoft.com/office/officeart/2005/8/layout/vList2"/>
    <dgm:cxn modelId="{1F0C4186-309F-4594-9428-A5667A9FC85F}" type="presParOf" srcId="{907271B9-017F-481F-A036-41A8FB6F9EB2}" destId="{385E055F-BF19-4BD0-B574-B4CA5D677E1B}" srcOrd="4" destOrd="0" presId="urn:microsoft.com/office/officeart/2005/8/layout/vList2"/>
    <dgm:cxn modelId="{9872A58C-96ED-41AF-B55E-1164BF8CCE00}" type="presParOf" srcId="{907271B9-017F-481F-A036-41A8FB6F9EB2}" destId="{19238FE2-CD9C-4E45-B9B0-8490CD7EEF7A}" srcOrd="5" destOrd="0" presId="urn:microsoft.com/office/officeart/2005/8/layout/vList2"/>
    <dgm:cxn modelId="{1F943214-AC05-4149-8D6B-ADF8E5DD4646}" type="presParOf" srcId="{907271B9-017F-481F-A036-41A8FB6F9EB2}" destId="{0543A40D-3625-472A-9B70-4F50F3B51C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2003FA-1364-42C5-BD39-FD7A71B761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8CFAC7-8EC5-4AB5-9DAD-6592DB2FAB1E}">
      <dgm:prSet custT="1"/>
      <dgm:spPr/>
      <dgm:t>
        <a:bodyPr/>
        <a:lstStyle/>
        <a:p>
          <a:r>
            <a:rPr lang="en-US" sz="1800" b="1" dirty="0" err="1"/>
            <a:t>Terdapat</a:t>
          </a:r>
          <a:r>
            <a:rPr lang="en-US" sz="1800" b="1" dirty="0"/>
            <a:t> 8 </a:t>
          </a:r>
          <a:r>
            <a:rPr lang="en-US" sz="1800" b="1" dirty="0" err="1"/>
            <a:t>kasus</a:t>
          </a:r>
          <a:r>
            <a:rPr lang="en-US" sz="1800" b="1" dirty="0"/>
            <a:t> </a:t>
          </a:r>
          <a:r>
            <a:rPr lang="en-US" sz="1800" b="1" dirty="0" err="1"/>
            <a:t>peristiwa</a:t>
          </a:r>
          <a:r>
            <a:rPr lang="en-US" sz="1800" b="1" dirty="0"/>
            <a:t> yang </a:t>
          </a:r>
          <a:r>
            <a:rPr lang="en-US" sz="1800" b="1" dirty="0" err="1"/>
            <a:t>harus</a:t>
          </a:r>
          <a:r>
            <a:rPr lang="en-US" sz="1800" b="1" dirty="0"/>
            <a:t> </a:t>
          </a:r>
          <a:r>
            <a:rPr lang="en-US" sz="1800" b="1" dirty="0" err="1"/>
            <a:t>diselidiki</a:t>
          </a:r>
          <a:r>
            <a:rPr lang="en-US" sz="1800" b="1" dirty="0"/>
            <a:t> yang </a:t>
          </a:r>
          <a:r>
            <a:rPr lang="en-US" sz="1800" b="1" dirty="0" err="1"/>
            <a:t>diberikan</a:t>
          </a:r>
          <a:r>
            <a:rPr lang="en-US" sz="1800" b="1" dirty="0"/>
            <a:t> </a:t>
          </a:r>
          <a:r>
            <a:rPr lang="en-US" sz="1800" b="1" dirty="0" err="1"/>
            <a:t>dalam</a:t>
          </a:r>
          <a:r>
            <a:rPr lang="en-US" sz="1800" b="1" dirty="0"/>
            <a:t> </a:t>
          </a:r>
          <a:r>
            <a:rPr lang="en-US" sz="1800" b="1" dirty="0" err="1"/>
            <a:t>bentuk</a:t>
          </a:r>
          <a:r>
            <a:rPr lang="en-US" sz="1800" b="1" dirty="0"/>
            <a:t> video</a:t>
          </a:r>
          <a:endParaRPr lang="en-US" sz="1800" dirty="0"/>
        </a:p>
      </dgm:t>
    </dgm:pt>
    <dgm:pt modelId="{613DE751-3356-46A6-9E88-7456F81AC8AB}" type="parTrans" cxnId="{70BB3451-DB54-42D3-A25B-94FA86FA8C63}">
      <dgm:prSet/>
      <dgm:spPr/>
      <dgm:t>
        <a:bodyPr/>
        <a:lstStyle/>
        <a:p>
          <a:endParaRPr lang="en-US"/>
        </a:p>
      </dgm:t>
    </dgm:pt>
    <dgm:pt modelId="{9023FF58-C4BC-4AD1-8264-E8B89677C878}" type="sibTrans" cxnId="{70BB3451-DB54-42D3-A25B-94FA86FA8C63}">
      <dgm:prSet/>
      <dgm:spPr/>
      <dgm:t>
        <a:bodyPr/>
        <a:lstStyle/>
        <a:p>
          <a:endParaRPr lang="en-US"/>
        </a:p>
      </dgm:t>
    </dgm:pt>
    <dgm:pt modelId="{2C27C0C3-D3FF-40B4-BB4A-88C6E1B8E66B}">
      <dgm:prSet custT="1"/>
      <dgm:spPr/>
      <dgm:t>
        <a:bodyPr/>
        <a:lstStyle/>
        <a:p>
          <a:r>
            <a:rPr lang="en-US" sz="1800" b="1" dirty="0"/>
            <a:t>Video </a:t>
          </a:r>
          <a:r>
            <a:rPr lang="en-US" sz="1800" b="1" dirty="0" err="1"/>
            <a:t>setiap</a:t>
          </a:r>
          <a:r>
            <a:rPr lang="en-US" sz="1800" b="1" dirty="0"/>
            <a:t> </a:t>
          </a:r>
          <a:r>
            <a:rPr lang="en-US" sz="1800" b="1" dirty="0" err="1"/>
            <a:t>kasus</a:t>
          </a:r>
          <a:r>
            <a:rPr lang="en-US" sz="1800" b="1" dirty="0"/>
            <a:t> </a:t>
          </a:r>
          <a:r>
            <a:rPr lang="en-US" sz="1800" b="1" dirty="0" err="1"/>
            <a:t>akan</a:t>
          </a:r>
          <a:r>
            <a:rPr lang="en-US" sz="1800" b="1" dirty="0"/>
            <a:t> </a:t>
          </a:r>
          <a:r>
            <a:rPr lang="en-US" sz="1800" b="1" dirty="0" err="1"/>
            <a:t>diputar</a:t>
          </a:r>
          <a:r>
            <a:rPr lang="en-US" sz="1800" b="1" dirty="0"/>
            <a:t> di main room </a:t>
          </a:r>
          <a:r>
            <a:rPr lang="en-US" sz="1800" b="1" dirty="0" err="1"/>
            <a:t>untuk</a:t>
          </a:r>
          <a:r>
            <a:rPr lang="en-US" sz="1800" b="1" dirty="0"/>
            <a:t> </a:t>
          </a:r>
          <a:r>
            <a:rPr lang="en-US" sz="1800" b="1" dirty="0" err="1"/>
            <a:t>disaksikan</a:t>
          </a:r>
          <a:r>
            <a:rPr lang="en-US" sz="1800" b="1" dirty="0"/>
            <a:t> </a:t>
          </a:r>
          <a:r>
            <a:rPr lang="en-US" sz="1800" b="1" dirty="0" err="1"/>
            <a:t>semua</a:t>
          </a:r>
          <a:r>
            <a:rPr lang="en-US" sz="1800" b="1" dirty="0"/>
            <a:t> </a:t>
          </a:r>
          <a:r>
            <a:rPr lang="en-US" sz="1800" b="1" dirty="0" err="1"/>
            <a:t>peserta</a:t>
          </a:r>
          <a:r>
            <a:rPr lang="en-US" sz="1800" b="1" dirty="0"/>
            <a:t>.</a:t>
          </a:r>
          <a:endParaRPr lang="en-US" sz="1800" dirty="0"/>
        </a:p>
      </dgm:t>
    </dgm:pt>
    <dgm:pt modelId="{69E6CF39-4696-4D88-8981-AAF8FAF061DC}" type="parTrans" cxnId="{947F72EF-C558-40B2-9847-790A1064B90A}">
      <dgm:prSet/>
      <dgm:spPr/>
      <dgm:t>
        <a:bodyPr/>
        <a:lstStyle/>
        <a:p>
          <a:endParaRPr lang="en-US"/>
        </a:p>
      </dgm:t>
    </dgm:pt>
    <dgm:pt modelId="{36D2752B-AEA8-4DB5-9497-000E3CFE9D56}" type="sibTrans" cxnId="{947F72EF-C558-40B2-9847-790A1064B90A}">
      <dgm:prSet/>
      <dgm:spPr/>
      <dgm:t>
        <a:bodyPr/>
        <a:lstStyle/>
        <a:p>
          <a:endParaRPr lang="en-US"/>
        </a:p>
      </dgm:t>
    </dgm:pt>
    <dgm:pt modelId="{0DDA69A8-061F-48D0-9900-714D7317EA15}">
      <dgm:prSet custT="1"/>
      <dgm:spPr/>
      <dgm:t>
        <a:bodyPr/>
        <a:lstStyle/>
        <a:p>
          <a:r>
            <a:rPr lang="en-US" sz="1600" b="1" dirty="0"/>
            <a:t>Setelah video </a:t>
          </a:r>
          <a:r>
            <a:rPr lang="en-US" sz="1600" b="1" dirty="0" err="1"/>
            <a:t>ditayangkan</a:t>
          </a:r>
          <a:r>
            <a:rPr lang="en-US" sz="1600" b="1" dirty="0"/>
            <a:t>, </a:t>
          </a:r>
          <a:r>
            <a:rPr lang="en-US" sz="1600" b="1" dirty="0" err="1"/>
            <a:t>semua</a:t>
          </a:r>
          <a:r>
            <a:rPr lang="en-US" sz="1600" b="1" dirty="0"/>
            <a:t> </a:t>
          </a:r>
          <a:r>
            <a:rPr lang="en-US" sz="1600" b="1" dirty="0" err="1"/>
            <a:t>peserta</a:t>
          </a:r>
          <a:r>
            <a:rPr lang="en-US" sz="1600" b="1" dirty="0"/>
            <a:t> </a:t>
          </a:r>
          <a:r>
            <a:rPr lang="en-US" sz="1600" b="1" dirty="0" err="1"/>
            <a:t>dipersilahkan</a:t>
          </a:r>
          <a:r>
            <a:rPr lang="en-US" sz="1600" b="1" dirty="0"/>
            <a:t> </a:t>
          </a:r>
          <a:r>
            <a:rPr lang="en-US" sz="1600" b="1" dirty="0" err="1"/>
            <a:t>memberikan</a:t>
          </a:r>
          <a:r>
            <a:rPr lang="en-US" sz="1600" b="1" dirty="0"/>
            <a:t> </a:t>
          </a:r>
          <a:r>
            <a:rPr lang="en-US" sz="1600" b="1" dirty="0" err="1"/>
            <a:t>jawaban</a:t>
          </a:r>
          <a:r>
            <a:rPr lang="en-US" sz="1600" b="1" dirty="0"/>
            <a:t>. Yang </a:t>
          </a:r>
          <a:r>
            <a:rPr lang="en-US" sz="1600" b="1" dirty="0" err="1"/>
            <a:t>tercepat</a:t>
          </a:r>
          <a:r>
            <a:rPr lang="en-US" sz="1600" b="1" dirty="0"/>
            <a:t> dan paling </a:t>
          </a:r>
          <a:r>
            <a:rPr lang="en-US" sz="1600" b="1" dirty="0" err="1"/>
            <a:t>tepat</a:t>
          </a:r>
          <a:r>
            <a:rPr lang="en-US" sz="1600" b="1" dirty="0"/>
            <a:t> </a:t>
          </a:r>
          <a:r>
            <a:rPr lang="en-US" sz="1600" b="1" dirty="0" err="1"/>
            <a:t>maka</a:t>
          </a:r>
          <a:r>
            <a:rPr lang="en-US" sz="1600" b="1" dirty="0"/>
            <a:t> </a:t>
          </a:r>
          <a:r>
            <a:rPr lang="en-US" sz="1600" b="1" dirty="0" err="1"/>
            <a:t>mendapatkan</a:t>
          </a:r>
          <a:r>
            <a:rPr lang="en-US" sz="1600" b="1" dirty="0"/>
            <a:t> </a:t>
          </a:r>
          <a:r>
            <a:rPr lang="en-US" sz="1600" b="1" dirty="0" err="1"/>
            <a:t>tambahan</a:t>
          </a:r>
          <a:r>
            <a:rPr lang="en-US" sz="1600" b="1" dirty="0"/>
            <a:t> </a:t>
          </a:r>
          <a:r>
            <a:rPr lang="en-US" sz="1600" b="1" dirty="0" err="1"/>
            <a:t>poin</a:t>
          </a:r>
          <a:r>
            <a:rPr lang="en-US" sz="1600" b="1" dirty="0"/>
            <a:t>.</a:t>
          </a:r>
          <a:endParaRPr lang="en-US" sz="1600" dirty="0"/>
        </a:p>
      </dgm:t>
    </dgm:pt>
    <dgm:pt modelId="{62B18F13-D896-4752-A5F1-9A5C9A4E8736}" type="parTrans" cxnId="{E35FC57D-04EB-419B-BD58-C2B10863E95E}">
      <dgm:prSet/>
      <dgm:spPr/>
      <dgm:t>
        <a:bodyPr/>
        <a:lstStyle/>
        <a:p>
          <a:endParaRPr lang="en-US"/>
        </a:p>
      </dgm:t>
    </dgm:pt>
    <dgm:pt modelId="{64EFECE2-D8AA-4FB4-8CEB-49060CBA8941}" type="sibTrans" cxnId="{E35FC57D-04EB-419B-BD58-C2B10863E95E}">
      <dgm:prSet/>
      <dgm:spPr/>
      <dgm:t>
        <a:bodyPr/>
        <a:lstStyle/>
        <a:p>
          <a:endParaRPr lang="en-US"/>
        </a:p>
      </dgm:t>
    </dgm:pt>
    <dgm:pt modelId="{6B56AF26-AECA-40AF-AA9D-9756C8FD6AA6}">
      <dgm:prSet custT="1"/>
      <dgm:spPr/>
      <dgm:t>
        <a:bodyPr/>
        <a:lstStyle/>
        <a:p>
          <a:r>
            <a:rPr lang="en-US" sz="1800" b="1" dirty="0" err="1"/>
            <a:t>setiap</a:t>
          </a:r>
          <a:r>
            <a:rPr lang="en-US" sz="1800" b="1" dirty="0"/>
            <a:t> </a:t>
          </a:r>
          <a:r>
            <a:rPr lang="en-US" sz="1800" b="1" dirty="0" err="1"/>
            <a:t>kasus</a:t>
          </a:r>
          <a:r>
            <a:rPr lang="en-US" sz="1800" b="1" dirty="0"/>
            <a:t> yang </a:t>
          </a:r>
          <a:r>
            <a:rPr lang="en-US" sz="1800" b="1" dirty="0" err="1"/>
            <a:t>berhasil</a:t>
          </a:r>
          <a:r>
            <a:rPr lang="en-US" sz="1800" b="1" dirty="0"/>
            <a:t> </a:t>
          </a:r>
          <a:r>
            <a:rPr lang="en-US" sz="1800" b="1" dirty="0" err="1"/>
            <a:t>dipecahkan</a:t>
          </a:r>
          <a:r>
            <a:rPr lang="en-US" sz="1800" b="1" dirty="0"/>
            <a:t> </a:t>
          </a:r>
          <a:r>
            <a:rPr lang="en-US" sz="1800" b="1" dirty="0" err="1"/>
            <a:t>memperoleh</a:t>
          </a:r>
          <a:r>
            <a:rPr lang="en-US" sz="1800" b="1" dirty="0"/>
            <a:t> 300 </a:t>
          </a:r>
          <a:r>
            <a:rPr lang="en-US" sz="1800" b="1" dirty="0" err="1"/>
            <a:t>poin</a:t>
          </a:r>
          <a:r>
            <a:rPr lang="en-US" sz="1800" b="1" dirty="0"/>
            <a:t> </a:t>
          </a:r>
          <a:r>
            <a:rPr lang="en-US" sz="1800" b="1" dirty="0" err="1"/>
            <a:t>bagi</a:t>
          </a:r>
          <a:r>
            <a:rPr lang="en-US" sz="1800" b="1" dirty="0"/>
            <a:t> </a:t>
          </a:r>
          <a:r>
            <a:rPr lang="en-US" sz="1800" b="1" dirty="0" err="1"/>
            <a:t>tim</a:t>
          </a:r>
          <a:r>
            <a:rPr lang="en-US" sz="1800" b="1" dirty="0"/>
            <a:t> </a:t>
          </a:r>
          <a:r>
            <a:rPr lang="en-US" sz="1800" b="1" dirty="0" err="1"/>
            <a:t>nya</a:t>
          </a:r>
          <a:r>
            <a:rPr lang="en-US" sz="1800" b="1" dirty="0"/>
            <a:t>.</a:t>
          </a:r>
          <a:endParaRPr lang="en-US" sz="1800" dirty="0"/>
        </a:p>
      </dgm:t>
    </dgm:pt>
    <dgm:pt modelId="{9688B285-6939-4157-A473-3007D84E581C}" type="parTrans" cxnId="{45234F7D-DD4B-494E-B570-442300375AAA}">
      <dgm:prSet/>
      <dgm:spPr/>
      <dgm:t>
        <a:bodyPr/>
        <a:lstStyle/>
        <a:p>
          <a:endParaRPr lang="en-US"/>
        </a:p>
      </dgm:t>
    </dgm:pt>
    <dgm:pt modelId="{B620F993-A8B0-4607-9672-4F76914EF7EB}" type="sibTrans" cxnId="{45234F7D-DD4B-494E-B570-442300375AAA}">
      <dgm:prSet/>
      <dgm:spPr/>
      <dgm:t>
        <a:bodyPr/>
        <a:lstStyle/>
        <a:p>
          <a:endParaRPr lang="en-US"/>
        </a:p>
      </dgm:t>
    </dgm:pt>
    <dgm:pt modelId="{907271B9-017F-481F-A036-41A8FB6F9EB2}" type="pres">
      <dgm:prSet presAssocID="{B32003FA-1364-42C5-BD39-FD7A71B76102}" presName="linear" presStyleCnt="0">
        <dgm:presLayoutVars>
          <dgm:animLvl val="lvl"/>
          <dgm:resizeHandles val="exact"/>
        </dgm:presLayoutVars>
      </dgm:prSet>
      <dgm:spPr/>
    </dgm:pt>
    <dgm:pt modelId="{7AB30CE1-A39C-476B-A23F-DAF893C1569F}" type="pres">
      <dgm:prSet presAssocID="{D88CFAC7-8EC5-4AB5-9DAD-6592DB2FAB1E}" presName="parentText" presStyleLbl="node1" presStyleIdx="0" presStyleCnt="4" custLinFactY="-11363" custLinFactNeighborX="733" custLinFactNeighborY="-100000">
        <dgm:presLayoutVars>
          <dgm:chMax val="0"/>
          <dgm:bulletEnabled val="1"/>
        </dgm:presLayoutVars>
      </dgm:prSet>
      <dgm:spPr/>
    </dgm:pt>
    <dgm:pt modelId="{DC16A5BC-2B69-4145-95D8-4DD3BBC7593D}" type="pres">
      <dgm:prSet presAssocID="{9023FF58-C4BC-4AD1-8264-E8B89677C878}" presName="spacer" presStyleCnt="0"/>
      <dgm:spPr/>
    </dgm:pt>
    <dgm:pt modelId="{F4FD5CC4-C62F-420A-A9B3-7376015136B5}" type="pres">
      <dgm:prSet presAssocID="{2C27C0C3-D3FF-40B4-BB4A-88C6E1B8E66B}" presName="parentText" presStyleLbl="node1" presStyleIdx="1" presStyleCnt="4" custLinFactNeighborY="-37965">
        <dgm:presLayoutVars>
          <dgm:chMax val="0"/>
          <dgm:bulletEnabled val="1"/>
        </dgm:presLayoutVars>
      </dgm:prSet>
      <dgm:spPr/>
    </dgm:pt>
    <dgm:pt modelId="{83A5C6A6-8E37-4CE7-AABF-46782EBC0A11}" type="pres">
      <dgm:prSet presAssocID="{36D2752B-AEA8-4DB5-9497-000E3CFE9D56}" presName="spacer" presStyleCnt="0"/>
      <dgm:spPr/>
    </dgm:pt>
    <dgm:pt modelId="{385E055F-BF19-4BD0-B574-B4CA5D677E1B}" type="pres">
      <dgm:prSet presAssocID="{0DDA69A8-061F-48D0-9900-714D7317EA15}" presName="parentText" presStyleLbl="node1" presStyleIdx="2" presStyleCnt="4" custLinFactNeighborY="-57903">
        <dgm:presLayoutVars>
          <dgm:chMax val="0"/>
          <dgm:bulletEnabled val="1"/>
        </dgm:presLayoutVars>
      </dgm:prSet>
      <dgm:spPr/>
    </dgm:pt>
    <dgm:pt modelId="{19238FE2-CD9C-4E45-B9B0-8490CD7EEF7A}" type="pres">
      <dgm:prSet presAssocID="{64EFECE2-D8AA-4FB4-8CEB-49060CBA8941}" presName="spacer" presStyleCnt="0"/>
      <dgm:spPr/>
    </dgm:pt>
    <dgm:pt modelId="{0543A40D-3625-472A-9B70-4F50F3B51C37}" type="pres">
      <dgm:prSet presAssocID="{6B56AF26-AECA-40AF-AA9D-9756C8FD6AA6}" presName="parentText" presStyleLbl="node1" presStyleIdx="3" presStyleCnt="4" custLinFactNeighborX="-636" custLinFactNeighborY="-37014">
        <dgm:presLayoutVars>
          <dgm:chMax val="0"/>
          <dgm:bulletEnabled val="1"/>
        </dgm:presLayoutVars>
      </dgm:prSet>
      <dgm:spPr/>
    </dgm:pt>
  </dgm:ptLst>
  <dgm:cxnLst>
    <dgm:cxn modelId="{7CBC7431-FB93-4706-81C9-57AE6EB471A3}" type="presOf" srcId="{6B56AF26-AECA-40AF-AA9D-9756C8FD6AA6}" destId="{0543A40D-3625-472A-9B70-4F50F3B51C37}" srcOrd="0" destOrd="0" presId="urn:microsoft.com/office/officeart/2005/8/layout/vList2"/>
    <dgm:cxn modelId="{43CCDB3E-F3BC-4A26-AC8A-808935A16C43}" type="presOf" srcId="{B32003FA-1364-42C5-BD39-FD7A71B76102}" destId="{907271B9-017F-481F-A036-41A8FB6F9EB2}" srcOrd="0" destOrd="0" presId="urn:microsoft.com/office/officeart/2005/8/layout/vList2"/>
    <dgm:cxn modelId="{70BB3451-DB54-42D3-A25B-94FA86FA8C63}" srcId="{B32003FA-1364-42C5-BD39-FD7A71B76102}" destId="{D88CFAC7-8EC5-4AB5-9DAD-6592DB2FAB1E}" srcOrd="0" destOrd="0" parTransId="{613DE751-3356-46A6-9E88-7456F81AC8AB}" sibTransId="{9023FF58-C4BC-4AD1-8264-E8B89677C878}"/>
    <dgm:cxn modelId="{45234F7D-DD4B-494E-B570-442300375AAA}" srcId="{B32003FA-1364-42C5-BD39-FD7A71B76102}" destId="{6B56AF26-AECA-40AF-AA9D-9756C8FD6AA6}" srcOrd="3" destOrd="0" parTransId="{9688B285-6939-4157-A473-3007D84E581C}" sibTransId="{B620F993-A8B0-4607-9672-4F76914EF7EB}"/>
    <dgm:cxn modelId="{E35FC57D-04EB-419B-BD58-C2B10863E95E}" srcId="{B32003FA-1364-42C5-BD39-FD7A71B76102}" destId="{0DDA69A8-061F-48D0-9900-714D7317EA15}" srcOrd="2" destOrd="0" parTransId="{62B18F13-D896-4752-A5F1-9A5C9A4E8736}" sibTransId="{64EFECE2-D8AA-4FB4-8CEB-49060CBA8941}"/>
    <dgm:cxn modelId="{582362A1-CAFA-4525-A5B7-2CCA331470D3}" type="presOf" srcId="{0DDA69A8-061F-48D0-9900-714D7317EA15}" destId="{385E055F-BF19-4BD0-B574-B4CA5D677E1B}" srcOrd="0" destOrd="0" presId="urn:microsoft.com/office/officeart/2005/8/layout/vList2"/>
    <dgm:cxn modelId="{33DA40C6-6905-4A72-AE2E-6568B4038AB6}" type="presOf" srcId="{2C27C0C3-D3FF-40B4-BB4A-88C6E1B8E66B}" destId="{F4FD5CC4-C62F-420A-A9B3-7376015136B5}" srcOrd="0" destOrd="0" presId="urn:microsoft.com/office/officeart/2005/8/layout/vList2"/>
    <dgm:cxn modelId="{9F5C0AE4-69A8-42BD-85B4-E869886070F4}" type="presOf" srcId="{D88CFAC7-8EC5-4AB5-9DAD-6592DB2FAB1E}" destId="{7AB30CE1-A39C-476B-A23F-DAF893C1569F}" srcOrd="0" destOrd="0" presId="urn:microsoft.com/office/officeart/2005/8/layout/vList2"/>
    <dgm:cxn modelId="{947F72EF-C558-40B2-9847-790A1064B90A}" srcId="{B32003FA-1364-42C5-BD39-FD7A71B76102}" destId="{2C27C0C3-D3FF-40B4-BB4A-88C6E1B8E66B}" srcOrd="1" destOrd="0" parTransId="{69E6CF39-4696-4D88-8981-AAF8FAF061DC}" sibTransId="{36D2752B-AEA8-4DB5-9497-000E3CFE9D56}"/>
    <dgm:cxn modelId="{0B2135F1-6B06-4C55-81BA-BB9E09EAF835}" type="presParOf" srcId="{907271B9-017F-481F-A036-41A8FB6F9EB2}" destId="{7AB30CE1-A39C-476B-A23F-DAF893C1569F}" srcOrd="0" destOrd="0" presId="urn:microsoft.com/office/officeart/2005/8/layout/vList2"/>
    <dgm:cxn modelId="{08EDF190-C3FA-4D27-B268-7BF84EC73675}" type="presParOf" srcId="{907271B9-017F-481F-A036-41A8FB6F9EB2}" destId="{DC16A5BC-2B69-4145-95D8-4DD3BBC7593D}" srcOrd="1" destOrd="0" presId="urn:microsoft.com/office/officeart/2005/8/layout/vList2"/>
    <dgm:cxn modelId="{707E32D4-1B87-414B-9025-30C8522A4152}" type="presParOf" srcId="{907271B9-017F-481F-A036-41A8FB6F9EB2}" destId="{F4FD5CC4-C62F-420A-A9B3-7376015136B5}" srcOrd="2" destOrd="0" presId="urn:microsoft.com/office/officeart/2005/8/layout/vList2"/>
    <dgm:cxn modelId="{57B24D6B-B35E-45F8-9DEB-2CC20C8F1CC2}" type="presParOf" srcId="{907271B9-017F-481F-A036-41A8FB6F9EB2}" destId="{83A5C6A6-8E37-4CE7-AABF-46782EBC0A11}" srcOrd="3" destOrd="0" presId="urn:microsoft.com/office/officeart/2005/8/layout/vList2"/>
    <dgm:cxn modelId="{1F0C4186-309F-4594-9428-A5667A9FC85F}" type="presParOf" srcId="{907271B9-017F-481F-A036-41A8FB6F9EB2}" destId="{385E055F-BF19-4BD0-B574-B4CA5D677E1B}" srcOrd="4" destOrd="0" presId="urn:microsoft.com/office/officeart/2005/8/layout/vList2"/>
    <dgm:cxn modelId="{9872A58C-96ED-41AF-B55E-1164BF8CCE00}" type="presParOf" srcId="{907271B9-017F-481F-A036-41A8FB6F9EB2}" destId="{19238FE2-CD9C-4E45-B9B0-8490CD7EEF7A}" srcOrd="5" destOrd="0" presId="urn:microsoft.com/office/officeart/2005/8/layout/vList2"/>
    <dgm:cxn modelId="{1F943214-AC05-4149-8D6B-ADF8E5DD4646}" type="presParOf" srcId="{907271B9-017F-481F-A036-41A8FB6F9EB2}" destId="{0543A40D-3625-472A-9B70-4F50F3B51C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30CE1-A39C-476B-A23F-DAF893C1569F}">
      <dsp:nvSpPr>
        <dsp:cNvPr id="0" name=""/>
        <dsp:cNvSpPr/>
      </dsp:nvSpPr>
      <dsp:spPr>
        <a:xfrm>
          <a:off x="0" y="0"/>
          <a:ext cx="45594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Terdapat 8 kasus peristiwa yang harus diselidiki oleh masing-masing tim yang diberikan dalam bentuk video</a:t>
          </a:r>
          <a:endParaRPr lang="en-US" sz="1700" kern="1200"/>
        </a:p>
      </dsp:txBody>
      <dsp:txXfrm>
        <a:off x="45635" y="45635"/>
        <a:ext cx="4468155" cy="843560"/>
      </dsp:txXfrm>
    </dsp:sp>
    <dsp:sp modelId="{F4FD5CC4-C62F-420A-A9B3-7376015136B5}">
      <dsp:nvSpPr>
        <dsp:cNvPr id="0" name=""/>
        <dsp:cNvSpPr/>
      </dsp:nvSpPr>
      <dsp:spPr>
        <a:xfrm>
          <a:off x="0" y="1030482"/>
          <a:ext cx="45594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Video setiap kasus akan diputar di main room untuk disaksikan semua tim.</a:t>
          </a:r>
          <a:endParaRPr lang="en-US" sz="1700" kern="1200"/>
        </a:p>
      </dsp:txBody>
      <dsp:txXfrm>
        <a:off x="45635" y="1076117"/>
        <a:ext cx="4468155" cy="843560"/>
      </dsp:txXfrm>
    </dsp:sp>
    <dsp:sp modelId="{385E055F-BF19-4BD0-B574-B4CA5D677E1B}">
      <dsp:nvSpPr>
        <dsp:cNvPr id="0" name=""/>
        <dsp:cNvSpPr/>
      </dsp:nvSpPr>
      <dsp:spPr>
        <a:xfrm>
          <a:off x="0" y="2014272"/>
          <a:ext cx="45594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Setiap tim diberikan waktu 3 menit untuk berdiskusi memecahkan kasusnya di BOR, lalu sampaikan hasilnya ke fasilitator/pendamping</a:t>
          </a:r>
          <a:endParaRPr lang="en-US" sz="1700" kern="1200"/>
        </a:p>
      </dsp:txBody>
      <dsp:txXfrm>
        <a:off x="45635" y="2059907"/>
        <a:ext cx="4468155" cy="843560"/>
      </dsp:txXfrm>
    </dsp:sp>
    <dsp:sp modelId="{0543A40D-3625-472A-9B70-4F50F3B51C37}">
      <dsp:nvSpPr>
        <dsp:cNvPr id="0" name=""/>
        <dsp:cNvSpPr/>
      </dsp:nvSpPr>
      <dsp:spPr>
        <a:xfrm>
          <a:off x="0" y="2998062"/>
          <a:ext cx="45594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Siapkan argument tim, dan setiap kasus yang berhasil dipecahkan memperoleh 300 poin.</a:t>
          </a:r>
          <a:endParaRPr lang="en-US" sz="1700" kern="1200"/>
        </a:p>
      </dsp:txBody>
      <dsp:txXfrm>
        <a:off x="45635" y="3043697"/>
        <a:ext cx="4468155" cy="843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30CE1-A39C-476B-A23F-DAF893C1569F}">
      <dsp:nvSpPr>
        <dsp:cNvPr id="0" name=""/>
        <dsp:cNvSpPr/>
      </dsp:nvSpPr>
      <dsp:spPr>
        <a:xfrm>
          <a:off x="0" y="0"/>
          <a:ext cx="4559425" cy="9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Terdapat</a:t>
          </a:r>
          <a:r>
            <a:rPr lang="en-US" sz="1800" b="1" kern="1200" dirty="0"/>
            <a:t> 8 </a:t>
          </a:r>
          <a:r>
            <a:rPr lang="en-US" sz="1800" b="1" kern="1200" dirty="0" err="1"/>
            <a:t>kasus</a:t>
          </a:r>
          <a:r>
            <a:rPr lang="en-US" sz="1800" b="1" kern="1200" dirty="0"/>
            <a:t> </a:t>
          </a:r>
          <a:r>
            <a:rPr lang="en-US" sz="1800" b="1" kern="1200" dirty="0" err="1"/>
            <a:t>peristiwa</a:t>
          </a:r>
          <a:r>
            <a:rPr lang="en-US" sz="1800" b="1" kern="1200" dirty="0"/>
            <a:t> yang </a:t>
          </a:r>
          <a:r>
            <a:rPr lang="en-US" sz="1800" b="1" kern="1200" dirty="0" err="1"/>
            <a:t>harus</a:t>
          </a:r>
          <a:r>
            <a:rPr lang="en-US" sz="1800" b="1" kern="1200" dirty="0"/>
            <a:t> </a:t>
          </a:r>
          <a:r>
            <a:rPr lang="en-US" sz="1800" b="1" kern="1200" dirty="0" err="1"/>
            <a:t>diselidiki</a:t>
          </a:r>
          <a:r>
            <a:rPr lang="en-US" sz="1800" b="1" kern="1200" dirty="0"/>
            <a:t> yang </a:t>
          </a:r>
          <a:r>
            <a:rPr lang="en-US" sz="1800" b="1" kern="1200" dirty="0" err="1"/>
            <a:t>diberikan</a:t>
          </a:r>
          <a:r>
            <a:rPr lang="en-US" sz="1800" b="1" kern="1200" dirty="0"/>
            <a:t> </a:t>
          </a:r>
          <a:r>
            <a:rPr lang="en-US" sz="1800" b="1" kern="1200" dirty="0" err="1"/>
            <a:t>dalam</a:t>
          </a:r>
          <a:r>
            <a:rPr lang="en-US" sz="1800" b="1" kern="1200" dirty="0"/>
            <a:t> </a:t>
          </a:r>
          <a:r>
            <a:rPr lang="en-US" sz="1800" b="1" kern="1200" dirty="0" err="1"/>
            <a:t>bentuk</a:t>
          </a:r>
          <a:r>
            <a:rPr lang="en-US" sz="1800" b="1" kern="1200" dirty="0"/>
            <a:t> video</a:t>
          </a:r>
          <a:endParaRPr lang="en-US" sz="1800" kern="1200" dirty="0"/>
        </a:p>
      </dsp:txBody>
      <dsp:txXfrm>
        <a:off x="48097" y="48097"/>
        <a:ext cx="4463231" cy="889085"/>
      </dsp:txXfrm>
    </dsp:sp>
    <dsp:sp modelId="{F4FD5CC4-C62F-420A-A9B3-7376015136B5}">
      <dsp:nvSpPr>
        <dsp:cNvPr id="0" name=""/>
        <dsp:cNvSpPr/>
      </dsp:nvSpPr>
      <dsp:spPr>
        <a:xfrm>
          <a:off x="0" y="993540"/>
          <a:ext cx="4559425" cy="9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Video </a:t>
          </a:r>
          <a:r>
            <a:rPr lang="en-US" sz="1800" b="1" kern="1200" dirty="0" err="1"/>
            <a:t>setiap</a:t>
          </a:r>
          <a:r>
            <a:rPr lang="en-US" sz="1800" b="1" kern="1200" dirty="0"/>
            <a:t> </a:t>
          </a:r>
          <a:r>
            <a:rPr lang="en-US" sz="1800" b="1" kern="1200" dirty="0" err="1"/>
            <a:t>kasus</a:t>
          </a:r>
          <a:r>
            <a:rPr lang="en-US" sz="1800" b="1" kern="1200" dirty="0"/>
            <a:t> </a:t>
          </a:r>
          <a:r>
            <a:rPr lang="en-US" sz="1800" b="1" kern="1200" dirty="0" err="1"/>
            <a:t>akan</a:t>
          </a:r>
          <a:r>
            <a:rPr lang="en-US" sz="1800" b="1" kern="1200" dirty="0"/>
            <a:t> </a:t>
          </a:r>
          <a:r>
            <a:rPr lang="en-US" sz="1800" b="1" kern="1200" dirty="0" err="1"/>
            <a:t>diputar</a:t>
          </a:r>
          <a:r>
            <a:rPr lang="en-US" sz="1800" b="1" kern="1200" dirty="0"/>
            <a:t> di main room </a:t>
          </a:r>
          <a:r>
            <a:rPr lang="en-US" sz="1800" b="1" kern="1200" dirty="0" err="1"/>
            <a:t>untuk</a:t>
          </a:r>
          <a:r>
            <a:rPr lang="en-US" sz="1800" b="1" kern="1200" dirty="0"/>
            <a:t> </a:t>
          </a:r>
          <a:r>
            <a:rPr lang="en-US" sz="1800" b="1" kern="1200" dirty="0" err="1"/>
            <a:t>disaksikan</a:t>
          </a:r>
          <a:r>
            <a:rPr lang="en-US" sz="1800" b="1" kern="1200" dirty="0"/>
            <a:t> </a:t>
          </a:r>
          <a:r>
            <a:rPr lang="en-US" sz="1800" b="1" kern="1200" dirty="0" err="1"/>
            <a:t>semua</a:t>
          </a:r>
          <a:r>
            <a:rPr lang="en-US" sz="1800" b="1" kern="1200" dirty="0"/>
            <a:t> </a:t>
          </a:r>
          <a:r>
            <a:rPr lang="en-US" sz="1800" b="1" kern="1200" dirty="0" err="1"/>
            <a:t>peserta</a:t>
          </a:r>
          <a:r>
            <a:rPr lang="en-US" sz="1800" b="1" kern="1200" dirty="0"/>
            <a:t>.</a:t>
          </a:r>
          <a:endParaRPr lang="en-US" sz="1800" kern="1200" dirty="0"/>
        </a:p>
      </dsp:txBody>
      <dsp:txXfrm>
        <a:off x="48097" y="1041637"/>
        <a:ext cx="4463231" cy="889085"/>
      </dsp:txXfrm>
    </dsp:sp>
    <dsp:sp modelId="{385E055F-BF19-4BD0-B574-B4CA5D677E1B}">
      <dsp:nvSpPr>
        <dsp:cNvPr id="0" name=""/>
        <dsp:cNvSpPr/>
      </dsp:nvSpPr>
      <dsp:spPr>
        <a:xfrm>
          <a:off x="0" y="1988806"/>
          <a:ext cx="4559425" cy="9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Setelah video </a:t>
          </a:r>
          <a:r>
            <a:rPr lang="en-US" sz="1600" b="1" kern="1200" dirty="0" err="1"/>
            <a:t>ditayangkan</a:t>
          </a:r>
          <a:r>
            <a:rPr lang="en-US" sz="1600" b="1" kern="1200" dirty="0"/>
            <a:t>, </a:t>
          </a:r>
          <a:r>
            <a:rPr lang="en-US" sz="1600" b="1" kern="1200" dirty="0" err="1"/>
            <a:t>semua</a:t>
          </a:r>
          <a:r>
            <a:rPr lang="en-US" sz="1600" b="1" kern="1200" dirty="0"/>
            <a:t> </a:t>
          </a:r>
          <a:r>
            <a:rPr lang="en-US" sz="1600" b="1" kern="1200" dirty="0" err="1"/>
            <a:t>peserta</a:t>
          </a:r>
          <a:r>
            <a:rPr lang="en-US" sz="1600" b="1" kern="1200" dirty="0"/>
            <a:t> </a:t>
          </a:r>
          <a:r>
            <a:rPr lang="en-US" sz="1600" b="1" kern="1200" dirty="0" err="1"/>
            <a:t>dipersilahkan</a:t>
          </a:r>
          <a:r>
            <a:rPr lang="en-US" sz="1600" b="1" kern="1200" dirty="0"/>
            <a:t> </a:t>
          </a:r>
          <a:r>
            <a:rPr lang="en-US" sz="1600" b="1" kern="1200" dirty="0" err="1"/>
            <a:t>memberikan</a:t>
          </a:r>
          <a:r>
            <a:rPr lang="en-US" sz="1600" b="1" kern="1200" dirty="0"/>
            <a:t> </a:t>
          </a:r>
          <a:r>
            <a:rPr lang="en-US" sz="1600" b="1" kern="1200" dirty="0" err="1"/>
            <a:t>jawaban</a:t>
          </a:r>
          <a:r>
            <a:rPr lang="en-US" sz="1600" b="1" kern="1200" dirty="0"/>
            <a:t>. Yang </a:t>
          </a:r>
          <a:r>
            <a:rPr lang="en-US" sz="1600" b="1" kern="1200" dirty="0" err="1"/>
            <a:t>tercepat</a:t>
          </a:r>
          <a:r>
            <a:rPr lang="en-US" sz="1600" b="1" kern="1200" dirty="0"/>
            <a:t> dan paling </a:t>
          </a:r>
          <a:r>
            <a:rPr lang="en-US" sz="1600" b="1" kern="1200" dirty="0" err="1"/>
            <a:t>tepat</a:t>
          </a:r>
          <a:r>
            <a:rPr lang="en-US" sz="1600" b="1" kern="1200" dirty="0"/>
            <a:t> </a:t>
          </a:r>
          <a:r>
            <a:rPr lang="en-US" sz="1600" b="1" kern="1200" dirty="0" err="1"/>
            <a:t>maka</a:t>
          </a:r>
          <a:r>
            <a:rPr lang="en-US" sz="1600" b="1" kern="1200" dirty="0"/>
            <a:t> </a:t>
          </a:r>
          <a:r>
            <a:rPr lang="en-US" sz="1600" b="1" kern="1200" dirty="0" err="1"/>
            <a:t>mendapatkan</a:t>
          </a:r>
          <a:r>
            <a:rPr lang="en-US" sz="1600" b="1" kern="1200" dirty="0"/>
            <a:t> </a:t>
          </a:r>
          <a:r>
            <a:rPr lang="en-US" sz="1600" b="1" kern="1200" dirty="0" err="1"/>
            <a:t>tambahan</a:t>
          </a:r>
          <a:r>
            <a:rPr lang="en-US" sz="1600" b="1" kern="1200" dirty="0"/>
            <a:t> </a:t>
          </a:r>
          <a:r>
            <a:rPr lang="en-US" sz="1600" b="1" kern="1200" dirty="0" err="1"/>
            <a:t>poin</a:t>
          </a:r>
          <a:r>
            <a:rPr lang="en-US" sz="1600" b="1" kern="1200" dirty="0"/>
            <a:t>.</a:t>
          </a:r>
          <a:endParaRPr lang="en-US" sz="1600" kern="1200" dirty="0"/>
        </a:p>
      </dsp:txBody>
      <dsp:txXfrm>
        <a:off x="48097" y="2036903"/>
        <a:ext cx="4463231" cy="889085"/>
      </dsp:txXfrm>
    </dsp:sp>
    <dsp:sp modelId="{0543A40D-3625-472A-9B70-4F50F3B51C37}">
      <dsp:nvSpPr>
        <dsp:cNvPr id="0" name=""/>
        <dsp:cNvSpPr/>
      </dsp:nvSpPr>
      <dsp:spPr>
        <a:xfrm>
          <a:off x="0" y="2989165"/>
          <a:ext cx="4559425" cy="9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setiap</a:t>
          </a:r>
          <a:r>
            <a:rPr lang="en-US" sz="1800" b="1" kern="1200" dirty="0"/>
            <a:t> </a:t>
          </a:r>
          <a:r>
            <a:rPr lang="en-US" sz="1800" b="1" kern="1200" dirty="0" err="1"/>
            <a:t>kasus</a:t>
          </a:r>
          <a:r>
            <a:rPr lang="en-US" sz="1800" b="1" kern="1200" dirty="0"/>
            <a:t> yang </a:t>
          </a:r>
          <a:r>
            <a:rPr lang="en-US" sz="1800" b="1" kern="1200" dirty="0" err="1"/>
            <a:t>berhasil</a:t>
          </a:r>
          <a:r>
            <a:rPr lang="en-US" sz="1800" b="1" kern="1200" dirty="0"/>
            <a:t> </a:t>
          </a:r>
          <a:r>
            <a:rPr lang="en-US" sz="1800" b="1" kern="1200" dirty="0" err="1"/>
            <a:t>dipecahkan</a:t>
          </a:r>
          <a:r>
            <a:rPr lang="en-US" sz="1800" b="1" kern="1200" dirty="0"/>
            <a:t> </a:t>
          </a:r>
          <a:r>
            <a:rPr lang="en-US" sz="1800" b="1" kern="1200" dirty="0" err="1"/>
            <a:t>memperoleh</a:t>
          </a:r>
          <a:r>
            <a:rPr lang="en-US" sz="1800" b="1" kern="1200" dirty="0"/>
            <a:t> 300 </a:t>
          </a:r>
          <a:r>
            <a:rPr lang="en-US" sz="1800" b="1" kern="1200" dirty="0" err="1"/>
            <a:t>poin</a:t>
          </a:r>
          <a:r>
            <a:rPr lang="en-US" sz="1800" b="1" kern="1200" dirty="0"/>
            <a:t> </a:t>
          </a:r>
          <a:r>
            <a:rPr lang="en-US" sz="1800" b="1" kern="1200" dirty="0" err="1"/>
            <a:t>bagi</a:t>
          </a:r>
          <a:r>
            <a:rPr lang="en-US" sz="1800" b="1" kern="1200" dirty="0"/>
            <a:t> </a:t>
          </a:r>
          <a:r>
            <a:rPr lang="en-US" sz="1800" b="1" kern="1200" dirty="0" err="1"/>
            <a:t>tim</a:t>
          </a:r>
          <a:r>
            <a:rPr lang="en-US" sz="1800" b="1" kern="1200" dirty="0"/>
            <a:t> </a:t>
          </a:r>
          <a:r>
            <a:rPr lang="en-US" sz="1800" b="1" kern="1200" dirty="0" err="1"/>
            <a:t>nya</a:t>
          </a:r>
          <a:r>
            <a:rPr lang="en-US" sz="1800" b="1" kern="1200" dirty="0"/>
            <a:t>.</a:t>
          </a:r>
          <a:endParaRPr lang="en-US" sz="1800" kern="1200" dirty="0"/>
        </a:p>
      </dsp:txBody>
      <dsp:txXfrm>
        <a:off x="48097" y="3037262"/>
        <a:ext cx="4463231" cy="889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56B9-3CC9-4522-8520-1D15F5D5E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4BFC7-A860-4C81-85FD-FB0478EB1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710AF-ED85-4EA3-8FA1-5AEE5225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D8793-C456-498C-9794-F9A12A05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EE1F-C5FA-4E90-A609-C6D9746C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066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C3BE-4038-4B54-B0D7-11906D18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2CB10-1A10-4858-B2F6-2CE35EC61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C890-04DA-4FA3-A6A8-532983BE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A227-027B-4775-8990-DA2FC0DF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6250F-F8B4-4CA4-8108-A324D972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497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D560-CFBA-4157-9072-AADD6A52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8BBEA-F8EA-4055-A5A4-B9BC31FF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E48F7-E16B-4179-9F78-F905ADC8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33377-D4E7-4112-8439-D37F9466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AFEB-6D87-432B-BEC6-2A4FB86D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75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EB47-7F7D-4B11-AEDE-E602F38C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753C-79DD-4589-8918-803B2E683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45BB0-0F2F-4FBC-8F94-A0AAF55F7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08BFD-3C4B-487D-A913-E4346E94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F34C3-4E4C-4D7E-92C8-74D82C20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078DA-C3C7-43DA-9440-D619AC8E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396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EEC6-9AD2-4C27-B6A1-7D867A5A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299C5-E2F8-435C-A064-405E14E45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DE620-7D9B-4F0D-A2F5-607F420ED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179D8-978D-48BC-842E-A31A23A87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9D64E-51A2-4AC6-B9FF-FFC5DF3A9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BA8F2-7B4B-46B3-A620-461DB6EB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530DE-DC13-4424-BA77-FFEC28B8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221D5-0EA3-4E27-8541-E0F6FF71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660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3B45-7911-4AD0-8290-97579BB1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36FE6-5D49-473B-8DAC-81D81143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FC9B4-D93A-4FB2-95D5-8B666ED7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8FACA-1425-4EA5-AE29-4A43A820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287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40AE8-1C50-44C7-B67E-BFF344AE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10D6C-F18A-4DA5-837B-56E4FA2B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C696-66F6-4F6C-A27F-1F096590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636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8418-DD55-447A-9ED9-A7D5830F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29263-B57B-4CAF-AD01-76903F29B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61A85-92B7-42C3-943E-7473F8A71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FA189-232C-4A67-AD23-D6D1A1FE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C1CDD-0D78-419B-A220-05C4733B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62B82-AC4B-4455-9B4E-1ABBAE39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325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01E6-D84B-4CC4-A320-69E4B2AB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76977-64D0-4BAB-B7DD-8AB063725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002A2-AC86-4D06-AFCD-F9A04693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7D5EA-274D-4045-A0D4-7821AFC2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FF721-6D97-45ED-A595-68FE497A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2FF83-7342-428D-BF67-0D2C4EE7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06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1008E-F0FC-411B-A6EF-FD376260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A2134-0075-487A-B683-4FD7E2502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B5B65-8B90-4996-B3F7-3C212191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53454-76AC-48FF-A1E5-AD6924A0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4222-EC33-4B8A-B980-FE9F23C3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330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E367-2555-47C5-BDD6-F4E513E83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0F7B9-B0EF-4EB5-9718-1A70FFB16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FC0B7-74FF-4D1A-A415-423205E5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421D0-BF84-4B48-B8E9-E0ECA6BA3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AD7C-D03F-474C-82B8-9D318DDB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37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B995C-A933-475C-89C9-51BE681B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B2FF5-4978-4112-ABAD-45781DD91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9B6F8-8788-41C4-8B99-5CF31B946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E262E-F783-4E86-ABC4-065E35236BC3}" type="datetimeFigureOut">
              <a:rPr lang="en-ID" smtClean="0"/>
              <a:t>18/08/2021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47B3A-E818-4328-A391-468B06123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0ED8-57AC-4959-B2A9-F6301E0A5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FFF1F-2769-4405-BC70-1F340B8B01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899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osing, slope, skiing&#10;&#10;Description automatically generated">
            <a:extLst>
              <a:ext uri="{FF2B5EF4-FFF2-40B4-BE49-F238E27FC236}">
                <a16:creationId xmlns:a16="http://schemas.microsoft.com/office/drawing/2014/main" id="{49834EBF-D3C5-4B5D-B565-64DEF9B14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9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Puzzle pieces">
            <a:extLst>
              <a:ext uri="{FF2B5EF4-FFF2-40B4-BE49-F238E27FC236}">
                <a16:creationId xmlns:a16="http://schemas.microsoft.com/office/drawing/2014/main" id="{CE091711-F3AC-4CFE-B8CC-980A01437D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4793" b="10620"/>
          <a:stretch/>
        </p:blipFill>
        <p:spPr>
          <a:xfrm>
            <a:off x="0" y="0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E0376C-E66C-4085-800D-D26D989D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PURPOSE</a:t>
            </a:r>
            <a:endParaRPr lang="en-ID" sz="4000" dirty="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ED50-983D-4946-9E54-144672131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80" y="1447019"/>
            <a:ext cx="5744685" cy="4726276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For Having FUN</a:t>
            </a:r>
          </a:p>
          <a:p>
            <a:r>
              <a:rPr lang="en-US" sz="3600" dirty="0">
                <a:solidFill>
                  <a:srgbClr val="FFFFFF"/>
                </a:solidFill>
              </a:rPr>
              <a:t>Think Logically</a:t>
            </a:r>
          </a:p>
          <a:p>
            <a:r>
              <a:rPr lang="en-US" sz="3600" dirty="0">
                <a:solidFill>
                  <a:srgbClr val="FFFFFF"/>
                </a:solidFill>
              </a:rPr>
              <a:t>Argumentative Ability</a:t>
            </a:r>
          </a:p>
          <a:p>
            <a:endParaRPr lang="en-ID" sz="3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524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8">
            <a:extLst>
              <a:ext uri="{FF2B5EF4-FFF2-40B4-BE49-F238E27FC236}">
                <a16:creationId xmlns:a16="http://schemas.microsoft.com/office/drawing/2014/main" id="{BBC66F53-CB66-4054-A275-B6FC3DB73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561973"/>
              </p:ext>
            </p:extLst>
          </p:nvPr>
        </p:nvGraphicFramePr>
        <p:xfrm>
          <a:off x="563193" y="2292907"/>
          <a:ext cx="4559425" cy="397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Icon&#10;&#10;Description automatically generated">
            <a:extLst>
              <a:ext uri="{FF2B5EF4-FFF2-40B4-BE49-F238E27FC236}">
                <a16:creationId xmlns:a16="http://schemas.microsoft.com/office/drawing/2014/main" id="{D8061DEC-4853-463E-AF9F-3D341113855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2" r="4" b="4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A192A3-4F2D-42F3-B267-DC522B10B616}"/>
              </a:ext>
            </a:extLst>
          </p:cNvPr>
          <p:cNvSpPr txBox="1"/>
          <p:nvPr/>
        </p:nvSpPr>
        <p:spPr>
          <a:xfrm>
            <a:off x="665084" y="1267827"/>
            <a:ext cx="42210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gency FB" panose="020B0503020202020204" pitchFamily="34" charset="0"/>
              </a:rPr>
              <a:t>RULES OF THE GAME</a:t>
            </a:r>
            <a:endParaRPr lang="en-ID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39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8">
            <a:extLst>
              <a:ext uri="{FF2B5EF4-FFF2-40B4-BE49-F238E27FC236}">
                <a16:creationId xmlns:a16="http://schemas.microsoft.com/office/drawing/2014/main" id="{BBC66F53-CB66-4054-A275-B6FC3DB73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544720"/>
              </p:ext>
            </p:extLst>
          </p:nvPr>
        </p:nvGraphicFramePr>
        <p:xfrm>
          <a:off x="563193" y="2274053"/>
          <a:ext cx="4559425" cy="397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Icon&#10;&#10;Description automatically generated">
            <a:extLst>
              <a:ext uri="{FF2B5EF4-FFF2-40B4-BE49-F238E27FC236}">
                <a16:creationId xmlns:a16="http://schemas.microsoft.com/office/drawing/2014/main" id="{D8061DEC-4853-463E-AF9F-3D341113855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2" r="4" b="4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A192A3-4F2D-42F3-B267-DC522B10B616}"/>
              </a:ext>
            </a:extLst>
          </p:cNvPr>
          <p:cNvSpPr txBox="1"/>
          <p:nvPr/>
        </p:nvSpPr>
        <p:spPr>
          <a:xfrm>
            <a:off x="665084" y="1267827"/>
            <a:ext cx="42210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gency FB" panose="020B0503020202020204" pitchFamily="34" charset="0"/>
              </a:rPr>
              <a:t>RULES OF THE GAME</a:t>
            </a:r>
            <a:endParaRPr lang="en-ID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03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135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Agency FB</vt:lpstr>
      <vt:lpstr>Arial</vt:lpstr>
      <vt:lpstr>Calibri</vt:lpstr>
      <vt:lpstr>Calibri Light</vt:lpstr>
      <vt:lpstr>Office Theme</vt:lpstr>
      <vt:lpstr>PowerPoint Presentation</vt:lpstr>
      <vt:lpstr>PURPOSE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izzudin abdurahman</dc:creator>
  <cp:lastModifiedBy>izzudin abdurahman</cp:lastModifiedBy>
  <cp:revision>2</cp:revision>
  <dcterms:created xsi:type="dcterms:W3CDTF">2021-08-18T04:35:43Z</dcterms:created>
  <dcterms:modified xsi:type="dcterms:W3CDTF">2021-08-18T13:34:23Z</dcterms:modified>
</cp:coreProperties>
</file>