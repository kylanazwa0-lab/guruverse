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0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0DEB4-7FFA-48C1-AC84-8437E1F7F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61F02-3D0E-47BA-BACF-82FFC36B7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3B043-7E68-4E54-A1FF-7734F6C4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pPr/>
              <a:t>10/7/2021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A750-3BA0-4F03-8EF0-B73746DED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C234E-C410-417B-BDE2-EB382F0F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59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A67B-DF35-4949-9EBE-9F1EF83B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4B78D-1BDD-4504-A5E6-2C338991B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50DE5-BC5B-417F-9CFA-FBE6F84EC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0025F-6382-4251-AD63-29E22593D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BAEFF-0D60-4C59-AEA1-FAD79F6C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6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DAA8A-35BA-4967-999B-712A9B40C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C40FB-DE28-4EFF-BD99-3C8330EFC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D8C36-18BE-4F8E-8499-20982CA74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E1934-B0FA-4B82-BCCF-EE674094B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EEF65-5BC0-4352-BB03-321ED2A96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8CFB1-3924-45B8-9663-988597F63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67301-622A-417B-A802-405F04239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A3F25-AFEA-4472-98DD-A65D3714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FE20C-F2AE-4541-B07F-CE80AA805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D4997-ABE1-40D2-81A3-8B45701E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3B28C-AA11-4E44-9CD0-80736C2F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03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C6B8-4FCD-4401-9A4B-FF46D6565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1084D-AF46-4718-80A5-D65E3D2F1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49E19-5230-49B8-8FB8-207CADFF2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CD454E-757B-45BC-9ECF-C89200A98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804FC-C9A1-44E7-9A76-A6218DB38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5BF97-77DA-466C-A9F4-8BEB3279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45361B-315A-4C2E-87B3-C7B149076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51ACC-1CE7-4502-9A48-2BE30318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50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7C17-D22D-4F28-90E3-C282BCD9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9E692F-3D4A-447E-95CC-BDC2E551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13CEF-4122-4F0F-80D5-8A3FD7256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FAF66-B9C0-43D0-970D-CAD63E7F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5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3F088B-3DC7-4AA7-98ED-711C8E50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D8449-B75D-4B31-91C2-E97649B87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0626E-9212-4385-B7A3-2056B941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7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44091-3A4E-43FB-96C5-A979E2358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20F07-E1A0-4C97-AB90-212490778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AC4CF-9504-45D6-B610-F49E4A4BA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18E6A-FD31-4EFB-8250-DB8F7F11D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39C59-0301-437D-A5B5-880226D97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88767-04B3-4442-9DD6-354EB5773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43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EB96F-FF64-4FB1-8DED-50B22A19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81E7BA-BCA1-43F0-B938-14CD0A6FD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594E1-A3EF-4189-8085-33F3439D9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EF06C-5CE2-4154-9F88-A7211C833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3DB7-3ED7-4571-A343-0CF8FAEE4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A9200-C69E-43F5-9ECD-CD2B1A88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06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E3DE-A187-416B-9247-4EA993A67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239A3-086C-44D5-B9E2-00E5F1F79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DA366-DF25-4479-864D-27F99187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851E6-4640-435B-8F10-984531B9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247B6-0213-495E-AB66-68B6B06D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5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F1C730-E93C-433C-9922-8FAC3F24E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EE7DC-FAD1-4B53-A7BB-77F318D2E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26972-F9D3-4E0C-BAA4-59132B8FB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10/7/2021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84847-97D3-4739-83AB-12ED4E3D7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44C37-123F-41D3-BACE-EAD0A910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2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566D54-53CE-40CD-B832-85BD0288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52040-FEC2-45C7-B6EF-32980B0A0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EA137-6984-4431-814D-A6302D1F21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3BD54-29B9-3D42-B178-776ED395AA85}" type="datetimeFigureOut">
              <a:rPr lang="en-US" smtClean="0"/>
              <a:pPr/>
              <a:t>10/7/2021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F364A-A955-4B52-BF74-ED14D99DC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4D17F-CAC3-47EB-8BDC-EF9C2E467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6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BB73071-CB1B-4175-B029-A3AA42EEE7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1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496DA6-DFD7-47E0-A1A4-AF2D53531612}"/>
              </a:ext>
            </a:extLst>
          </p:cNvPr>
          <p:cNvSpPr txBox="1"/>
          <p:nvPr/>
        </p:nvSpPr>
        <p:spPr>
          <a:xfrm>
            <a:off x="2133600" y="3589867"/>
            <a:ext cx="79248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dirty="0"/>
              <a:t>SAY IT!</a:t>
            </a:r>
            <a:endParaRPr lang="en-ID" sz="15000" dirty="0"/>
          </a:p>
        </p:txBody>
      </p:sp>
    </p:spTree>
    <p:extLst>
      <p:ext uri="{BB962C8B-B14F-4D97-AF65-F5344CB8AC3E}">
        <p14:creationId xmlns:p14="http://schemas.microsoft.com/office/powerpoint/2010/main" val="962210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llage of people&#10;&#10;Description automatically generated with low confidence">
            <a:extLst>
              <a:ext uri="{FF2B5EF4-FFF2-40B4-BE49-F238E27FC236}">
                <a16:creationId xmlns:a16="http://schemas.microsoft.com/office/drawing/2014/main" id="{F114FF52-6AA4-4CF7-94B8-4383757BA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" y="91439"/>
            <a:ext cx="5953760" cy="3969173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B2DA333-3CA9-4CD9-B23D-D1B4370F05E3}"/>
              </a:ext>
            </a:extLst>
          </p:cNvPr>
          <p:cNvSpPr/>
          <p:nvPr/>
        </p:nvSpPr>
        <p:spPr>
          <a:xfrm>
            <a:off x="264160" y="264160"/>
            <a:ext cx="1270000" cy="731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A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C7205-B7ED-437B-8852-59D7A01A4960}"/>
              </a:ext>
            </a:extLst>
          </p:cNvPr>
          <p:cNvSpPr/>
          <p:nvPr/>
        </p:nvSpPr>
        <p:spPr>
          <a:xfrm>
            <a:off x="1686560" y="264160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B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90DA5F-5F2E-40B3-A119-C21EDDA9197B}"/>
              </a:ext>
            </a:extLst>
          </p:cNvPr>
          <p:cNvSpPr/>
          <p:nvPr/>
        </p:nvSpPr>
        <p:spPr>
          <a:xfrm>
            <a:off x="3212654" y="264160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C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16966B-E63F-4541-AF3A-41C7D7B014E0}"/>
              </a:ext>
            </a:extLst>
          </p:cNvPr>
          <p:cNvSpPr/>
          <p:nvPr/>
        </p:nvSpPr>
        <p:spPr>
          <a:xfrm>
            <a:off x="4738749" y="264160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D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524D5D-BCB3-4563-A717-F56CF0CF5119}"/>
              </a:ext>
            </a:extLst>
          </p:cNvPr>
          <p:cNvSpPr/>
          <p:nvPr/>
        </p:nvSpPr>
        <p:spPr>
          <a:xfrm>
            <a:off x="264160" y="1246119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E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001233-8D8E-4004-A3E9-C4CC2E3507F0}"/>
              </a:ext>
            </a:extLst>
          </p:cNvPr>
          <p:cNvSpPr/>
          <p:nvPr/>
        </p:nvSpPr>
        <p:spPr>
          <a:xfrm>
            <a:off x="1686560" y="1227161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F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46759A-60AF-4639-8304-B87F57ABDDDF}"/>
              </a:ext>
            </a:extLst>
          </p:cNvPr>
          <p:cNvSpPr/>
          <p:nvPr/>
        </p:nvSpPr>
        <p:spPr>
          <a:xfrm>
            <a:off x="3212654" y="1227161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G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24F04F-9A39-4424-8A58-9E8765A09041}"/>
              </a:ext>
            </a:extLst>
          </p:cNvPr>
          <p:cNvSpPr/>
          <p:nvPr/>
        </p:nvSpPr>
        <p:spPr>
          <a:xfrm>
            <a:off x="4738748" y="1227161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H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532D50-D7CE-4C02-9812-B5CAC769CEE8}"/>
              </a:ext>
            </a:extLst>
          </p:cNvPr>
          <p:cNvSpPr/>
          <p:nvPr/>
        </p:nvSpPr>
        <p:spPr>
          <a:xfrm>
            <a:off x="264160" y="2202711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I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332F0D-360E-4D5F-844F-CB0520F756D4}"/>
              </a:ext>
            </a:extLst>
          </p:cNvPr>
          <p:cNvSpPr/>
          <p:nvPr/>
        </p:nvSpPr>
        <p:spPr>
          <a:xfrm>
            <a:off x="1686560" y="2190162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J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55F329-8889-484C-8B10-6CA09EF38573}"/>
              </a:ext>
            </a:extLst>
          </p:cNvPr>
          <p:cNvSpPr/>
          <p:nvPr/>
        </p:nvSpPr>
        <p:spPr>
          <a:xfrm>
            <a:off x="3212654" y="2178811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K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4080A6-7F12-49E3-B80B-571379313E1F}"/>
              </a:ext>
            </a:extLst>
          </p:cNvPr>
          <p:cNvSpPr/>
          <p:nvPr/>
        </p:nvSpPr>
        <p:spPr>
          <a:xfrm>
            <a:off x="4738748" y="2167460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L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B60DE2-DB65-4783-8715-6C7BE0FFE5BE}"/>
              </a:ext>
            </a:extLst>
          </p:cNvPr>
          <p:cNvSpPr/>
          <p:nvPr/>
        </p:nvSpPr>
        <p:spPr>
          <a:xfrm>
            <a:off x="264160" y="3132919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M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02DBD6-E726-4816-81FE-20BE76440C87}"/>
              </a:ext>
            </a:extLst>
          </p:cNvPr>
          <p:cNvSpPr/>
          <p:nvPr/>
        </p:nvSpPr>
        <p:spPr>
          <a:xfrm>
            <a:off x="1686560" y="3132919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N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836DDB-F8EB-475F-911C-2C2572884F8D}"/>
              </a:ext>
            </a:extLst>
          </p:cNvPr>
          <p:cNvSpPr/>
          <p:nvPr/>
        </p:nvSpPr>
        <p:spPr>
          <a:xfrm>
            <a:off x="3212654" y="3132919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O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315C94-975E-46D0-BCEB-DF5B85A59CBD}"/>
              </a:ext>
            </a:extLst>
          </p:cNvPr>
          <p:cNvSpPr/>
          <p:nvPr/>
        </p:nvSpPr>
        <p:spPr>
          <a:xfrm>
            <a:off x="4738748" y="3132919"/>
            <a:ext cx="1270000" cy="731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solidFill>
                  <a:schemeClr val="tx1"/>
                </a:solidFill>
              </a:rPr>
              <a:t>P</a:t>
            </a:r>
            <a:endParaRPr lang="en-ID" sz="6600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EA6F7F-66D0-49F8-8BEF-61B0427579D4}"/>
              </a:ext>
            </a:extLst>
          </p:cNvPr>
          <p:cNvSpPr txBox="1"/>
          <p:nvPr/>
        </p:nvSpPr>
        <p:spPr>
          <a:xfrm>
            <a:off x="6268720" y="193040"/>
            <a:ext cx="56591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PRE-GAME:</a:t>
            </a:r>
          </a:p>
          <a:p>
            <a:endParaRPr lang="en-US" dirty="0"/>
          </a:p>
          <a:p>
            <a:r>
              <a:rPr lang="en-US" dirty="0"/>
              <a:t>SETIAP MEMBER TIM MENDAPATKAN 1 HURUF SESUAI URUTAN YANG TELAH DIBERIKAN DAN DITULIS DI KERTAS</a:t>
            </a:r>
          </a:p>
          <a:p>
            <a:endParaRPr lang="en-US" dirty="0"/>
          </a:p>
          <a:p>
            <a:r>
              <a:rPr lang="en-US" dirty="0"/>
              <a:t>HOW TO PLAY: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BENTUKLAH SEBANYAK MUNGKIN KATA DARI KOMBINASI HURUF YANG DIMILIKI MEMBER TIM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SETIAP KATA DIBENTUK DENGAN CARA MENUNJUKKAN KOMBINASI HURUF DI KERTAS KE DEPAN KAMERA, LALU MENYEBUTKAN KATANYA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FASILITATOR AKAN MENILAI APAKAH KATA TERSEBUT BERHASIL ATAU TIDAK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23EAF2-35D7-43ED-9F80-046D4584F6C6}"/>
              </a:ext>
            </a:extLst>
          </p:cNvPr>
          <p:cNvSpPr txBox="1"/>
          <p:nvPr/>
        </p:nvSpPr>
        <p:spPr>
          <a:xfrm>
            <a:off x="176908" y="4553055"/>
            <a:ext cx="60918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RULES OF GAME: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HURUF YANG DITUNJUKKAN HARUS LENGKAP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KATA/BAHASA DAERAH DAN SINGKATAN TIDAK BERLAKU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NAMA ORANG DAN BRAND TIDAK BOLEH DIGUNAKAN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SETIAP MEMBER TIM BOLEH BERKOMUNIKASI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WAKTU BERMAIN SELAMA 5 MENIT</a:t>
            </a:r>
            <a:endParaRPr lang="en-ID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9346B4-D072-4A04-9767-9A42063FD842}"/>
              </a:ext>
            </a:extLst>
          </p:cNvPr>
          <p:cNvSpPr txBox="1"/>
          <p:nvPr/>
        </p:nvSpPr>
        <p:spPr>
          <a:xfrm>
            <a:off x="6268720" y="4060612"/>
            <a:ext cx="56591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PRIZE: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3000 POIN TAMBAHAN BAGI TIM YANG MENGUMPULKAN KATA TERBANYAK</a:t>
            </a: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436513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llage of people&#10;&#10;Description automatically generated with low confidence">
            <a:extLst>
              <a:ext uri="{FF2B5EF4-FFF2-40B4-BE49-F238E27FC236}">
                <a16:creationId xmlns:a16="http://schemas.microsoft.com/office/drawing/2014/main" id="{F114FF52-6AA4-4CF7-94B8-4383757BA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7588"/>
            <a:ext cx="5104460" cy="3402973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6C10D8-682C-4E63-9CF5-AA554B08FF9E}"/>
              </a:ext>
            </a:extLst>
          </p:cNvPr>
          <p:cNvSpPr txBox="1"/>
          <p:nvPr/>
        </p:nvSpPr>
        <p:spPr>
          <a:xfrm>
            <a:off x="0" y="1355799"/>
            <a:ext cx="6096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LATIHAN</a:t>
            </a:r>
            <a:endParaRPr lang="en-ID" sz="8800" dirty="0"/>
          </a:p>
        </p:txBody>
      </p:sp>
      <p:graphicFrame>
        <p:nvGraphicFramePr>
          <p:cNvPr id="6" name="Table 25">
            <a:extLst>
              <a:ext uri="{FF2B5EF4-FFF2-40B4-BE49-F238E27FC236}">
                <a16:creationId xmlns:a16="http://schemas.microsoft.com/office/drawing/2014/main" id="{0C058CC0-340F-47A5-9A26-C7C4BD3C3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251292"/>
              </p:ext>
            </p:extLst>
          </p:nvPr>
        </p:nvGraphicFramePr>
        <p:xfrm>
          <a:off x="0" y="4055652"/>
          <a:ext cx="12192000" cy="196860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19921454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3665824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7681603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3840893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66859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1645675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27793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940792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91092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4517339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336872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3166263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89150699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066688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133351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5026624"/>
                    </a:ext>
                  </a:extLst>
                </a:gridCol>
              </a:tblGrid>
              <a:tr h="686058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2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3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4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5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6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7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8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9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10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11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12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13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14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15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16</a:t>
                      </a:r>
                      <a:endParaRPr lang="en-ID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83913"/>
                  </a:ext>
                </a:extLst>
              </a:tr>
              <a:tr h="1206603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A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A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B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C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D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E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E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F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G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I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I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J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K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L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M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N</a:t>
                      </a:r>
                      <a:endParaRPr lang="en-ID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33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74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llage of people&#10;&#10;Description automatically generated with low confidence">
            <a:extLst>
              <a:ext uri="{FF2B5EF4-FFF2-40B4-BE49-F238E27FC236}">
                <a16:creationId xmlns:a16="http://schemas.microsoft.com/office/drawing/2014/main" id="{F114FF52-6AA4-4CF7-94B8-4383757BA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7588"/>
            <a:ext cx="5104460" cy="3402973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6C10D8-682C-4E63-9CF5-AA554B08FF9E}"/>
              </a:ext>
            </a:extLst>
          </p:cNvPr>
          <p:cNvSpPr txBox="1"/>
          <p:nvPr/>
        </p:nvSpPr>
        <p:spPr>
          <a:xfrm>
            <a:off x="0" y="1355799"/>
            <a:ext cx="6096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LEVEL 1</a:t>
            </a:r>
            <a:endParaRPr lang="en-ID" sz="8800" dirty="0"/>
          </a:p>
        </p:txBody>
      </p:sp>
      <p:graphicFrame>
        <p:nvGraphicFramePr>
          <p:cNvPr id="6" name="Table 25">
            <a:extLst>
              <a:ext uri="{FF2B5EF4-FFF2-40B4-BE49-F238E27FC236}">
                <a16:creationId xmlns:a16="http://schemas.microsoft.com/office/drawing/2014/main" id="{0C058CC0-340F-47A5-9A26-C7C4BD3C3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583765"/>
              </p:ext>
            </p:extLst>
          </p:nvPr>
        </p:nvGraphicFramePr>
        <p:xfrm>
          <a:off x="0" y="4055652"/>
          <a:ext cx="12192000" cy="31752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19921454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3665824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7681603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3840893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66859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1645675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27793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940792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91092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4517339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336872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3166263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89150699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066688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133351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5026624"/>
                    </a:ext>
                  </a:extLst>
                </a:gridCol>
              </a:tblGrid>
              <a:tr h="686058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2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3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4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5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6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7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8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9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10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11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12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13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14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15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16</a:t>
                      </a:r>
                      <a:endParaRPr lang="en-ID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83913"/>
                  </a:ext>
                </a:extLst>
              </a:tr>
              <a:tr h="1206603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O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O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P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R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S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T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U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U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A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A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B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C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D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E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E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F</a:t>
                      </a:r>
                      <a:endParaRPr lang="en-ID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33746"/>
                  </a:ext>
                </a:extLst>
              </a:tr>
              <a:tr h="1206603"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375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18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llage of people&#10;&#10;Description automatically generated with low confidence">
            <a:extLst>
              <a:ext uri="{FF2B5EF4-FFF2-40B4-BE49-F238E27FC236}">
                <a16:creationId xmlns:a16="http://schemas.microsoft.com/office/drawing/2014/main" id="{F114FF52-6AA4-4CF7-94B8-4383757BA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7588"/>
            <a:ext cx="5104460" cy="3402973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6C10D8-682C-4E63-9CF5-AA554B08FF9E}"/>
              </a:ext>
            </a:extLst>
          </p:cNvPr>
          <p:cNvSpPr txBox="1"/>
          <p:nvPr/>
        </p:nvSpPr>
        <p:spPr>
          <a:xfrm>
            <a:off x="0" y="377588"/>
            <a:ext cx="6096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LEVEL 2</a:t>
            </a:r>
            <a:endParaRPr lang="en-ID" sz="8800" dirty="0"/>
          </a:p>
        </p:txBody>
      </p:sp>
      <p:graphicFrame>
        <p:nvGraphicFramePr>
          <p:cNvPr id="6" name="Table 25">
            <a:extLst>
              <a:ext uri="{FF2B5EF4-FFF2-40B4-BE49-F238E27FC236}">
                <a16:creationId xmlns:a16="http://schemas.microsoft.com/office/drawing/2014/main" id="{0C058CC0-340F-47A5-9A26-C7C4BD3C3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180287"/>
              </p:ext>
            </p:extLst>
          </p:nvPr>
        </p:nvGraphicFramePr>
        <p:xfrm>
          <a:off x="0" y="4055652"/>
          <a:ext cx="12192000" cy="196860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19921454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3665824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7681603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3840893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66859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1645675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27793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940792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91092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4517339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336872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3166263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89150699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066688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133351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5026624"/>
                    </a:ext>
                  </a:extLst>
                </a:gridCol>
              </a:tblGrid>
              <a:tr h="686058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2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3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4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5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6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7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8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9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10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11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12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13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14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15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16</a:t>
                      </a:r>
                      <a:endParaRPr lang="en-ID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83913"/>
                  </a:ext>
                </a:extLst>
              </a:tr>
              <a:tr h="1206603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A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I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U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E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O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B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C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D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F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G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H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I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J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K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L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M</a:t>
                      </a:r>
                      <a:endParaRPr lang="en-ID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337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C88C63-0F39-4B85-BFBD-A06F6B8A46AB}"/>
              </a:ext>
            </a:extLst>
          </p:cNvPr>
          <p:cNvSpPr txBox="1"/>
          <p:nvPr/>
        </p:nvSpPr>
        <p:spPr>
          <a:xfrm>
            <a:off x="75414" y="1743959"/>
            <a:ext cx="60205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NEW RULES: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TIDAK BOLEH MENYEBUT NAMA REKAN SETIM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KOMUNIKASI ANTAR MEMBER TIM HANYA BOLEH SEBATAS MENYEBUTKAN HURUF DAN KATA YANG INGIN DISUSUN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WAKTU BERMAIN 5 MENIT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207684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llage of people&#10;&#10;Description automatically generated with low confidence">
            <a:extLst>
              <a:ext uri="{FF2B5EF4-FFF2-40B4-BE49-F238E27FC236}">
                <a16:creationId xmlns:a16="http://schemas.microsoft.com/office/drawing/2014/main" id="{F114FF52-6AA4-4CF7-94B8-4383757BA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7588"/>
            <a:ext cx="5104460" cy="3402973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6C10D8-682C-4E63-9CF5-AA554B08FF9E}"/>
              </a:ext>
            </a:extLst>
          </p:cNvPr>
          <p:cNvSpPr txBox="1"/>
          <p:nvPr/>
        </p:nvSpPr>
        <p:spPr>
          <a:xfrm>
            <a:off x="0" y="377588"/>
            <a:ext cx="6096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LEVEL 3</a:t>
            </a:r>
            <a:endParaRPr lang="en-ID" sz="8800" dirty="0"/>
          </a:p>
        </p:txBody>
      </p:sp>
      <p:graphicFrame>
        <p:nvGraphicFramePr>
          <p:cNvPr id="6" name="Table 25">
            <a:extLst>
              <a:ext uri="{FF2B5EF4-FFF2-40B4-BE49-F238E27FC236}">
                <a16:creationId xmlns:a16="http://schemas.microsoft.com/office/drawing/2014/main" id="{0C058CC0-340F-47A5-9A26-C7C4BD3C3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525013"/>
              </p:ext>
            </p:extLst>
          </p:nvPr>
        </p:nvGraphicFramePr>
        <p:xfrm>
          <a:off x="0" y="4055652"/>
          <a:ext cx="12192000" cy="196860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19921454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3665824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7681603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3840893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66859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1645675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277933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940792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910926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4517339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336872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3166263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89150699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066688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133351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5026624"/>
                    </a:ext>
                  </a:extLst>
                </a:gridCol>
              </a:tblGrid>
              <a:tr h="686058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2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3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4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5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6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7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8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9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10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11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12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13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14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15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16</a:t>
                      </a:r>
                      <a:endParaRPr lang="en-ID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83913"/>
                  </a:ext>
                </a:extLst>
              </a:tr>
              <a:tr h="1206603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O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O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P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R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S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T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U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U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W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/>
                        <a:t>Y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/>
                        <a:t>Z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/>
                        <a:t>A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/>
                        <a:t>B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/>
                        <a:t>C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/>
                        <a:t>D</a:t>
                      </a:r>
                      <a:endParaRPr lang="en-ID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E</a:t>
                      </a:r>
                      <a:endParaRPr lang="en-ID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337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C88C63-0F39-4B85-BFBD-A06F6B8A46AB}"/>
              </a:ext>
            </a:extLst>
          </p:cNvPr>
          <p:cNvSpPr txBox="1"/>
          <p:nvPr/>
        </p:nvSpPr>
        <p:spPr>
          <a:xfrm>
            <a:off x="75414" y="1743959"/>
            <a:ext cx="60205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NEW RULES: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TIDAK BOLEH MENYEBUT NAMA REKAN SETIM DAN HURUF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KOMUNIKASI ANTAR MEMBER TIM HANYA BOLEH MENYEBUTKAN KATA YANG INGIN DISUSUN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WAKTU BERMAIN 5 MENIT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452548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</TotalTime>
  <Words>310</Words>
  <Application>Microsoft Office PowerPoint</Application>
  <PresentationFormat>Widescreen</PresentationFormat>
  <Paragraphs>174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izzudin abdurahman</dc:creator>
  <cp:lastModifiedBy>izzudin abdurahman</cp:lastModifiedBy>
  <cp:revision>3</cp:revision>
  <dcterms:created xsi:type="dcterms:W3CDTF">2021-09-23T08:23:08Z</dcterms:created>
  <dcterms:modified xsi:type="dcterms:W3CDTF">2021-10-07T04:02:04Z</dcterms:modified>
</cp:coreProperties>
</file>