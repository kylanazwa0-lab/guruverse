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6" r:id="rId2"/>
    <p:sldId id="257" r:id="rId3"/>
    <p:sldId id="3017" r:id="rId4"/>
    <p:sldId id="3018" r:id="rId5"/>
    <p:sldId id="301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B6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632F8-E2DB-480E-BFEB-18F27EFB2E86}" type="datetimeFigureOut">
              <a:rPr lang="en-ID" smtClean="0"/>
              <a:t>15/10/2021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F2981-9F0A-4B2B-9BCD-480F9EF8D0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8650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F2981-9F0A-4B2B-9BCD-480F9EF8D080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95443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108F-D698-4E98-BE7B-52F3E798B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9A2D11-74D4-43FB-9989-67B83CA764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E8916-9595-4DE1-93B1-14477B03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10/15/2021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0F2D9-8C03-4408-952C-84EB3BF96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EAA27-75F0-4BAE-B466-5F18B974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78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E28B2-662C-4346-A4FE-7C3B1798A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99890-6754-41A0-9BDF-4E73E796F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B9C6A-A863-4242-A52E-380CFF144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10/15/2021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B8C29-B515-4F83-904D-F05272E0C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FC027-F47A-454F-94E0-11BF1352F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054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14D9D-A5A5-4C1E-94CE-6898B28BD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B3B37-9CE6-47F1-BF53-43808179F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EE464-48EC-4533-BBC2-C8631D6F5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10/15/2021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51C55-0C23-4D0F-BFD4-4AFD46D09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3B01F-6790-4A34-9EC1-A93F0CBB0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354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3E4EF-C617-4B92-9C84-77C962088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30F03-4B2C-4D5A-95A8-3F4F34A1B6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69F52-47AA-488C-AD78-CC67812A1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D69C1-79AC-48F9-B21D-95EB20324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10/15/2021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833AD-8634-4AF9-A322-AC5BDD41C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7D097-F1B3-4FF9-ABF3-5361EFD1C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354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8B8B-3751-4C73-91E5-EAFB9B8F7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B8BF9-F7E2-4BFC-82A3-636F1E8D9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BA3219-23D5-4640-84D6-827D8A03C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B6515A-E94C-4F3D-B7E3-4FDF5BF91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768864-6356-4C6B-8CE0-DF0757267A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6C9B2-3198-4170-94A9-116E3B3F3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10/15/2021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908667-F069-4380-956A-54FFF344D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D4EC4C-162F-4D77-B778-07EC10500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1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110D1-7EC2-45BE-99EF-D0ECD8026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3A7654-1628-40DC-88F6-FA4008037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10/15/2021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0D037B-825B-4BAB-9993-3C42168CA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28E50-0A86-46B9-A5A5-8EC942CD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230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F9C4B-8BB3-4BCF-8C5A-A6B28E20B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10/15/2021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167370-B027-4481-B860-7B9F611CD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64D33-7139-4BA0-AB6B-1FC62D5DB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854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D2B0-091F-4FE7-80DA-FCD513AAB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12F28-2D8B-462A-8FC4-49BC94CD0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33578-E610-414A-8070-7510AE665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D62EF-C5B5-4D93-897B-22783519C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10/15/2021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7BF45-2ACF-4411-BAC2-EF601AAA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A5E5DC-1574-46A6-959B-C61754E0D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46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BCA9B-27EA-4388-84A7-FF8400BCE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B06EAB-7CA2-4649-9B65-72EC56633F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9243B-32CF-43C2-B109-923D6FD0B1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54EF0-D639-4B99-AFDA-67F68FCC9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10/15/2021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19929-C366-4C5E-B706-F6AB40A8F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D5348-C389-45AA-9AFE-7BE37252D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676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63FC-1162-4005-B18B-60FFFDA66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EA1714-0815-43CB-BFA2-7D1BF7E7D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22E1C-B61F-416B-9A98-09759F2F0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10/15/2021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C1BB-5CF6-496F-9FFC-9D66363A6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F83BC-1049-41FE-8F96-8BB9D233A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62C4F4-F245-4018-9DEF-DD6A91077F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801C92-CB7E-4481-971D-D535EB1EE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F4BF7-A92C-4781-85E1-249538C08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10/15/2021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8CC08-7C0A-4E5F-99F3-91BBA9DF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28BB3-2E36-4E55-B8F6-0964D821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169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5F7079-783B-48E3-B942-0A46A9BA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743A8-7FA0-41B2-B2EE-21EAF07BD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6B926-3E5B-4A3E-9CAD-66F74B4E4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10/15/2021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7723E-7059-42E1-A27D-AF08764E6F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C1CA9-870F-4B41-8EC0-A75C0FE59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88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8126727-5CE4-4310-8FCA-3BD2DB5EB4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4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C1B7F3-ED5E-4CD2-8C1C-47E2840BC2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AGENT IN ACTION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466902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2D035-D95A-4E27-A8BF-0FC35450F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0456" y="-2042159"/>
            <a:ext cx="5916145" cy="38121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800" dirty="0"/>
              <a:t>Purpose</a:t>
            </a:r>
          </a:p>
        </p:txBody>
      </p:sp>
      <p:pic>
        <p:nvPicPr>
          <p:cNvPr id="5" name="Picture 4" descr="A railroad extending through the desert">
            <a:extLst>
              <a:ext uri="{FF2B5EF4-FFF2-40B4-BE49-F238E27FC236}">
                <a16:creationId xmlns:a16="http://schemas.microsoft.com/office/drawing/2014/main" id="{B6CD125E-9907-45C7-B457-A11F65E8A7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111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5FD3E2-DEE9-4C3E-9757-4AB6F6F179B2}"/>
              </a:ext>
            </a:extLst>
          </p:cNvPr>
          <p:cNvSpPr txBox="1"/>
          <p:nvPr/>
        </p:nvSpPr>
        <p:spPr>
          <a:xfrm>
            <a:off x="5184742" y="2367171"/>
            <a:ext cx="613685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400" dirty="0"/>
              <a:t>For having FUN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400" dirty="0"/>
              <a:t>Great Teamwork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400" dirty="0"/>
              <a:t>Decision Making</a:t>
            </a:r>
            <a:endParaRPr lang="en-ID" sz="4400" dirty="0"/>
          </a:p>
        </p:txBody>
      </p:sp>
    </p:spTree>
    <p:extLst>
      <p:ext uri="{BB962C8B-B14F-4D97-AF65-F5344CB8AC3E}">
        <p14:creationId xmlns:p14="http://schemas.microsoft.com/office/powerpoint/2010/main" val="1990893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Icon&#10;&#10;Description automatically generated">
            <a:extLst>
              <a:ext uri="{FF2B5EF4-FFF2-40B4-BE49-F238E27FC236}">
                <a16:creationId xmlns:a16="http://schemas.microsoft.com/office/drawing/2014/main" id="{3E71C3A0-FD06-48E3-B2F4-935DDE658F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857" y="1906517"/>
            <a:ext cx="6527007" cy="4351338"/>
          </a:xfrm>
        </p:spPr>
      </p:pic>
      <p:sp>
        <p:nvSpPr>
          <p:cNvPr id="6" name="Hexagon 5">
            <a:extLst>
              <a:ext uri="{FF2B5EF4-FFF2-40B4-BE49-F238E27FC236}">
                <a16:creationId xmlns:a16="http://schemas.microsoft.com/office/drawing/2014/main" id="{2E7794B1-94FE-4A78-B61E-C743DEF1E91C}"/>
              </a:ext>
            </a:extLst>
          </p:cNvPr>
          <p:cNvSpPr/>
          <p:nvPr/>
        </p:nvSpPr>
        <p:spPr>
          <a:xfrm>
            <a:off x="540049" y="3293162"/>
            <a:ext cx="3130826" cy="1798983"/>
          </a:xfrm>
          <a:prstGeom prst="hexagon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10A4E722-DE8D-4E19-B7A3-48B6F68178D1}"/>
              </a:ext>
            </a:extLst>
          </p:cNvPr>
          <p:cNvSpPr/>
          <p:nvPr/>
        </p:nvSpPr>
        <p:spPr>
          <a:xfrm>
            <a:off x="8229593" y="1125672"/>
            <a:ext cx="3130826" cy="1798983"/>
          </a:xfrm>
          <a:prstGeom prst="hexagon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EB8DA743-7ED9-467D-A451-2BAAE6A58CB0}"/>
              </a:ext>
            </a:extLst>
          </p:cNvPr>
          <p:cNvSpPr/>
          <p:nvPr/>
        </p:nvSpPr>
        <p:spPr>
          <a:xfrm>
            <a:off x="8654265" y="3293161"/>
            <a:ext cx="3130826" cy="1798983"/>
          </a:xfrm>
          <a:prstGeom prst="hexagon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9BE397-8293-434C-A909-2B1A11FB606A}"/>
              </a:ext>
            </a:extLst>
          </p:cNvPr>
          <p:cNvSpPr txBox="1"/>
          <p:nvPr/>
        </p:nvSpPr>
        <p:spPr>
          <a:xfrm>
            <a:off x="695851" y="3642041"/>
            <a:ext cx="3170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ID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2E4AE7-D986-44B2-8CC4-5B47848A8401}"/>
              </a:ext>
            </a:extLst>
          </p:cNvPr>
          <p:cNvSpPr txBox="1"/>
          <p:nvPr/>
        </p:nvSpPr>
        <p:spPr>
          <a:xfrm>
            <a:off x="8327640" y="1559936"/>
            <a:ext cx="374981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ID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CF44E6-B808-4D22-85F5-0A45A70E47EA}"/>
              </a:ext>
            </a:extLst>
          </p:cNvPr>
          <p:cNvSpPr txBox="1"/>
          <p:nvPr/>
        </p:nvSpPr>
        <p:spPr>
          <a:xfrm>
            <a:off x="8892273" y="3705500"/>
            <a:ext cx="374981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ID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EE8D41-90A4-41FE-8961-E4EA918F3800}"/>
              </a:ext>
            </a:extLst>
          </p:cNvPr>
          <p:cNvSpPr txBox="1"/>
          <p:nvPr/>
        </p:nvSpPr>
        <p:spPr>
          <a:xfrm>
            <a:off x="222812" y="91960"/>
            <a:ext cx="10754436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400" b="1" i="1" dirty="0">
                <a:solidFill>
                  <a:schemeClr val="bg1"/>
                </a:solidFill>
                <a:latin typeface="Cosmic Blaster" panose="02000500000000000000" pitchFamily="2" charset="0"/>
                <a:ea typeface="맑은 고딕" panose="020B0503020000020004" pitchFamily="34" charset="-127"/>
                <a:cs typeface="Arial" pitchFamily="34" charset="0"/>
              </a:rPr>
              <a:t>RULES IN ACTION</a:t>
            </a:r>
            <a:endParaRPr kumimoji="0" lang="ko-KR" altLang="en-US" sz="44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smic Blaster" panose="02000500000000000000" pitchFamily="2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47C58FE2-1E84-4FD9-9B7C-0915D3802A6A}"/>
              </a:ext>
            </a:extLst>
          </p:cNvPr>
          <p:cNvSpPr/>
          <p:nvPr/>
        </p:nvSpPr>
        <p:spPr>
          <a:xfrm>
            <a:off x="4631440" y="381373"/>
            <a:ext cx="3130826" cy="1798983"/>
          </a:xfrm>
          <a:prstGeom prst="hexagon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F433F2-6C42-459F-94E4-D6B0371E926B}"/>
              </a:ext>
            </a:extLst>
          </p:cNvPr>
          <p:cNvSpPr txBox="1"/>
          <p:nvPr/>
        </p:nvSpPr>
        <p:spPr>
          <a:xfrm>
            <a:off x="4740414" y="819199"/>
            <a:ext cx="374981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ID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Hexagon 35">
            <a:extLst>
              <a:ext uri="{FF2B5EF4-FFF2-40B4-BE49-F238E27FC236}">
                <a16:creationId xmlns:a16="http://schemas.microsoft.com/office/drawing/2014/main" id="{BA19E4AD-A297-404A-AD4C-43BDC9C768D3}"/>
              </a:ext>
            </a:extLst>
          </p:cNvPr>
          <p:cNvSpPr/>
          <p:nvPr/>
        </p:nvSpPr>
        <p:spPr>
          <a:xfrm>
            <a:off x="1033287" y="1117645"/>
            <a:ext cx="3130826" cy="1798983"/>
          </a:xfrm>
          <a:prstGeom prst="hexagon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A44E0B-F999-4665-AC4A-D298C5E4BD5A}"/>
              </a:ext>
            </a:extLst>
          </p:cNvPr>
          <p:cNvSpPr txBox="1"/>
          <p:nvPr/>
        </p:nvSpPr>
        <p:spPr>
          <a:xfrm>
            <a:off x="1206624" y="1465794"/>
            <a:ext cx="3170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ID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454D07-CA2B-4B06-B63E-18FCD9171CBA}"/>
              </a:ext>
            </a:extLst>
          </p:cNvPr>
          <p:cNvSpPr txBox="1"/>
          <p:nvPr/>
        </p:nvSpPr>
        <p:spPr>
          <a:xfrm>
            <a:off x="1168721" y="3588872"/>
            <a:ext cx="21936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Terdapat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9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aksi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yang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harus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dilakukan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oleh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seluruh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agent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bersama-sama</a:t>
            </a:r>
            <a:endParaRPr kumimoji="0" lang="en-ID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D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7C60AF-18CF-40D1-AF27-783C9513306F}"/>
              </a:ext>
            </a:extLst>
          </p:cNvPr>
          <p:cNvSpPr txBox="1"/>
          <p:nvPr/>
        </p:nvSpPr>
        <p:spPr>
          <a:xfrm>
            <a:off x="1644824" y="1252700"/>
            <a:ext cx="23718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Aksi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Candara" panose="020E0502030303020204" pitchFamily="34" charset="0"/>
              </a:rPr>
              <a:t>silakan</a:t>
            </a:r>
            <a:r>
              <a:rPr lang="en-US" b="1" dirty="0">
                <a:solidFill>
                  <a:prstClr val="black"/>
                </a:solidFill>
                <a:latin typeface="Candara" panose="020E0502030303020204" pitchFamily="34" charset="0"/>
              </a:rPr>
              <a:t> di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capture/di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foto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menggunakan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screen shoot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6871F3-856E-4589-A979-E1D6E088EFFF}"/>
              </a:ext>
            </a:extLst>
          </p:cNvPr>
          <p:cNvSpPr txBox="1"/>
          <p:nvPr/>
        </p:nvSpPr>
        <p:spPr>
          <a:xfrm>
            <a:off x="5209506" y="819199"/>
            <a:ext cx="23718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Dalam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ber-aksi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tidak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boleh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menggunakan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bantuan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digital</a:t>
            </a:r>
            <a:endParaRPr kumimoji="0" lang="en-ID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EC0B2B-0974-46D1-9487-FF5B738E244B}"/>
              </a:ext>
            </a:extLst>
          </p:cNvPr>
          <p:cNvSpPr txBox="1"/>
          <p:nvPr/>
        </p:nvSpPr>
        <p:spPr>
          <a:xfrm>
            <a:off x="8792797" y="1526803"/>
            <a:ext cx="23718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  <a:sym typeface="Wingdings" panose="05000000000000000000" pitchFamily="2" charset="2"/>
              </a:rPr>
              <a:t>Point 2.400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  <a:sym typeface="Wingdings" panose="05000000000000000000" pitchFamily="2" charset="2"/>
              </a:rPr>
              <a:t>bagi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  <a:sym typeface="Wingdings" panose="05000000000000000000" pitchFamily="2" charset="2"/>
              </a:rPr>
              <a:t> team yang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  <a:sym typeface="Wingdings" panose="05000000000000000000" pitchFamily="2" charset="2"/>
              </a:rPr>
              <a:t>dapat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  <a:sym typeface="Wingdings" panose="05000000000000000000" pitchFamily="2" charset="2"/>
              </a:rPr>
              <a:t>menyelesaikan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  <a:sym typeface="Wingdings" panose="05000000000000000000" pitchFamily="2" charset="2"/>
              </a:rPr>
              <a:t>semua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  <a:sym typeface="Wingdings" panose="05000000000000000000" pitchFamily="2" charset="2"/>
              </a:rPr>
              <a:t>aksi</a:t>
            </a:r>
            <a:endParaRPr kumimoji="0" lang="en-ID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501C91-CB6B-4BB7-8755-6F187030BCAC}"/>
              </a:ext>
            </a:extLst>
          </p:cNvPr>
          <p:cNvSpPr txBox="1"/>
          <p:nvPr/>
        </p:nvSpPr>
        <p:spPr>
          <a:xfrm>
            <a:off x="9413210" y="3705500"/>
            <a:ext cx="23718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  <a:sym typeface="Wingdings" panose="05000000000000000000" pitchFamily="2" charset="2"/>
              </a:rPr>
              <a:t>Waktu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  <a:sym typeface="Wingdings" panose="05000000000000000000" pitchFamily="2" charset="2"/>
              </a:rPr>
              <a:t>tim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  <a:sym typeface="Wingdings" panose="05000000000000000000" pitchFamily="2" charset="2"/>
              </a:rPr>
              <a:t>anda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  <a:sym typeface="Wingdings" panose="05000000000000000000" pitchFamily="2" charset="2"/>
              </a:rPr>
              <a:t>beraksi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  <a:sym typeface="Wingdings" panose="05000000000000000000" pitchFamily="2" charset="2"/>
              </a:rPr>
              <a:t> max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  <a:sym typeface="Wingdings" panose="05000000000000000000" pitchFamily="2" charset="2"/>
              </a:rPr>
              <a:t>selama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  <a:sym typeface="Wingdings" panose="05000000000000000000" pitchFamily="2" charset="2"/>
              </a:rPr>
              <a:t> 10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  <a:sym typeface="Wingdings" panose="05000000000000000000" pitchFamily="2" charset="2"/>
              </a:rPr>
              <a:t>menit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7202409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6" grpId="0"/>
      <p:bldP spid="22" grpId="0"/>
      <p:bldP spid="26" grpId="0"/>
      <p:bldP spid="30" grpId="0" animBg="1"/>
      <p:bldP spid="33" grpId="0"/>
      <p:bldP spid="36" grpId="0" animBg="1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picture containing square&#10;&#10;Description automatically generated">
            <a:extLst>
              <a:ext uri="{FF2B5EF4-FFF2-40B4-BE49-F238E27FC236}">
                <a16:creationId xmlns:a16="http://schemas.microsoft.com/office/drawing/2014/main" id="{B076D1D8-6926-4E09-A8FC-E4CA25FAA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528" y="1825625"/>
            <a:ext cx="5802944" cy="4351338"/>
          </a:xfr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F7285391-5179-47A4-AB9B-2A97F65DFDAC}"/>
              </a:ext>
            </a:extLst>
          </p:cNvPr>
          <p:cNvSpPr/>
          <p:nvPr/>
        </p:nvSpPr>
        <p:spPr>
          <a:xfrm>
            <a:off x="324115" y="4567321"/>
            <a:ext cx="3618837" cy="1067138"/>
          </a:xfrm>
          <a:prstGeom prst="wedgeRoundRectCallout">
            <a:avLst>
              <a:gd name="adj1" fmla="val 55245"/>
              <a:gd name="adj2" fmla="val 65707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5AE6F-AABF-4D72-BE3B-D00EEDEF773C}"/>
              </a:ext>
            </a:extLst>
          </p:cNvPr>
          <p:cNvSpPr txBox="1"/>
          <p:nvPr/>
        </p:nvSpPr>
        <p:spPr>
          <a:xfrm>
            <a:off x="345891" y="4610537"/>
            <a:ext cx="36658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A.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Berfoto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seluruh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tim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dengan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membawa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lang="en-ID" sz="2000" dirty="0">
                <a:solidFill>
                  <a:srgbClr val="222222"/>
                </a:solidFill>
                <a:latin typeface="Arial" panose="020B0604020202020204" pitchFamily="34" charset="0"/>
              </a:rPr>
              <a:t>batu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yang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berbeda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jenis</a:t>
            </a:r>
            <a:endParaRPr kumimoji="0" lang="en-ID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9612E719-F6B5-4DF3-9327-92E89FAA9BCF}"/>
              </a:ext>
            </a:extLst>
          </p:cNvPr>
          <p:cNvSpPr/>
          <p:nvPr/>
        </p:nvSpPr>
        <p:spPr>
          <a:xfrm>
            <a:off x="1641594" y="1000607"/>
            <a:ext cx="4378793" cy="801756"/>
          </a:xfrm>
          <a:prstGeom prst="wedgeRoundRectCallout">
            <a:avLst>
              <a:gd name="adj1" fmla="val 40408"/>
              <a:gd name="adj2" fmla="val 383798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D0EB45-8114-467E-A8F5-F6CCF4C31317}"/>
              </a:ext>
            </a:extLst>
          </p:cNvPr>
          <p:cNvSpPr txBox="1"/>
          <p:nvPr/>
        </p:nvSpPr>
        <p:spPr>
          <a:xfrm>
            <a:off x="1816706" y="1054720"/>
            <a:ext cx="4032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D.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Berfoto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seluruh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tim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dengan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gaya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yang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berbeda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setiap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+mn-ea"/>
                <a:cs typeface="+mn-cs"/>
              </a:rPr>
              <a:t>orangnya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 pitchFamily="34" charset="0"/>
              <a:ea typeface="+mn-ea"/>
              <a:cs typeface="+mn-cs"/>
            </a:endParaRPr>
          </a:p>
        </p:txBody>
      </p:sp>
      <p:sp>
        <p:nvSpPr>
          <p:cNvPr id="35" name="Speech Bubble: Rectangle with Corners Rounded 34">
            <a:extLst>
              <a:ext uri="{FF2B5EF4-FFF2-40B4-BE49-F238E27FC236}">
                <a16:creationId xmlns:a16="http://schemas.microsoft.com/office/drawing/2014/main" id="{D6227E2F-5FB5-4E5D-9B43-D3495DFFB872}"/>
              </a:ext>
            </a:extLst>
          </p:cNvPr>
          <p:cNvSpPr/>
          <p:nvPr/>
        </p:nvSpPr>
        <p:spPr>
          <a:xfrm>
            <a:off x="68030" y="3400737"/>
            <a:ext cx="3618837" cy="881932"/>
          </a:xfrm>
          <a:prstGeom prst="wedgeRoundRectCallout">
            <a:avLst>
              <a:gd name="adj1" fmla="val 61013"/>
              <a:gd name="adj2" fmla="val 71444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6B8C2D-6E7B-4A0D-B077-C0DFA0A6231A}"/>
              </a:ext>
            </a:extLst>
          </p:cNvPr>
          <p:cNvSpPr txBox="1"/>
          <p:nvPr/>
        </p:nvSpPr>
        <p:spPr>
          <a:xfrm>
            <a:off x="238739" y="3514036"/>
            <a:ext cx="36658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B.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Berfoto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tampak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belakang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dari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seluruh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tim</a:t>
            </a:r>
            <a:endParaRPr kumimoji="0" lang="en-ID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peech Bubble: Rectangle with Corners Rounded 36">
            <a:extLst>
              <a:ext uri="{FF2B5EF4-FFF2-40B4-BE49-F238E27FC236}">
                <a16:creationId xmlns:a16="http://schemas.microsoft.com/office/drawing/2014/main" id="{E4E191F2-2516-4E83-9279-75DEC921F8A2}"/>
              </a:ext>
            </a:extLst>
          </p:cNvPr>
          <p:cNvSpPr/>
          <p:nvPr/>
        </p:nvSpPr>
        <p:spPr>
          <a:xfrm>
            <a:off x="262254" y="1959426"/>
            <a:ext cx="3618837" cy="881932"/>
          </a:xfrm>
          <a:prstGeom prst="wedgeRoundRectCallout">
            <a:avLst>
              <a:gd name="adj1" fmla="val 56372"/>
              <a:gd name="adj2" fmla="val 78845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1E423D-E191-460F-AEE4-4FDF48D8023F}"/>
              </a:ext>
            </a:extLst>
          </p:cNvPr>
          <p:cNvSpPr txBox="1"/>
          <p:nvPr/>
        </p:nvSpPr>
        <p:spPr>
          <a:xfrm>
            <a:off x="322376" y="2027346"/>
            <a:ext cx="36658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C.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Berfoto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bersama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12 orang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hidup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lain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diluar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tim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Anda</a:t>
            </a:r>
            <a:endParaRPr kumimoji="0" lang="en-ID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peech Bubble: Rectangle with Corners Rounded 38">
            <a:extLst>
              <a:ext uri="{FF2B5EF4-FFF2-40B4-BE49-F238E27FC236}">
                <a16:creationId xmlns:a16="http://schemas.microsoft.com/office/drawing/2014/main" id="{2AA82831-654D-4B09-AC2A-C9505814AD40}"/>
              </a:ext>
            </a:extLst>
          </p:cNvPr>
          <p:cNvSpPr/>
          <p:nvPr/>
        </p:nvSpPr>
        <p:spPr>
          <a:xfrm>
            <a:off x="4309423" y="124898"/>
            <a:ext cx="4378793" cy="801756"/>
          </a:xfrm>
          <a:prstGeom prst="wedgeRoundRectCallout">
            <a:avLst>
              <a:gd name="adj1" fmla="val 1590"/>
              <a:gd name="adj2" fmla="val 229708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peech Bubble: Rectangle with Corners Rounded 40">
            <a:extLst>
              <a:ext uri="{FF2B5EF4-FFF2-40B4-BE49-F238E27FC236}">
                <a16:creationId xmlns:a16="http://schemas.microsoft.com/office/drawing/2014/main" id="{CCCC763B-3527-4ED2-8979-C66D6C17C741}"/>
              </a:ext>
            </a:extLst>
          </p:cNvPr>
          <p:cNvSpPr/>
          <p:nvPr/>
        </p:nvSpPr>
        <p:spPr>
          <a:xfrm>
            <a:off x="7820551" y="1132611"/>
            <a:ext cx="3618837" cy="801756"/>
          </a:xfrm>
          <a:prstGeom prst="wedgeRoundRectCallout">
            <a:avLst>
              <a:gd name="adj1" fmla="val -39555"/>
              <a:gd name="adj2" fmla="val 158676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D310B3-0508-4575-942E-4CBF71B1E45F}"/>
              </a:ext>
            </a:extLst>
          </p:cNvPr>
          <p:cNvSpPr txBox="1"/>
          <p:nvPr/>
        </p:nvSpPr>
        <p:spPr>
          <a:xfrm>
            <a:off x="7913508" y="1140213"/>
            <a:ext cx="3607167" cy="763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F.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Berfoto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seluruh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tim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dengan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bergandengan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tangan</a:t>
            </a:r>
            <a:endParaRPr kumimoji="0" lang="en-ID" sz="14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3" name="Speech Bubble: Rectangle with Corners Rounded 42">
            <a:extLst>
              <a:ext uri="{FF2B5EF4-FFF2-40B4-BE49-F238E27FC236}">
                <a16:creationId xmlns:a16="http://schemas.microsoft.com/office/drawing/2014/main" id="{F66ED0CA-2D05-4D43-B1A9-8F1B423C27E1}"/>
              </a:ext>
            </a:extLst>
          </p:cNvPr>
          <p:cNvSpPr/>
          <p:nvPr/>
        </p:nvSpPr>
        <p:spPr>
          <a:xfrm>
            <a:off x="8408946" y="2783176"/>
            <a:ext cx="3618837" cy="801756"/>
          </a:xfrm>
          <a:prstGeom prst="wedgeRoundRectCallout">
            <a:avLst>
              <a:gd name="adj1" fmla="val -62062"/>
              <a:gd name="adj2" fmla="val 139443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peech Bubble: Rectangle with Corners Rounded 44">
            <a:extLst>
              <a:ext uri="{FF2B5EF4-FFF2-40B4-BE49-F238E27FC236}">
                <a16:creationId xmlns:a16="http://schemas.microsoft.com/office/drawing/2014/main" id="{9AFBDE1F-595A-459E-902D-D73B4DE98626}"/>
              </a:ext>
            </a:extLst>
          </p:cNvPr>
          <p:cNvSpPr/>
          <p:nvPr/>
        </p:nvSpPr>
        <p:spPr>
          <a:xfrm>
            <a:off x="8498399" y="4334908"/>
            <a:ext cx="3618837" cy="974406"/>
          </a:xfrm>
          <a:prstGeom prst="wedgeRoundRectCallout">
            <a:avLst>
              <a:gd name="adj1" fmla="val -105553"/>
              <a:gd name="adj2" fmla="val 82297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peech Bubble: Rectangle with Corners Rounded 46">
            <a:extLst>
              <a:ext uri="{FF2B5EF4-FFF2-40B4-BE49-F238E27FC236}">
                <a16:creationId xmlns:a16="http://schemas.microsoft.com/office/drawing/2014/main" id="{4107773F-5F2B-4405-98C5-E5FB8562DA7F}"/>
              </a:ext>
            </a:extLst>
          </p:cNvPr>
          <p:cNvSpPr/>
          <p:nvPr/>
        </p:nvSpPr>
        <p:spPr>
          <a:xfrm>
            <a:off x="8371686" y="5553921"/>
            <a:ext cx="3618837" cy="974406"/>
          </a:xfrm>
          <a:prstGeom prst="wedgeRoundRectCallout">
            <a:avLst>
              <a:gd name="adj1" fmla="val -70123"/>
              <a:gd name="adj2" fmla="val -28885"/>
              <a:gd name="adj3" fmla="val 16667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DB9DBC-3979-471C-B5BF-147760E75AB4}"/>
              </a:ext>
            </a:extLst>
          </p:cNvPr>
          <p:cNvSpPr txBox="1"/>
          <p:nvPr/>
        </p:nvSpPr>
        <p:spPr>
          <a:xfrm>
            <a:off x="8558258" y="5526160"/>
            <a:ext cx="33985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I.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Berfoto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seluruh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tim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dengan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saling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berinteraksi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dan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bertatap-tatapan</a:t>
            </a:r>
            <a:endParaRPr kumimoji="0" lang="en-ID" sz="20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/>
            </a:pPr>
            <a:endParaRPr kumimoji="0" lang="en-ID" sz="20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D9BCB8-45EB-44E5-B1DF-6A4078FD6FB7}"/>
              </a:ext>
            </a:extLst>
          </p:cNvPr>
          <p:cNvSpPr txBox="1"/>
          <p:nvPr/>
        </p:nvSpPr>
        <p:spPr>
          <a:xfrm>
            <a:off x="4589773" y="194799"/>
            <a:ext cx="4167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E. </a:t>
            </a:r>
            <a:r>
              <a:rPr kumimoji="0" lang="en-ID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Berfoto</a:t>
            </a:r>
            <a:r>
              <a:rPr kumimoji="0" lang="en-ID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seluruh</a:t>
            </a:r>
            <a:r>
              <a:rPr kumimoji="0" lang="en-ID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tim</a:t>
            </a:r>
            <a:r>
              <a:rPr kumimoji="0" lang="en-ID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Anda </a:t>
            </a:r>
            <a:r>
              <a:rPr kumimoji="0" lang="en-ID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bersama</a:t>
            </a:r>
            <a:r>
              <a:rPr kumimoji="0" lang="en-ID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hewan</a:t>
            </a:r>
            <a:r>
              <a:rPr kumimoji="0" lang="en-ID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peliharaan</a:t>
            </a:r>
            <a:r>
              <a:rPr kumimoji="0" lang="en-ID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masing-masing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90B764-EA78-451B-9C4C-9083E87C60A7}"/>
              </a:ext>
            </a:extLst>
          </p:cNvPr>
          <p:cNvSpPr txBox="1"/>
          <p:nvPr/>
        </p:nvSpPr>
        <p:spPr>
          <a:xfrm>
            <a:off x="8510069" y="2787645"/>
            <a:ext cx="3607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G.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Berfoto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seluruh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tim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dengan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ekspresi</a:t>
            </a: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yang paling </a:t>
            </a:r>
            <a:r>
              <a:rPr kumimoji="0" lang="en-ID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bahagia</a:t>
            </a:r>
            <a:endParaRPr kumimoji="0" lang="en-ID" sz="105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33FE7A-66A9-4919-B258-9D52824E2B17}"/>
              </a:ext>
            </a:extLst>
          </p:cNvPr>
          <p:cNvSpPr txBox="1"/>
          <p:nvPr/>
        </p:nvSpPr>
        <p:spPr>
          <a:xfrm>
            <a:off x="8688216" y="4394502"/>
            <a:ext cx="40906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H. </a:t>
            </a:r>
            <a:r>
              <a:rPr kumimoji="0" lang="en-ID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Berfoto</a:t>
            </a:r>
            <a:r>
              <a:rPr kumimoji="0" lang="en-ID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dengan</a:t>
            </a:r>
            <a:r>
              <a:rPr kumimoji="0" lang="en-ID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membawa</a:t>
            </a:r>
            <a:r>
              <a:rPr kumimoji="0" lang="en-ID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makanan</a:t>
            </a:r>
            <a:r>
              <a:rPr kumimoji="0" lang="en-ID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ID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favoritnya</a:t>
            </a:r>
            <a:endParaRPr lang="en-ID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masing-masing</a:t>
            </a:r>
            <a:endParaRPr kumimoji="0" lang="en-ID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9489494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D353A9-F89F-42FC-8BA9-4E897AEC9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4074160" cy="4371974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2"/>
                </a:solidFill>
              </a:rPr>
              <a:t>TUGAS  FASILITATOR/</a:t>
            </a:r>
            <a:br>
              <a:rPr lang="en-US" sz="4800" dirty="0">
                <a:solidFill>
                  <a:schemeClr val="tx2"/>
                </a:solidFill>
              </a:rPr>
            </a:br>
            <a:r>
              <a:rPr lang="en-US" sz="4800" dirty="0">
                <a:solidFill>
                  <a:schemeClr val="tx2"/>
                </a:solidFill>
              </a:rPr>
              <a:t>PENDAMPING :</a:t>
            </a:r>
            <a:br>
              <a:rPr lang="en-US" sz="4800" dirty="0">
                <a:solidFill>
                  <a:schemeClr val="tx2"/>
                </a:solidFill>
              </a:rPr>
            </a:br>
            <a:endParaRPr lang="en-ID" sz="48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9F57-AEE1-46C2-9134-E3915D77D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993604"/>
            <a:ext cx="5221224" cy="5230368"/>
          </a:xfrm>
        </p:spPr>
        <p:txBody>
          <a:bodyPr anchor="ctr">
            <a:noAutofit/>
          </a:bodyPr>
          <a:lstStyle/>
          <a:p>
            <a:pPr marL="342900" indent="-342900">
              <a:buAutoNum type="arabicPeriod"/>
            </a:pPr>
            <a:r>
              <a:rPr lang="en-US" sz="2400" dirty="0" err="1">
                <a:solidFill>
                  <a:schemeClr val="tx2"/>
                </a:solidFill>
              </a:rPr>
              <a:t>Sharescreen</a:t>
            </a:r>
            <a:r>
              <a:rPr lang="en-US" sz="2400" dirty="0">
                <a:solidFill>
                  <a:schemeClr val="tx2"/>
                </a:solidFill>
              </a:rPr>
              <a:t> list action di breakout dan </a:t>
            </a:r>
            <a:r>
              <a:rPr lang="en-US" sz="2400" dirty="0" err="1">
                <a:solidFill>
                  <a:schemeClr val="tx2"/>
                </a:solidFill>
              </a:rPr>
              <a:t>kirim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filenya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ke</a:t>
            </a:r>
            <a:r>
              <a:rPr lang="en-US" sz="2400" dirty="0">
                <a:solidFill>
                  <a:schemeClr val="tx2"/>
                </a:solidFill>
              </a:rPr>
              <a:t> chat box</a:t>
            </a:r>
          </a:p>
          <a:p>
            <a:pPr marL="342900" indent="-342900">
              <a:buAutoNum type="arabicPeriod"/>
            </a:pPr>
            <a:r>
              <a:rPr lang="en-US" sz="2400" dirty="0" err="1">
                <a:solidFill>
                  <a:schemeClr val="tx2"/>
                </a:solidFill>
              </a:rPr>
              <a:t>Memberikan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semangat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kepada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tim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untuk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segera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menjalankan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tugasnya</a:t>
            </a: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Screen capture </a:t>
            </a:r>
            <a:r>
              <a:rPr lang="en-US" sz="2400" dirty="0" err="1">
                <a:solidFill>
                  <a:schemeClr val="tx2"/>
                </a:solidFill>
              </a:rPr>
              <a:t>foto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tim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jika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sudah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sesuai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dengan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tugasnya</a:t>
            </a:r>
            <a:r>
              <a:rPr lang="en-US" sz="2400" dirty="0">
                <a:solidFill>
                  <a:schemeClr val="tx2"/>
                </a:solidFill>
              </a:rPr>
              <a:t> dan </a:t>
            </a:r>
            <a:r>
              <a:rPr lang="en-US" sz="2400" dirty="0" err="1">
                <a:solidFill>
                  <a:schemeClr val="tx2"/>
                </a:solidFill>
              </a:rPr>
              <a:t>pindahkan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ke</a:t>
            </a:r>
            <a:r>
              <a:rPr lang="en-US" sz="2400" dirty="0">
                <a:solidFill>
                  <a:schemeClr val="tx2"/>
                </a:solidFill>
              </a:rPr>
              <a:t> template power point</a:t>
            </a:r>
          </a:p>
          <a:p>
            <a:pPr marL="342900" indent="-342900">
              <a:buAutoNum type="arabicPeriod"/>
            </a:pPr>
            <a:r>
              <a:rPr lang="en-US" sz="2400" dirty="0" err="1">
                <a:solidFill>
                  <a:schemeClr val="tx2"/>
                </a:solidFill>
              </a:rPr>
              <a:t>Dilarang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memberikan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petunjuk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kecuali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jika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ditanya</a:t>
            </a:r>
            <a:r>
              <a:rPr lang="en-ID" sz="2400" dirty="0">
                <a:solidFill>
                  <a:schemeClr val="tx2"/>
                </a:solidFill>
              </a:rPr>
              <a:t>. Dan </a:t>
            </a:r>
            <a:r>
              <a:rPr lang="en-ID" sz="2400" dirty="0" err="1">
                <a:solidFill>
                  <a:schemeClr val="tx2"/>
                </a:solidFill>
              </a:rPr>
              <a:t>berikan</a:t>
            </a:r>
            <a:r>
              <a:rPr lang="en-ID" sz="2400" dirty="0">
                <a:solidFill>
                  <a:schemeClr val="tx2"/>
                </a:solidFill>
              </a:rPr>
              <a:t> </a:t>
            </a:r>
            <a:r>
              <a:rPr lang="en-ID" sz="2400" dirty="0" err="1">
                <a:solidFill>
                  <a:schemeClr val="tx2"/>
                </a:solidFill>
              </a:rPr>
              <a:t>jawaban</a:t>
            </a:r>
            <a:r>
              <a:rPr lang="en-ID" sz="2400" dirty="0">
                <a:solidFill>
                  <a:schemeClr val="tx2"/>
                </a:solidFill>
              </a:rPr>
              <a:t> yang normative </a:t>
            </a:r>
            <a:r>
              <a:rPr lang="en-ID" sz="2400" dirty="0" err="1">
                <a:solidFill>
                  <a:schemeClr val="tx2"/>
                </a:solidFill>
              </a:rPr>
              <a:t>bukan</a:t>
            </a:r>
            <a:r>
              <a:rPr lang="en-ID" sz="2400" dirty="0">
                <a:solidFill>
                  <a:schemeClr val="tx2"/>
                </a:solidFill>
              </a:rPr>
              <a:t> </a:t>
            </a:r>
            <a:r>
              <a:rPr lang="en-ID" sz="2400" dirty="0" err="1">
                <a:solidFill>
                  <a:schemeClr val="tx2"/>
                </a:solidFill>
              </a:rPr>
              <a:t>kunci</a:t>
            </a:r>
            <a:r>
              <a:rPr lang="en-ID" sz="2400" dirty="0">
                <a:solidFill>
                  <a:schemeClr val="tx2"/>
                </a:solidFill>
              </a:rPr>
              <a:t> </a:t>
            </a:r>
            <a:r>
              <a:rPr lang="en-ID" sz="2400" dirty="0" err="1">
                <a:solidFill>
                  <a:schemeClr val="tx2"/>
                </a:solidFill>
              </a:rPr>
              <a:t>jawabannya</a:t>
            </a:r>
            <a:endParaRPr lang="en-ID" sz="2400" dirty="0">
              <a:solidFill>
                <a:schemeClr val="tx2"/>
              </a:solidFill>
            </a:endParaRPr>
          </a:p>
          <a:p>
            <a:pPr marL="342900" indent="-342900">
              <a:buAutoNum type="arabicPeriod"/>
            </a:pPr>
            <a:r>
              <a:rPr lang="en-ID" sz="2400" dirty="0" err="1">
                <a:solidFill>
                  <a:schemeClr val="tx2"/>
                </a:solidFill>
              </a:rPr>
              <a:t>Mencatat</a:t>
            </a:r>
            <a:r>
              <a:rPr lang="en-ID" sz="2400" dirty="0">
                <a:solidFill>
                  <a:schemeClr val="tx2"/>
                </a:solidFill>
              </a:rPr>
              <a:t> </a:t>
            </a:r>
            <a:r>
              <a:rPr lang="en-ID" sz="2400" dirty="0" err="1">
                <a:solidFill>
                  <a:schemeClr val="tx2"/>
                </a:solidFill>
              </a:rPr>
              <a:t>jumlah</a:t>
            </a:r>
            <a:r>
              <a:rPr lang="en-ID" sz="2400" dirty="0">
                <a:solidFill>
                  <a:schemeClr val="tx2"/>
                </a:solidFill>
              </a:rPr>
              <a:t> </a:t>
            </a:r>
            <a:r>
              <a:rPr lang="en-ID" sz="2400" dirty="0" err="1">
                <a:solidFill>
                  <a:schemeClr val="tx2"/>
                </a:solidFill>
              </a:rPr>
              <a:t>tugas</a:t>
            </a:r>
            <a:r>
              <a:rPr lang="en-ID" sz="2400" dirty="0">
                <a:solidFill>
                  <a:schemeClr val="tx2"/>
                </a:solidFill>
              </a:rPr>
              <a:t> yang </a:t>
            </a:r>
            <a:r>
              <a:rPr lang="en-ID" sz="2400" dirty="0" err="1">
                <a:solidFill>
                  <a:schemeClr val="tx2"/>
                </a:solidFill>
              </a:rPr>
              <a:t>berhasil</a:t>
            </a:r>
            <a:r>
              <a:rPr lang="en-ID" sz="2400" dirty="0">
                <a:solidFill>
                  <a:schemeClr val="tx2"/>
                </a:solidFill>
              </a:rPr>
              <a:t> </a:t>
            </a:r>
            <a:r>
              <a:rPr lang="en-ID" sz="2400" dirty="0" err="1">
                <a:solidFill>
                  <a:schemeClr val="tx2"/>
                </a:solidFill>
              </a:rPr>
              <a:t>dilaksanakan</a:t>
            </a:r>
            <a:r>
              <a:rPr lang="en-ID" sz="2400" dirty="0">
                <a:solidFill>
                  <a:schemeClr val="tx2"/>
                </a:solidFill>
              </a:rPr>
              <a:t> oleh </a:t>
            </a:r>
            <a:r>
              <a:rPr lang="en-ID" sz="2400" dirty="0" err="1">
                <a:solidFill>
                  <a:schemeClr val="tx2"/>
                </a:solidFill>
              </a:rPr>
              <a:t>tim.</a:t>
            </a:r>
            <a:endParaRPr lang="en-US" sz="2400" dirty="0">
              <a:solidFill>
                <a:schemeClr val="tx2"/>
              </a:solidFill>
            </a:endParaRPr>
          </a:p>
          <a:p>
            <a:endParaRPr lang="en-ID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818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572</TotalTime>
  <Words>216</Words>
  <Application>Microsoft Office PowerPoint</Application>
  <PresentationFormat>Widescreen</PresentationFormat>
  <Paragraphs>33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Candara</vt:lpstr>
      <vt:lpstr>Cosmic Blaster</vt:lpstr>
      <vt:lpstr>Office Theme</vt:lpstr>
      <vt:lpstr>AGENT IN ACTION</vt:lpstr>
      <vt:lpstr>Purpose</vt:lpstr>
      <vt:lpstr>PowerPoint Presentation</vt:lpstr>
      <vt:lpstr>PowerPoint Presentation</vt:lpstr>
      <vt:lpstr>TUGAS  FASILITATOR/ PENDAMPING 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IN ACTION</dc:title>
  <dc:creator>izzudin abdurahman</dc:creator>
  <cp:lastModifiedBy>izzudin abdurahman</cp:lastModifiedBy>
  <cp:revision>9</cp:revision>
  <dcterms:created xsi:type="dcterms:W3CDTF">2021-08-12T04:25:45Z</dcterms:created>
  <dcterms:modified xsi:type="dcterms:W3CDTF">2021-10-15T09:55:50Z</dcterms:modified>
</cp:coreProperties>
</file>